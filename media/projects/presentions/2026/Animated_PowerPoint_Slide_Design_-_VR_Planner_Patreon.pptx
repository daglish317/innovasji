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6" r:id="rId2"/>
    <p:sldId id="269" r:id="rId3"/>
    <p:sldId id="259" r:id="rId4"/>
    <p:sldId id="268" r:id="rId5"/>
  </p:sldIdLst>
  <p:sldSz cx="12192000" cy="6858000"/>
  <p:notesSz cx="6858000" cy="9144000"/>
  <p:defaultTextStyle>
    <a:defPPr>
      <a:defRPr lang="en-L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00FF"/>
    <a:srgbClr val="00FFEC"/>
    <a:srgbClr val="FF0073"/>
    <a:srgbClr val="AB4B68"/>
    <a:srgbClr val="FFD500"/>
    <a:srgbClr val="983EB5"/>
    <a:srgbClr val="402664"/>
    <a:srgbClr val="006AFF"/>
    <a:srgbClr val="71FF00"/>
    <a:srgbClr val="1AB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CB2FA2-DD6A-184A-A463-676C8578ABB4}" v="54" dt="2022-11-10T16:18:10.0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11"/>
    <p:restoredTop sz="96928"/>
  </p:normalViewPr>
  <p:slideViewPr>
    <p:cSldViewPr snapToGrid="0">
      <p:cViewPr varScale="1">
        <p:scale>
          <a:sx n="109" d="100"/>
          <a:sy n="109" d="100"/>
        </p:scale>
        <p:origin x="192" y="10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ne Skill" userId="8d49c830ac36a521" providerId="LiveId" clId="{95CB2FA2-DD6A-184A-A463-676C8578ABB4}"/>
    <pc:docChg chg="undo custSel delSld modSld delSection modSection">
      <pc:chgData name="One Skill" userId="8d49c830ac36a521" providerId="LiveId" clId="{95CB2FA2-DD6A-184A-A463-676C8578ABB4}" dt="2022-11-10T16:21:47.072" v="1766" actId="207"/>
      <pc:docMkLst>
        <pc:docMk/>
      </pc:docMkLst>
      <pc:sldChg chg="addSp delSp modSp mod setBg">
        <pc:chgData name="One Skill" userId="8d49c830ac36a521" providerId="LiveId" clId="{95CB2FA2-DD6A-184A-A463-676C8578ABB4}" dt="2022-11-10T16:16:19.838" v="144"/>
        <pc:sldMkLst>
          <pc:docMk/>
          <pc:sldMk cId="3352971447" sldId="259"/>
        </pc:sldMkLst>
        <pc:spChg chg="mod">
          <ac:chgData name="One Skill" userId="8d49c830ac36a521" providerId="LiveId" clId="{95CB2FA2-DD6A-184A-A463-676C8578ABB4}" dt="2022-11-10T14:01:05.608" v="53"/>
          <ac:spMkLst>
            <pc:docMk/>
            <pc:sldMk cId="3352971447" sldId="259"/>
            <ac:spMk id="81" creationId="{49C94653-85C6-9F7C-494D-C4353A439EC5}"/>
          </ac:spMkLst>
        </pc:spChg>
        <pc:spChg chg="mod">
          <ac:chgData name="One Skill" userId="8d49c830ac36a521" providerId="LiveId" clId="{95CB2FA2-DD6A-184A-A463-676C8578ABB4}" dt="2022-11-10T14:01:01.025" v="50"/>
          <ac:spMkLst>
            <pc:docMk/>
            <pc:sldMk cId="3352971447" sldId="259"/>
            <ac:spMk id="133" creationId="{C0346BA9-12F8-D5A1-5FC8-AF58708C51FF}"/>
          </ac:spMkLst>
        </pc:spChg>
        <pc:spChg chg="mod">
          <ac:chgData name="One Skill" userId="8d49c830ac36a521" providerId="LiveId" clId="{95CB2FA2-DD6A-184A-A463-676C8578ABB4}" dt="2022-11-10T14:01:08.108" v="55"/>
          <ac:spMkLst>
            <pc:docMk/>
            <pc:sldMk cId="3352971447" sldId="259"/>
            <ac:spMk id="165" creationId="{189702E5-5BB5-AFF8-C3F6-906F28BA397C}"/>
          </ac:spMkLst>
        </pc:spChg>
        <pc:picChg chg="del">
          <ac:chgData name="One Skill" userId="8d49c830ac36a521" providerId="LiveId" clId="{95CB2FA2-DD6A-184A-A463-676C8578ABB4}" dt="2022-11-10T13:59:49.053" v="31" actId="478"/>
          <ac:picMkLst>
            <pc:docMk/>
            <pc:sldMk cId="3352971447" sldId="259"/>
            <ac:picMk id="2" creationId="{9A7407D2-21B4-7B9A-9F10-F1D93E8A78CA}"/>
          </ac:picMkLst>
        </pc:picChg>
        <pc:picChg chg="add mod">
          <ac:chgData name="One Skill" userId="8d49c830ac36a521" providerId="LiveId" clId="{95CB2FA2-DD6A-184A-A463-676C8578ABB4}" dt="2022-11-10T14:01:02.757" v="51" actId="167"/>
          <ac:picMkLst>
            <pc:docMk/>
            <pc:sldMk cId="3352971447" sldId="259"/>
            <ac:picMk id="3" creationId="{B748AF91-B8AA-E7AE-92AF-C2B40DE4C10C}"/>
          </ac:picMkLst>
        </pc:picChg>
        <pc:picChg chg="add mod">
          <ac:chgData name="One Skill" userId="8d49c830ac36a521" providerId="LiveId" clId="{95CB2FA2-DD6A-184A-A463-676C8578ABB4}" dt="2022-11-10T16:16:19.838" v="144"/>
          <ac:picMkLst>
            <pc:docMk/>
            <pc:sldMk cId="3352971447" sldId="259"/>
            <ac:picMk id="4" creationId="{6F51EAA1-8F28-C92E-07C3-B45D52816748}"/>
          </ac:picMkLst>
        </pc:picChg>
        <pc:picChg chg="del mod">
          <ac:chgData name="One Skill" userId="8d49c830ac36a521" providerId="LiveId" clId="{95CB2FA2-DD6A-184A-A463-676C8578ABB4}" dt="2022-11-10T16:15:36.904" v="138" actId="478"/>
          <ac:picMkLst>
            <pc:docMk/>
            <pc:sldMk cId="3352971447" sldId="259"/>
            <ac:picMk id="10" creationId="{168859FC-7475-02A4-EE10-D5C4B24FE550}"/>
          </ac:picMkLst>
        </pc:picChg>
      </pc:sldChg>
      <pc:sldChg chg="addSp delSp modSp mod setBg">
        <pc:chgData name="One Skill" userId="8d49c830ac36a521" providerId="LiveId" clId="{95CB2FA2-DD6A-184A-A463-676C8578ABB4}" dt="2022-11-10T16:15:58.712" v="142" actId="962"/>
        <pc:sldMkLst>
          <pc:docMk/>
          <pc:sldMk cId="1401197732" sldId="266"/>
        </pc:sldMkLst>
        <pc:picChg chg="del">
          <ac:chgData name="One Skill" userId="8d49c830ac36a521" providerId="LiveId" clId="{95CB2FA2-DD6A-184A-A463-676C8578ABB4}" dt="2022-11-10T15:10:22.919" v="62" actId="478"/>
          <ac:picMkLst>
            <pc:docMk/>
            <pc:sldMk cId="1401197732" sldId="266"/>
            <ac:picMk id="7" creationId="{BAB5DA9F-E132-8BE4-F4B6-5B4A8F44EB42}"/>
          </ac:picMkLst>
        </pc:picChg>
        <pc:picChg chg="del">
          <ac:chgData name="One Skill" userId="8d49c830ac36a521" providerId="LiveId" clId="{95CB2FA2-DD6A-184A-A463-676C8578ABB4}" dt="2022-11-10T13:57:39.208" v="0" actId="478"/>
          <ac:picMkLst>
            <pc:docMk/>
            <pc:sldMk cId="1401197732" sldId="266"/>
            <ac:picMk id="9" creationId="{654B4EF9-31DF-1639-8A58-DC96C5396A11}"/>
          </ac:picMkLst>
        </pc:picChg>
        <pc:picChg chg="add mod">
          <ac:chgData name="One Skill" userId="8d49c830ac36a521" providerId="LiveId" clId="{95CB2FA2-DD6A-184A-A463-676C8578ABB4}" dt="2022-11-10T13:58:50.429" v="17" actId="167"/>
          <ac:picMkLst>
            <pc:docMk/>
            <pc:sldMk cId="1401197732" sldId="266"/>
            <ac:picMk id="11" creationId="{88FF1573-73CC-34AB-B894-2644F1265BAF}"/>
          </ac:picMkLst>
        </pc:picChg>
        <pc:picChg chg="add mod">
          <ac:chgData name="One Skill" userId="8d49c830ac36a521" providerId="LiveId" clId="{95CB2FA2-DD6A-184A-A463-676C8578ABB4}" dt="2022-11-10T16:15:58.712" v="142" actId="962"/>
          <ac:picMkLst>
            <pc:docMk/>
            <pc:sldMk cId="1401197732" sldId="266"/>
            <ac:picMk id="13" creationId="{D3CB4B75-23BD-8CB5-E045-A6E4B769E477}"/>
          </ac:picMkLst>
        </pc:picChg>
      </pc:sldChg>
      <pc:sldChg chg="addSp delSp modSp mod setBg">
        <pc:chgData name="One Skill" userId="8d49c830ac36a521" providerId="LiveId" clId="{95CB2FA2-DD6A-184A-A463-676C8578ABB4}" dt="2022-11-10T16:21:47.072" v="1766" actId="207"/>
        <pc:sldMkLst>
          <pc:docMk/>
          <pc:sldMk cId="3263617232" sldId="268"/>
        </pc:sldMkLst>
        <pc:spChg chg="add del mod">
          <ac:chgData name="One Skill" userId="8d49c830ac36a521" providerId="LiveId" clId="{95CB2FA2-DD6A-184A-A463-676C8578ABB4}" dt="2022-11-10T16:17:33.099" v="149"/>
          <ac:spMkLst>
            <pc:docMk/>
            <pc:sldMk cId="3263617232" sldId="268"/>
            <ac:spMk id="7" creationId="{8D0E6252-5392-7AA3-9955-0D49661B4D17}"/>
          </ac:spMkLst>
        </pc:spChg>
        <pc:spChg chg="mod">
          <ac:chgData name="One Skill" userId="8d49c830ac36a521" providerId="LiveId" clId="{95CB2FA2-DD6A-184A-A463-676C8578ABB4}" dt="2022-11-10T14:01:18.016" v="58"/>
          <ac:spMkLst>
            <pc:docMk/>
            <pc:sldMk cId="3263617232" sldId="268"/>
            <ac:spMk id="9" creationId="{72498BB4-C51B-0794-16E1-B15BDF6623B3}"/>
          </ac:spMkLst>
        </pc:spChg>
        <pc:spChg chg="mod">
          <ac:chgData name="One Skill" userId="8d49c830ac36a521" providerId="LiveId" clId="{95CB2FA2-DD6A-184A-A463-676C8578ABB4}" dt="2022-11-10T16:21:47.072" v="1766" actId="207"/>
          <ac:spMkLst>
            <pc:docMk/>
            <pc:sldMk cId="3263617232" sldId="268"/>
            <ac:spMk id="182" creationId="{287D98ED-4FBB-26F3-4835-9049BDCD854D}"/>
          </ac:spMkLst>
        </pc:spChg>
        <pc:picChg chg="del">
          <ac:chgData name="One Skill" userId="8d49c830ac36a521" providerId="LiveId" clId="{95CB2FA2-DD6A-184A-A463-676C8578ABB4}" dt="2022-11-10T13:59:56.217" v="36" actId="478"/>
          <ac:picMkLst>
            <pc:docMk/>
            <pc:sldMk cId="3263617232" sldId="268"/>
            <ac:picMk id="2" creationId="{D98A42C1-0307-E48C-4A20-94B18734084D}"/>
          </ac:picMkLst>
        </pc:picChg>
        <pc:picChg chg="del mod">
          <ac:chgData name="One Skill" userId="8d49c830ac36a521" providerId="LiveId" clId="{95CB2FA2-DD6A-184A-A463-676C8578ABB4}" dt="2022-11-10T16:18:08.655" v="155" actId="478"/>
          <ac:picMkLst>
            <pc:docMk/>
            <pc:sldMk cId="3263617232" sldId="268"/>
            <ac:picMk id="3" creationId="{9820572C-54C4-B80F-4279-E7D11AB4423B}"/>
          </ac:picMkLst>
        </pc:picChg>
        <pc:picChg chg="add mod">
          <ac:chgData name="One Skill" userId="8d49c830ac36a521" providerId="LiveId" clId="{95CB2FA2-DD6A-184A-A463-676C8578ABB4}" dt="2022-11-10T16:18:10.066" v="156" actId="167"/>
          <ac:picMkLst>
            <pc:docMk/>
            <pc:sldMk cId="3263617232" sldId="268"/>
            <ac:picMk id="4" creationId="{0E5EB3A1-34D1-1563-9641-7A8B74E12A60}"/>
          </ac:picMkLst>
        </pc:picChg>
        <pc:picChg chg="add del mod">
          <ac:chgData name="One Skill" userId="8d49c830ac36a521" providerId="LiveId" clId="{95CB2FA2-DD6A-184A-A463-676C8578ABB4}" dt="2022-11-10T16:17:33.099" v="149"/>
          <ac:picMkLst>
            <pc:docMk/>
            <pc:sldMk cId="3263617232" sldId="268"/>
            <ac:picMk id="6" creationId="{A72FE22C-029E-5EB2-B076-79FFA41A9939}"/>
          </ac:picMkLst>
        </pc:picChg>
        <pc:picChg chg="mod">
          <ac:chgData name="One Skill" userId="8d49c830ac36a521" providerId="LiveId" clId="{95CB2FA2-DD6A-184A-A463-676C8578ABB4}" dt="2022-11-10T16:18:21.215" v="159" actId="554"/>
          <ac:picMkLst>
            <pc:docMk/>
            <pc:sldMk cId="3263617232" sldId="268"/>
            <ac:picMk id="8" creationId="{9D086636-B832-255F-14C0-345E2E78C48D}"/>
          </ac:picMkLst>
        </pc:picChg>
      </pc:sldChg>
      <pc:sldChg chg="addSp delSp modSp mod setBg">
        <pc:chgData name="One Skill" userId="8d49c830ac36a521" providerId="LiveId" clId="{95CB2FA2-DD6A-184A-A463-676C8578ABB4}" dt="2022-11-10T16:15:52.485" v="141" actId="962"/>
        <pc:sldMkLst>
          <pc:docMk/>
          <pc:sldMk cId="465754684" sldId="269"/>
        </pc:sldMkLst>
        <pc:spChg chg="mod">
          <ac:chgData name="One Skill" userId="8d49c830ac36a521" providerId="LiveId" clId="{95CB2FA2-DD6A-184A-A463-676C8578ABB4}" dt="2022-11-10T14:00:36.067" v="43" actId="14861"/>
          <ac:spMkLst>
            <pc:docMk/>
            <pc:sldMk cId="465754684" sldId="269"/>
            <ac:spMk id="19" creationId="{F49C8C3A-A72B-72DF-3CCF-707A06A6F15D}"/>
          </ac:spMkLst>
        </pc:spChg>
        <pc:spChg chg="mod">
          <ac:chgData name="One Skill" userId="8d49c830ac36a521" providerId="LiveId" clId="{95CB2FA2-DD6A-184A-A463-676C8578ABB4}" dt="2022-11-10T14:00:51.146" v="47"/>
          <ac:spMkLst>
            <pc:docMk/>
            <pc:sldMk cId="465754684" sldId="269"/>
            <ac:spMk id="141" creationId="{7CA25D7D-8DF1-773D-AD71-DBCE02FB86D4}"/>
          </ac:spMkLst>
        </pc:spChg>
        <pc:spChg chg="mod">
          <ac:chgData name="One Skill" userId="8d49c830ac36a521" providerId="LiveId" clId="{95CB2FA2-DD6A-184A-A463-676C8578ABB4}" dt="2022-11-10T14:00:43.954" v="45"/>
          <ac:spMkLst>
            <pc:docMk/>
            <pc:sldMk cId="465754684" sldId="269"/>
            <ac:spMk id="161" creationId="{D95B523E-0021-BC87-91B2-806E88D013BE}"/>
          </ac:spMkLst>
        </pc:spChg>
        <pc:grpChg chg="mod">
          <ac:chgData name="One Skill" userId="8d49c830ac36a521" providerId="LiveId" clId="{95CB2FA2-DD6A-184A-A463-676C8578ABB4}" dt="2022-11-10T14:00:24.998" v="41" actId="166"/>
          <ac:grpSpMkLst>
            <pc:docMk/>
            <pc:sldMk cId="465754684" sldId="269"/>
            <ac:grpSpMk id="47" creationId="{21C32F64-DF4D-0FD6-0A96-58A84E7AE126}"/>
          </ac:grpSpMkLst>
        </pc:grpChg>
        <pc:picChg chg="del">
          <ac:chgData name="One Skill" userId="8d49c830ac36a521" providerId="LiveId" clId="{95CB2FA2-DD6A-184A-A463-676C8578ABB4}" dt="2022-11-10T13:59:38.020" v="23" actId="478"/>
          <ac:picMkLst>
            <pc:docMk/>
            <pc:sldMk cId="465754684" sldId="269"/>
            <ac:picMk id="3" creationId="{B0A7BEA0-2215-FCC0-92F0-48202671FE0A}"/>
          </ac:picMkLst>
        </pc:picChg>
        <pc:picChg chg="del">
          <ac:chgData name="One Skill" userId="8d49c830ac36a521" providerId="LiveId" clId="{95CB2FA2-DD6A-184A-A463-676C8578ABB4}" dt="2022-11-10T15:10:27.184" v="63" actId="478"/>
          <ac:picMkLst>
            <pc:docMk/>
            <pc:sldMk cId="465754684" sldId="269"/>
            <ac:picMk id="4" creationId="{E2FD0FC0-FA88-17B7-E69D-C4BC5DCB3609}"/>
          </ac:picMkLst>
        </pc:picChg>
        <pc:picChg chg="add mod">
          <ac:chgData name="One Skill" userId="8d49c830ac36a521" providerId="LiveId" clId="{95CB2FA2-DD6A-184A-A463-676C8578ABB4}" dt="2022-11-10T13:59:46.113" v="30" actId="167"/>
          <ac:picMkLst>
            <pc:docMk/>
            <pc:sldMk cId="465754684" sldId="269"/>
            <ac:picMk id="5" creationId="{6FB48998-0758-CA78-D0FA-3858234A8DDD}"/>
          </ac:picMkLst>
        </pc:picChg>
        <pc:picChg chg="add mod">
          <ac:chgData name="One Skill" userId="8d49c830ac36a521" providerId="LiveId" clId="{95CB2FA2-DD6A-184A-A463-676C8578ABB4}" dt="2022-11-10T16:15:52.485" v="141" actId="962"/>
          <ac:picMkLst>
            <pc:docMk/>
            <pc:sldMk cId="465754684" sldId="269"/>
            <ac:picMk id="6" creationId="{EC351FA4-7CCE-2C30-AD3B-69DDE21F53C9}"/>
          </ac:picMkLst>
        </pc:picChg>
        <pc:picChg chg="add del mod modCrop">
          <ac:chgData name="One Skill" userId="8d49c830ac36a521" providerId="LiveId" clId="{95CB2FA2-DD6A-184A-A463-676C8578ABB4}" dt="2022-11-10T16:15:18.235" v="131" actId="21"/>
          <ac:picMkLst>
            <pc:docMk/>
            <pc:sldMk cId="465754684" sldId="269"/>
            <ac:picMk id="8" creationId="{44C2A305-0176-827B-6F9A-5EC8E1846F3E}"/>
          </ac:picMkLst>
        </pc:picChg>
        <pc:picChg chg="add del mod">
          <ac:chgData name="One Skill" userId="8d49c830ac36a521" providerId="LiveId" clId="{95CB2FA2-DD6A-184A-A463-676C8578ABB4}" dt="2022-11-10T16:15:21.318" v="133"/>
          <ac:picMkLst>
            <pc:docMk/>
            <pc:sldMk cId="465754684" sldId="269"/>
            <ac:picMk id="43" creationId="{2ED4F129-DFF7-412B-B9F9-B95EA983B89D}"/>
          </ac:picMkLst>
        </pc:picChg>
        <pc:picChg chg="add del mod">
          <ac:chgData name="One Skill" userId="8d49c830ac36a521" providerId="LiveId" clId="{95CB2FA2-DD6A-184A-A463-676C8578ABB4}" dt="2022-11-10T16:15:34.085" v="137" actId="21"/>
          <ac:picMkLst>
            <pc:docMk/>
            <pc:sldMk cId="465754684" sldId="269"/>
            <ac:picMk id="46" creationId="{425B5FF4-A1B2-5EEA-85CB-A0E0394000E8}"/>
          </ac:picMkLst>
        </pc:picChg>
      </pc:sldChg>
      <pc:sldChg chg="del">
        <pc:chgData name="One Skill" userId="8d49c830ac36a521" providerId="LiveId" clId="{95CB2FA2-DD6A-184A-A463-676C8578ABB4}" dt="2022-11-10T13:59:08.180" v="21" actId="2696"/>
        <pc:sldMkLst>
          <pc:docMk/>
          <pc:sldMk cId="3039565230" sldId="270"/>
        </pc:sldMkLst>
      </pc:sldChg>
      <pc:sldChg chg="del">
        <pc:chgData name="One Skill" userId="8d49c830ac36a521" providerId="LiveId" clId="{95CB2FA2-DD6A-184A-A463-676C8578ABB4}" dt="2022-11-10T13:59:08.180" v="21" actId="2696"/>
        <pc:sldMkLst>
          <pc:docMk/>
          <pc:sldMk cId="1055107978" sldId="271"/>
        </pc:sldMkLst>
      </pc:sldChg>
      <pc:sldChg chg="del">
        <pc:chgData name="One Skill" userId="8d49c830ac36a521" providerId="LiveId" clId="{95CB2FA2-DD6A-184A-A463-676C8578ABB4}" dt="2022-11-10T13:59:08.180" v="21" actId="2696"/>
        <pc:sldMkLst>
          <pc:docMk/>
          <pc:sldMk cId="2178898342" sldId="272"/>
        </pc:sldMkLst>
      </pc:sldChg>
      <pc:sldChg chg="del">
        <pc:chgData name="One Skill" userId="8d49c830ac36a521" providerId="LiveId" clId="{95CB2FA2-DD6A-184A-A463-676C8578ABB4}" dt="2022-11-10T13:59:08.180" v="21" actId="2696"/>
        <pc:sldMkLst>
          <pc:docMk/>
          <pc:sldMk cId="1603137740" sldId="273"/>
        </pc:sldMkLst>
      </pc:sldChg>
      <pc:sldChg chg="del">
        <pc:chgData name="One Skill" userId="8d49c830ac36a521" providerId="LiveId" clId="{95CB2FA2-DD6A-184A-A463-676C8578ABB4}" dt="2022-11-10T13:59:08.180" v="21" actId="2696"/>
        <pc:sldMkLst>
          <pc:docMk/>
          <pc:sldMk cId="3898492927" sldId="274"/>
        </pc:sldMkLst>
      </pc:sldChg>
    </pc:docChg>
  </pc:docChgLst>
  <pc:docChgLst>
    <pc:chgData name="One Skill" userId="8d49c830ac36a521" providerId="LiveId" clId="{250BA3F6-20AF-224D-A224-3EE43FDC11EA}"/>
    <pc:docChg chg="undo redo custSel addSld delSld modSld sldOrd modMainMaster addSection modSection">
      <pc:chgData name="One Skill" userId="8d49c830ac36a521" providerId="LiveId" clId="{250BA3F6-20AF-224D-A224-3EE43FDC11EA}" dt="2022-11-06T23:49:45.349" v="6974" actId="1076"/>
      <pc:docMkLst>
        <pc:docMk/>
      </pc:docMkLst>
      <pc:sldChg chg="addSp delSp modSp mod ord setBg">
        <pc:chgData name="One Skill" userId="8d49c830ac36a521" providerId="LiveId" clId="{250BA3F6-20AF-224D-A224-3EE43FDC11EA}" dt="2022-11-05T16:42:10.713" v="3642" actId="167"/>
        <pc:sldMkLst>
          <pc:docMk/>
          <pc:sldMk cId="3097033922" sldId="258"/>
        </pc:sldMkLst>
        <pc:spChg chg="add del mod">
          <ac:chgData name="One Skill" userId="8d49c830ac36a521" providerId="LiveId" clId="{250BA3F6-20AF-224D-A224-3EE43FDC11EA}" dt="2022-11-05T14:12:42.059" v="338" actId="478"/>
          <ac:spMkLst>
            <pc:docMk/>
            <pc:sldMk cId="3097033922" sldId="258"/>
            <ac:spMk id="4" creationId="{8E72A390-3E43-B39F-8270-306D3BBAC4A8}"/>
          </ac:spMkLst>
        </pc:spChg>
        <pc:spChg chg="add mod">
          <ac:chgData name="One Skill" userId="8d49c830ac36a521" providerId="LiveId" clId="{250BA3F6-20AF-224D-A224-3EE43FDC11EA}" dt="2022-11-05T14:11:40.398" v="330"/>
          <ac:spMkLst>
            <pc:docMk/>
            <pc:sldMk cId="3097033922" sldId="258"/>
            <ac:spMk id="5" creationId="{EC4B15BE-4B38-1966-20B8-12548F282D77}"/>
          </ac:spMkLst>
        </pc:spChg>
        <pc:spChg chg="add del mod">
          <ac:chgData name="One Skill" userId="8d49c830ac36a521" providerId="LiveId" clId="{250BA3F6-20AF-224D-A224-3EE43FDC11EA}" dt="2022-11-05T14:12:09.629" v="337" actId="478"/>
          <ac:spMkLst>
            <pc:docMk/>
            <pc:sldMk cId="3097033922" sldId="258"/>
            <ac:spMk id="12" creationId="{49515553-7630-D986-A95D-04377AA61400}"/>
          </ac:spMkLst>
        </pc:spChg>
        <pc:spChg chg="add mod">
          <ac:chgData name="One Skill" userId="8d49c830ac36a521" providerId="LiveId" clId="{250BA3F6-20AF-224D-A224-3EE43FDC11EA}" dt="2022-11-05T14:12:07.664" v="336"/>
          <ac:spMkLst>
            <pc:docMk/>
            <pc:sldMk cId="3097033922" sldId="258"/>
            <ac:spMk id="13" creationId="{AE69C09B-0B41-0EF1-340E-08CF1C7EEDE6}"/>
          </ac:spMkLst>
        </pc:spChg>
        <pc:spChg chg="add del mod">
          <ac:chgData name="One Skill" userId="8d49c830ac36a521" providerId="LiveId" clId="{250BA3F6-20AF-224D-A224-3EE43FDC11EA}" dt="2022-11-05T14:12:47.536" v="340" actId="478"/>
          <ac:spMkLst>
            <pc:docMk/>
            <pc:sldMk cId="3097033922" sldId="258"/>
            <ac:spMk id="14" creationId="{0BC5783A-103E-5611-4DB4-2FE6507B9784}"/>
          </ac:spMkLst>
        </pc:spChg>
        <pc:spChg chg="add mod">
          <ac:chgData name="One Skill" userId="8d49c830ac36a521" providerId="LiveId" clId="{250BA3F6-20AF-224D-A224-3EE43FDC11EA}" dt="2022-11-05T15:07:00.145" v="752" actId="14838"/>
          <ac:spMkLst>
            <pc:docMk/>
            <pc:sldMk cId="3097033922" sldId="258"/>
            <ac:spMk id="15" creationId="{3F450BEA-71AB-D6CF-B6F6-864B575B920C}"/>
          </ac:spMkLst>
        </pc:spChg>
        <pc:spChg chg="add del mod">
          <ac:chgData name="One Skill" userId="8d49c830ac36a521" providerId="LiveId" clId="{250BA3F6-20AF-224D-A224-3EE43FDC11EA}" dt="2022-11-05T14:12:47.536" v="340" actId="478"/>
          <ac:spMkLst>
            <pc:docMk/>
            <pc:sldMk cId="3097033922" sldId="258"/>
            <ac:spMk id="16" creationId="{9E6FBEDB-6E16-B483-F5E4-06DCCAE035F2}"/>
          </ac:spMkLst>
        </pc:spChg>
        <pc:spChg chg="mod">
          <ac:chgData name="One Skill" userId="8d49c830ac36a521" providerId="LiveId" clId="{250BA3F6-20AF-224D-A224-3EE43FDC11EA}" dt="2022-11-05T14:13:30.425" v="363"/>
          <ac:spMkLst>
            <pc:docMk/>
            <pc:sldMk cId="3097033922" sldId="258"/>
            <ac:spMk id="20" creationId="{10AD8E40-FF23-DBB3-70E9-8063BD315159}"/>
          </ac:spMkLst>
        </pc:spChg>
        <pc:spChg chg="mod">
          <ac:chgData name="One Skill" userId="8d49c830ac36a521" providerId="LiveId" clId="{250BA3F6-20AF-224D-A224-3EE43FDC11EA}" dt="2022-11-05T14:13:30.425" v="363"/>
          <ac:spMkLst>
            <pc:docMk/>
            <pc:sldMk cId="3097033922" sldId="258"/>
            <ac:spMk id="21" creationId="{2D728636-0EB7-FA71-85A9-B16BC19B2930}"/>
          </ac:spMkLst>
        </pc:spChg>
        <pc:spChg chg="mod">
          <ac:chgData name="One Skill" userId="8d49c830ac36a521" providerId="LiveId" clId="{250BA3F6-20AF-224D-A224-3EE43FDC11EA}" dt="2022-11-05T14:13:30.425" v="363"/>
          <ac:spMkLst>
            <pc:docMk/>
            <pc:sldMk cId="3097033922" sldId="258"/>
            <ac:spMk id="22" creationId="{EECA7AC8-170C-6282-FC53-63FA4337232D}"/>
          </ac:spMkLst>
        </pc:spChg>
        <pc:spChg chg="mod">
          <ac:chgData name="One Skill" userId="8d49c830ac36a521" providerId="LiveId" clId="{250BA3F6-20AF-224D-A224-3EE43FDC11EA}" dt="2022-11-05T14:13:30.425" v="363"/>
          <ac:spMkLst>
            <pc:docMk/>
            <pc:sldMk cId="3097033922" sldId="258"/>
            <ac:spMk id="23" creationId="{63316338-13D0-2FC2-F4A1-158D044CE208}"/>
          </ac:spMkLst>
        </pc:spChg>
        <pc:spChg chg="mod">
          <ac:chgData name="One Skill" userId="8d49c830ac36a521" providerId="LiveId" clId="{250BA3F6-20AF-224D-A224-3EE43FDC11EA}" dt="2022-11-05T14:13:30.425" v="363"/>
          <ac:spMkLst>
            <pc:docMk/>
            <pc:sldMk cId="3097033922" sldId="258"/>
            <ac:spMk id="24" creationId="{658955D4-C4FB-62AA-DCC7-D33C62709F66}"/>
          </ac:spMkLst>
        </pc:spChg>
        <pc:spChg chg="mod">
          <ac:chgData name="One Skill" userId="8d49c830ac36a521" providerId="LiveId" clId="{250BA3F6-20AF-224D-A224-3EE43FDC11EA}" dt="2022-11-05T14:13:30.425" v="363"/>
          <ac:spMkLst>
            <pc:docMk/>
            <pc:sldMk cId="3097033922" sldId="258"/>
            <ac:spMk id="25" creationId="{7266C165-EB0E-E9F2-ECCB-B8866F9482E8}"/>
          </ac:spMkLst>
        </pc:spChg>
        <pc:spChg chg="mod">
          <ac:chgData name="One Skill" userId="8d49c830ac36a521" providerId="LiveId" clId="{250BA3F6-20AF-224D-A224-3EE43FDC11EA}" dt="2022-11-05T14:13:30.425" v="363"/>
          <ac:spMkLst>
            <pc:docMk/>
            <pc:sldMk cId="3097033922" sldId="258"/>
            <ac:spMk id="26" creationId="{8B7507B7-D450-F895-1067-060A8ABB1B14}"/>
          </ac:spMkLst>
        </pc:spChg>
        <pc:spChg chg="mod">
          <ac:chgData name="One Skill" userId="8d49c830ac36a521" providerId="LiveId" clId="{250BA3F6-20AF-224D-A224-3EE43FDC11EA}" dt="2022-11-05T14:13:30.425" v="363"/>
          <ac:spMkLst>
            <pc:docMk/>
            <pc:sldMk cId="3097033922" sldId="258"/>
            <ac:spMk id="27" creationId="{1FA2DA17-6233-1C11-CD1A-E221A18D7239}"/>
          </ac:spMkLst>
        </pc:spChg>
        <pc:spChg chg="mod">
          <ac:chgData name="One Skill" userId="8d49c830ac36a521" providerId="LiveId" clId="{250BA3F6-20AF-224D-A224-3EE43FDC11EA}" dt="2022-11-05T14:13:30.425" v="363"/>
          <ac:spMkLst>
            <pc:docMk/>
            <pc:sldMk cId="3097033922" sldId="258"/>
            <ac:spMk id="28" creationId="{A40A1140-C45A-DE29-8072-66572650DF01}"/>
          </ac:spMkLst>
        </pc:spChg>
        <pc:spChg chg="mod">
          <ac:chgData name="One Skill" userId="8d49c830ac36a521" providerId="LiveId" clId="{250BA3F6-20AF-224D-A224-3EE43FDC11EA}" dt="2022-11-05T14:13:30.425" v="363"/>
          <ac:spMkLst>
            <pc:docMk/>
            <pc:sldMk cId="3097033922" sldId="258"/>
            <ac:spMk id="29" creationId="{DF60F91F-7CD7-774E-0B4B-2B260EF0A46F}"/>
          </ac:spMkLst>
        </pc:spChg>
        <pc:spChg chg="mod">
          <ac:chgData name="One Skill" userId="8d49c830ac36a521" providerId="LiveId" clId="{250BA3F6-20AF-224D-A224-3EE43FDC11EA}" dt="2022-11-05T14:13:30.425" v="363"/>
          <ac:spMkLst>
            <pc:docMk/>
            <pc:sldMk cId="3097033922" sldId="258"/>
            <ac:spMk id="30" creationId="{DB5FE689-3771-FFAE-EA47-32B43D8ED5CD}"/>
          </ac:spMkLst>
        </pc:spChg>
        <pc:spChg chg="mod">
          <ac:chgData name="One Skill" userId="8d49c830ac36a521" providerId="LiveId" clId="{250BA3F6-20AF-224D-A224-3EE43FDC11EA}" dt="2022-11-05T14:13:30.425" v="363"/>
          <ac:spMkLst>
            <pc:docMk/>
            <pc:sldMk cId="3097033922" sldId="258"/>
            <ac:spMk id="31" creationId="{DC746E02-7FB7-5006-0500-EAC81BF54966}"/>
          </ac:spMkLst>
        </pc:spChg>
        <pc:spChg chg="mod">
          <ac:chgData name="One Skill" userId="8d49c830ac36a521" providerId="LiveId" clId="{250BA3F6-20AF-224D-A224-3EE43FDC11EA}" dt="2022-11-05T14:13:30.425" v="363"/>
          <ac:spMkLst>
            <pc:docMk/>
            <pc:sldMk cId="3097033922" sldId="258"/>
            <ac:spMk id="32" creationId="{D669547A-7B6B-B03C-5562-B6F4A0ABC7EC}"/>
          </ac:spMkLst>
        </pc:spChg>
        <pc:spChg chg="mod">
          <ac:chgData name="One Skill" userId="8d49c830ac36a521" providerId="LiveId" clId="{250BA3F6-20AF-224D-A224-3EE43FDC11EA}" dt="2022-11-05T14:13:30.425" v="363"/>
          <ac:spMkLst>
            <pc:docMk/>
            <pc:sldMk cId="3097033922" sldId="258"/>
            <ac:spMk id="33" creationId="{B04703CF-5317-E86E-69D6-009F9D83EAC1}"/>
          </ac:spMkLst>
        </pc:spChg>
        <pc:spChg chg="mod">
          <ac:chgData name="One Skill" userId="8d49c830ac36a521" providerId="LiveId" clId="{250BA3F6-20AF-224D-A224-3EE43FDC11EA}" dt="2022-11-05T14:13:30.425" v="363"/>
          <ac:spMkLst>
            <pc:docMk/>
            <pc:sldMk cId="3097033922" sldId="258"/>
            <ac:spMk id="34" creationId="{A619E58B-B183-BFF8-BA73-68B77E1BC09C}"/>
          </ac:spMkLst>
        </pc:spChg>
        <pc:spChg chg="mod">
          <ac:chgData name="One Skill" userId="8d49c830ac36a521" providerId="LiveId" clId="{250BA3F6-20AF-224D-A224-3EE43FDC11EA}" dt="2022-11-05T14:13:30.425" v="363"/>
          <ac:spMkLst>
            <pc:docMk/>
            <pc:sldMk cId="3097033922" sldId="258"/>
            <ac:spMk id="35" creationId="{04DD424A-9F57-3FF7-A4B1-059A96E6C2EE}"/>
          </ac:spMkLst>
        </pc:spChg>
        <pc:spChg chg="mod">
          <ac:chgData name="One Skill" userId="8d49c830ac36a521" providerId="LiveId" clId="{250BA3F6-20AF-224D-A224-3EE43FDC11EA}" dt="2022-11-05T14:13:30.425" v="363"/>
          <ac:spMkLst>
            <pc:docMk/>
            <pc:sldMk cId="3097033922" sldId="258"/>
            <ac:spMk id="36" creationId="{D54471FF-3DD7-7397-29B7-DCD55EE08A92}"/>
          </ac:spMkLst>
        </pc:spChg>
        <pc:spChg chg="mod">
          <ac:chgData name="One Skill" userId="8d49c830ac36a521" providerId="LiveId" clId="{250BA3F6-20AF-224D-A224-3EE43FDC11EA}" dt="2022-11-05T14:13:30.425" v="363"/>
          <ac:spMkLst>
            <pc:docMk/>
            <pc:sldMk cId="3097033922" sldId="258"/>
            <ac:spMk id="37" creationId="{5EC46756-B6D4-A69D-3DBB-690A9927F116}"/>
          </ac:spMkLst>
        </pc:spChg>
        <pc:spChg chg="mod">
          <ac:chgData name="One Skill" userId="8d49c830ac36a521" providerId="LiveId" clId="{250BA3F6-20AF-224D-A224-3EE43FDC11EA}" dt="2022-11-05T14:13:30.425" v="363"/>
          <ac:spMkLst>
            <pc:docMk/>
            <pc:sldMk cId="3097033922" sldId="258"/>
            <ac:spMk id="38" creationId="{012BBD5E-A1AD-DA43-ECA7-C9A59C282D3A}"/>
          </ac:spMkLst>
        </pc:spChg>
        <pc:spChg chg="mod">
          <ac:chgData name="One Skill" userId="8d49c830ac36a521" providerId="LiveId" clId="{250BA3F6-20AF-224D-A224-3EE43FDC11EA}" dt="2022-11-05T14:13:30.425" v="363"/>
          <ac:spMkLst>
            <pc:docMk/>
            <pc:sldMk cId="3097033922" sldId="258"/>
            <ac:spMk id="39" creationId="{49E08CC6-9C0D-B8B0-D753-58F3AF4AA232}"/>
          </ac:spMkLst>
        </pc:spChg>
        <pc:grpChg chg="add mod">
          <ac:chgData name="One Skill" userId="8d49c830ac36a521" providerId="LiveId" clId="{250BA3F6-20AF-224D-A224-3EE43FDC11EA}" dt="2022-11-05T14:11:40.398" v="330"/>
          <ac:grpSpMkLst>
            <pc:docMk/>
            <pc:sldMk cId="3097033922" sldId="258"/>
            <ac:grpSpMk id="6" creationId="{5B2F854D-BBC4-ABEB-8E1C-85A6B2B46949}"/>
          </ac:grpSpMkLst>
        </pc:grpChg>
        <pc:grpChg chg="add del mod">
          <ac:chgData name="One Skill" userId="8d49c830ac36a521" providerId="LiveId" clId="{250BA3F6-20AF-224D-A224-3EE43FDC11EA}" dt="2022-11-05T15:49:51.144" v="1455" actId="478"/>
          <ac:grpSpMkLst>
            <pc:docMk/>
            <pc:sldMk cId="3097033922" sldId="258"/>
            <ac:grpSpMk id="17" creationId="{16974608-93A1-DC43-712E-88DADADC8C88}"/>
          </ac:grpSpMkLst>
        </pc:grpChg>
        <pc:grpChg chg="mod">
          <ac:chgData name="One Skill" userId="8d49c830ac36a521" providerId="LiveId" clId="{250BA3F6-20AF-224D-A224-3EE43FDC11EA}" dt="2022-11-05T14:13:30.425" v="363"/>
          <ac:grpSpMkLst>
            <pc:docMk/>
            <pc:sldMk cId="3097033922" sldId="258"/>
            <ac:grpSpMk id="18" creationId="{5C5E3371-611B-5B4A-28AA-CEB30B430B60}"/>
          </ac:grpSpMkLst>
        </pc:grpChg>
        <pc:grpChg chg="mod">
          <ac:chgData name="One Skill" userId="8d49c830ac36a521" providerId="LiveId" clId="{250BA3F6-20AF-224D-A224-3EE43FDC11EA}" dt="2022-11-05T14:13:30.425" v="363"/>
          <ac:grpSpMkLst>
            <pc:docMk/>
            <pc:sldMk cId="3097033922" sldId="258"/>
            <ac:grpSpMk id="19" creationId="{C707E83A-AC50-1FD9-C1A8-14E845D1D196}"/>
          </ac:grpSpMkLst>
        </pc:grpChg>
        <pc:picChg chg="add mod">
          <ac:chgData name="One Skill" userId="8d49c830ac36a521" providerId="LiveId" clId="{250BA3F6-20AF-224D-A224-3EE43FDC11EA}" dt="2022-11-05T16:42:10.713" v="3642" actId="167"/>
          <ac:picMkLst>
            <pc:docMk/>
            <pc:sldMk cId="3097033922" sldId="258"/>
            <ac:picMk id="2" creationId="{589257FB-5DB1-ADC1-64F8-96DA12C956DF}"/>
          </ac:picMkLst>
        </pc:picChg>
        <pc:picChg chg="mod">
          <ac:chgData name="One Skill" userId="8d49c830ac36a521" providerId="LiveId" clId="{250BA3F6-20AF-224D-A224-3EE43FDC11EA}" dt="2022-11-05T15:02:28.334" v="630" actId="166"/>
          <ac:picMkLst>
            <pc:docMk/>
            <pc:sldMk cId="3097033922" sldId="258"/>
            <ac:picMk id="3" creationId="{D433BA10-FA5A-6A61-E512-4BCC8A380320}"/>
          </ac:picMkLst>
        </pc:picChg>
        <pc:picChg chg="del mod">
          <ac:chgData name="One Skill" userId="8d49c830ac36a521" providerId="LiveId" clId="{250BA3F6-20AF-224D-A224-3EE43FDC11EA}" dt="2022-11-05T16:14:55.260" v="1943" actId="478"/>
          <ac:picMkLst>
            <pc:docMk/>
            <pc:sldMk cId="3097033922" sldId="258"/>
            <ac:picMk id="8" creationId="{A8149719-7E20-EC6A-CB34-DF0FAA217B04}"/>
          </ac:picMkLst>
        </pc:picChg>
        <pc:cxnChg chg="mod">
          <ac:chgData name="One Skill" userId="8d49c830ac36a521" providerId="LiveId" clId="{250BA3F6-20AF-224D-A224-3EE43FDC11EA}" dt="2022-11-05T14:11:40.398" v="330"/>
          <ac:cxnSpMkLst>
            <pc:docMk/>
            <pc:sldMk cId="3097033922" sldId="258"/>
            <ac:cxnSpMk id="9" creationId="{BAEBBA40-0E92-7B7B-439D-E6C9AB358EBB}"/>
          </ac:cxnSpMkLst>
        </pc:cxnChg>
        <pc:cxnChg chg="mod">
          <ac:chgData name="One Skill" userId="8d49c830ac36a521" providerId="LiveId" clId="{250BA3F6-20AF-224D-A224-3EE43FDC11EA}" dt="2022-11-05T14:11:40.398" v="330"/>
          <ac:cxnSpMkLst>
            <pc:docMk/>
            <pc:sldMk cId="3097033922" sldId="258"/>
            <ac:cxnSpMk id="10" creationId="{9EDCA402-59E7-C4B3-E8F8-30120ADF5A4D}"/>
          </ac:cxnSpMkLst>
        </pc:cxnChg>
        <pc:cxnChg chg="mod">
          <ac:chgData name="One Skill" userId="8d49c830ac36a521" providerId="LiveId" clId="{250BA3F6-20AF-224D-A224-3EE43FDC11EA}" dt="2022-11-05T14:11:40.398" v="330"/>
          <ac:cxnSpMkLst>
            <pc:docMk/>
            <pc:sldMk cId="3097033922" sldId="258"/>
            <ac:cxnSpMk id="11" creationId="{55B9F018-8158-F726-BCAD-7A505631147A}"/>
          </ac:cxnSpMkLst>
        </pc:cxnChg>
      </pc:sldChg>
      <pc:sldChg chg="addSp delSp modSp mod modTransition setBg modAnim">
        <pc:chgData name="One Skill" userId="8d49c830ac36a521" providerId="LiveId" clId="{250BA3F6-20AF-224D-A224-3EE43FDC11EA}" dt="2022-11-06T08:13:26.606" v="6844" actId="14100"/>
        <pc:sldMkLst>
          <pc:docMk/>
          <pc:sldMk cId="3352971447" sldId="259"/>
        </pc:sldMkLst>
        <pc:spChg chg="mod">
          <ac:chgData name="One Skill" userId="8d49c830ac36a521" providerId="LiveId" clId="{250BA3F6-20AF-224D-A224-3EE43FDC11EA}" dt="2022-11-05T16:14:24.809" v="1936" actId="207"/>
          <ac:spMkLst>
            <pc:docMk/>
            <pc:sldMk cId="3352971447" sldId="259"/>
            <ac:spMk id="3" creationId="{15061D56-A7F3-18CA-2930-D6E5E61C4085}"/>
          </ac:spMkLst>
        </pc:spChg>
        <pc:spChg chg="mod">
          <ac:chgData name="One Skill" userId="8d49c830ac36a521" providerId="LiveId" clId="{250BA3F6-20AF-224D-A224-3EE43FDC11EA}" dt="2022-11-05T15:44:41.155" v="1445"/>
          <ac:spMkLst>
            <pc:docMk/>
            <pc:sldMk cId="3352971447" sldId="259"/>
            <ac:spMk id="5" creationId="{2808A4D9-BD59-2B94-B542-FD310D805E35}"/>
          </ac:spMkLst>
        </pc:spChg>
        <pc:spChg chg="mod">
          <ac:chgData name="One Skill" userId="8d49c830ac36a521" providerId="LiveId" clId="{250BA3F6-20AF-224D-A224-3EE43FDC11EA}" dt="2022-11-05T15:44:41.155" v="1445"/>
          <ac:spMkLst>
            <pc:docMk/>
            <pc:sldMk cId="3352971447" sldId="259"/>
            <ac:spMk id="7" creationId="{7CDBFDE8-168E-3367-705D-DFF54E39075A}"/>
          </ac:spMkLst>
        </pc:spChg>
        <pc:spChg chg="add del mod">
          <ac:chgData name="One Skill" userId="8d49c830ac36a521" providerId="LiveId" clId="{250BA3F6-20AF-224D-A224-3EE43FDC11EA}" dt="2022-11-05T14:51:44.890" v="565" actId="478"/>
          <ac:spMkLst>
            <pc:docMk/>
            <pc:sldMk cId="3352971447" sldId="259"/>
            <ac:spMk id="7" creationId="{A5DE0E07-E303-E804-705E-E2069DDD501A}"/>
          </ac:spMkLst>
        </pc:spChg>
        <pc:spChg chg="mod">
          <ac:chgData name="One Skill" userId="8d49c830ac36a521" providerId="LiveId" clId="{250BA3F6-20AF-224D-A224-3EE43FDC11EA}" dt="2022-11-05T15:44:41.155" v="1445"/>
          <ac:spMkLst>
            <pc:docMk/>
            <pc:sldMk cId="3352971447" sldId="259"/>
            <ac:spMk id="8" creationId="{976A8E41-AEA3-4F6E-CB51-EC96D2C80DBE}"/>
          </ac:spMkLst>
        </pc:spChg>
        <pc:spChg chg="mod">
          <ac:chgData name="One Skill" userId="8d49c830ac36a521" providerId="LiveId" clId="{250BA3F6-20AF-224D-A224-3EE43FDC11EA}" dt="2022-11-05T15:44:41.155" v="1445"/>
          <ac:spMkLst>
            <pc:docMk/>
            <pc:sldMk cId="3352971447" sldId="259"/>
            <ac:spMk id="9" creationId="{2D4BE70F-4FA2-5F1A-2384-594947180B88}"/>
          </ac:spMkLst>
        </pc:spChg>
        <pc:spChg chg="mod">
          <ac:chgData name="One Skill" userId="8d49c830ac36a521" providerId="LiveId" clId="{250BA3F6-20AF-224D-A224-3EE43FDC11EA}" dt="2022-11-05T15:44:41.155" v="1445"/>
          <ac:spMkLst>
            <pc:docMk/>
            <pc:sldMk cId="3352971447" sldId="259"/>
            <ac:spMk id="10" creationId="{F9AF0FDF-1A79-A3B6-CFBE-F92688C4927D}"/>
          </ac:spMkLst>
        </pc:spChg>
        <pc:spChg chg="mod">
          <ac:chgData name="One Skill" userId="8d49c830ac36a521" providerId="LiveId" clId="{250BA3F6-20AF-224D-A224-3EE43FDC11EA}" dt="2022-11-05T15:44:41.155" v="1445"/>
          <ac:spMkLst>
            <pc:docMk/>
            <pc:sldMk cId="3352971447" sldId="259"/>
            <ac:spMk id="11" creationId="{A7A48EDE-E291-FF85-EFE4-F766D2520FFE}"/>
          </ac:spMkLst>
        </pc:spChg>
        <pc:spChg chg="mod">
          <ac:chgData name="One Skill" userId="8d49c830ac36a521" providerId="LiveId" clId="{250BA3F6-20AF-224D-A224-3EE43FDC11EA}" dt="2022-11-05T15:44:41.155" v="1445"/>
          <ac:spMkLst>
            <pc:docMk/>
            <pc:sldMk cId="3352971447" sldId="259"/>
            <ac:spMk id="12" creationId="{D1779D74-9729-62B7-6D19-5818AF25701A}"/>
          </ac:spMkLst>
        </pc:spChg>
        <pc:spChg chg="mod">
          <ac:chgData name="One Skill" userId="8d49c830ac36a521" providerId="LiveId" clId="{250BA3F6-20AF-224D-A224-3EE43FDC11EA}" dt="2022-11-05T15:44:41.155" v="1445"/>
          <ac:spMkLst>
            <pc:docMk/>
            <pc:sldMk cId="3352971447" sldId="259"/>
            <ac:spMk id="13" creationId="{53327916-B6AE-6EE0-EDF3-E4196BE37ABB}"/>
          </ac:spMkLst>
        </pc:spChg>
        <pc:spChg chg="mod">
          <ac:chgData name="One Skill" userId="8d49c830ac36a521" providerId="LiveId" clId="{250BA3F6-20AF-224D-A224-3EE43FDC11EA}" dt="2022-11-05T15:44:41.155" v="1445"/>
          <ac:spMkLst>
            <pc:docMk/>
            <pc:sldMk cId="3352971447" sldId="259"/>
            <ac:spMk id="14" creationId="{8FA71E9B-9032-7E80-C910-0A58342D832C}"/>
          </ac:spMkLst>
        </pc:spChg>
        <pc:spChg chg="mod">
          <ac:chgData name="One Skill" userId="8d49c830ac36a521" providerId="LiveId" clId="{250BA3F6-20AF-224D-A224-3EE43FDC11EA}" dt="2022-11-05T15:44:41.155" v="1445"/>
          <ac:spMkLst>
            <pc:docMk/>
            <pc:sldMk cId="3352971447" sldId="259"/>
            <ac:spMk id="15" creationId="{1ED9CF3B-7B5A-1FE1-5039-29B8BECC12EE}"/>
          </ac:spMkLst>
        </pc:spChg>
        <pc:spChg chg="add del mod">
          <ac:chgData name="One Skill" userId="8d49c830ac36a521" providerId="LiveId" clId="{250BA3F6-20AF-224D-A224-3EE43FDC11EA}" dt="2022-11-05T18:44:17.735" v="4301" actId="478"/>
          <ac:spMkLst>
            <pc:docMk/>
            <pc:sldMk cId="3352971447" sldId="259"/>
            <ac:spMk id="16" creationId="{B94A89FB-A04A-380B-349F-D5AB4E3C8EE0}"/>
          </ac:spMkLst>
        </pc:spChg>
        <pc:spChg chg="add del mod">
          <ac:chgData name="One Skill" userId="8d49c830ac36a521" providerId="LiveId" clId="{250BA3F6-20AF-224D-A224-3EE43FDC11EA}" dt="2022-11-05T16:07:24.912" v="1893" actId="478"/>
          <ac:spMkLst>
            <pc:docMk/>
            <pc:sldMk cId="3352971447" sldId="259"/>
            <ac:spMk id="17" creationId="{39B8665C-AA8F-2EA5-CBE1-18F4994A9FCD}"/>
          </ac:spMkLst>
        </pc:spChg>
        <pc:spChg chg="add del mod">
          <ac:chgData name="One Skill" userId="8d49c830ac36a521" providerId="LiveId" clId="{250BA3F6-20AF-224D-A224-3EE43FDC11EA}" dt="2022-11-05T18:44:17.735" v="4301" actId="478"/>
          <ac:spMkLst>
            <pc:docMk/>
            <pc:sldMk cId="3352971447" sldId="259"/>
            <ac:spMk id="22" creationId="{4FE1AB8F-82F6-22E4-46DA-6D233AEC4915}"/>
          </ac:spMkLst>
        </pc:spChg>
        <pc:spChg chg="add del mod">
          <ac:chgData name="One Skill" userId="8d49c830ac36a521" providerId="LiveId" clId="{250BA3F6-20AF-224D-A224-3EE43FDC11EA}" dt="2022-11-05T14:12:06.054" v="335" actId="21"/>
          <ac:spMkLst>
            <pc:docMk/>
            <pc:sldMk cId="3352971447" sldId="259"/>
            <ac:spMk id="22" creationId="{870C8955-B34B-E11F-F9FB-09988D02F68C}"/>
          </ac:spMkLst>
        </pc:spChg>
        <pc:spChg chg="add del mod">
          <ac:chgData name="One Skill" userId="8d49c830ac36a521" providerId="LiveId" clId="{250BA3F6-20AF-224D-A224-3EE43FDC11EA}" dt="2022-11-05T15:00:30.096" v="598" actId="478"/>
          <ac:spMkLst>
            <pc:docMk/>
            <pc:sldMk cId="3352971447" sldId="259"/>
            <ac:spMk id="23" creationId="{AB25433F-7173-048A-955D-4D08F1B1EFAD}"/>
          </ac:spMkLst>
        </pc:spChg>
        <pc:spChg chg="mod">
          <ac:chgData name="One Skill" userId="8d49c830ac36a521" providerId="LiveId" clId="{250BA3F6-20AF-224D-A224-3EE43FDC11EA}" dt="2022-11-05T14:29:06.490" v="554" actId="108"/>
          <ac:spMkLst>
            <pc:docMk/>
            <pc:sldMk cId="3352971447" sldId="259"/>
            <ac:spMk id="27" creationId="{32E4D665-3502-4C30-B2FE-B66B01BDB4AE}"/>
          </ac:spMkLst>
        </pc:spChg>
        <pc:spChg chg="mod">
          <ac:chgData name="One Skill" userId="8d49c830ac36a521" providerId="LiveId" clId="{250BA3F6-20AF-224D-A224-3EE43FDC11EA}" dt="2022-11-05T14:29:06.490" v="554" actId="108"/>
          <ac:spMkLst>
            <pc:docMk/>
            <pc:sldMk cId="3352971447" sldId="259"/>
            <ac:spMk id="28" creationId="{5BA84914-F361-7C1A-5F7C-A35BD80E5039}"/>
          </ac:spMkLst>
        </pc:spChg>
        <pc:spChg chg="mod">
          <ac:chgData name="One Skill" userId="8d49c830ac36a521" providerId="LiveId" clId="{250BA3F6-20AF-224D-A224-3EE43FDC11EA}" dt="2022-11-05T14:29:06.490" v="554" actId="108"/>
          <ac:spMkLst>
            <pc:docMk/>
            <pc:sldMk cId="3352971447" sldId="259"/>
            <ac:spMk id="29" creationId="{D030C77E-3AE5-0159-8997-5EA201B79CFA}"/>
          </ac:spMkLst>
        </pc:spChg>
        <pc:spChg chg="mod">
          <ac:chgData name="One Skill" userId="8d49c830ac36a521" providerId="LiveId" clId="{250BA3F6-20AF-224D-A224-3EE43FDC11EA}" dt="2022-11-05T14:29:06.490" v="554" actId="108"/>
          <ac:spMkLst>
            <pc:docMk/>
            <pc:sldMk cId="3352971447" sldId="259"/>
            <ac:spMk id="30" creationId="{215A7484-3A5A-804A-5CDA-B9C0B754706D}"/>
          </ac:spMkLst>
        </pc:spChg>
        <pc:spChg chg="mod">
          <ac:chgData name="One Skill" userId="8d49c830ac36a521" providerId="LiveId" clId="{250BA3F6-20AF-224D-A224-3EE43FDC11EA}" dt="2022-11-05T14:29:06.490" v="554" actId="108"/>
          <ac:spMkLst>
            <pc:docMk/>
            <pc:sldMk cId="3352971447" sldId="259"/>
            <ac:spMk id="31" creationId="{127DAE1A-3417-2E1E-60C6-1008E0043707}"/>
          </ac:spMkLst>
        </pc:spChg>
        <pc:spChg chg="mod">
          <ac:chgData name="One Skill" userId="8d49c830ac36a521" providerId="LiveId" clId="{250BA3F6-20AF-224D-A224-3EE43FDC11EA}" dt="2022-11-05T14:29:06.490" v="554" actId="108"/>
          <ac:spMkLst>
            <pc:docMk/>
            <pc:sldMk cId="3352971447" sldId="259"/>
            <ac:spMk id="32" creationId="{FA14B071-C3C8-D46F-349A-BE07C8E67079}"/>
          </ac:spMkLst>
        </pc:spChg>
        <pc:spChg chg="mod">
          <ac:chgData name="One Skill" userId="8d49c830ac36a521" providerId="LiveId" clId="{250BA3F6-20AF-224D-A224-3EE43FDC11EA}" dt="2022-11-05T14:29:06.490" v="554" actId="108"/>
          <ac:spMkLst>
            <pc:docMk/>
            <pc:sldMk cId="3352971447" sldId="259"/>
            <ac:spMk id="33" creationId="{BCF3DBF0-A040-7140-A5B1-7FFA314F2A73}"/>
          </ac:spMkLst>
        </pc:spChg>
        <pc:spChg chg="mod">
          <ac:chgData name="One Skill" userId="8d49c830ac36a521" providerId="LiveId" clId="{250BA3F6-20AF-224D-A224-3EE43FDC11EA}" dt="2022-11-05T14:29:06.490" v="554" actId="108"/>
          <ac:spMkLst>
            <pc:docMk/>
            <pc:sldMk cId="3352971447" sldId="259"/>
            <ac:spMk id="34" creationId="{BE21E3C5-FFA4-93B3-11ED-B647C6746C8D}"/>
          </ac:spMkLst>
        </pc:spChg>
        <pc:spChg chg="mod">
          <ac:chgData name="One Skill" userId="8d49c830ac36a521" providerId="LiveId" clId="{250BA3F6-20AF-224D-A224-3EE43FDC11EA}" dt="2022-11-05T14:29:06.490" v="554" actId="108"/>
          <ac:spMkLst>
            <pc:docMk/>
            <pc:sldMk cId="3352971447" sldId="259"/>
            <ac:spMk id="35" creationId="{A72F3BAA-93C9-1412-485B-8FF5D369E7A2}"/>
          </ac:spMkLst>
        </pc:spChg>
        <pc:spChg chg="mod">
          <ac:chgData name="One Skill" userId="8d49c830ac36a521" providerId="LiveId" clId="{250BA3F6-20AF-224D-A224-3EE43FDC11EA}" dt="2022-11-05T14:29:06.490" v="554" actId="108"/>
          <ac:spMkLst>
            <pc:docMk/>
            <pc:sldMk cId="3352971447" sldId="259"/>
            <ac:spMk id="36" creationId="{ED42C8DC-74CE-EF99-EA96-BAF3B2FC0BC2}"/>
          </ac:spMkLst>
        </pc:spChg>
        <pc:spChg chg="mod">
          <ac:chgData name="One Skill" userId="8d49c830ac36a521" providerId="LiveId" clId="{250BA3F6-20AF-224D-A224-3EE43FDC11EA}" dt="2022-11-05T14:29:06.490" v="554" actId="108"/>
          <ac:spMkLst>
            <pc:docMk/>
            <pc:sldMk cId="3352971447" sldId="259"/>
            <ac:spMk id="37" creationId="{ABD6A03E-1891-0206-67EA-7662778E2DC6}"/>
          </ac:spMkLst>
        </pc:spChg>
        <pc:spChg chg="mod">
          <ac:chgData name="One Skill" userId="8d49c830ac36a521" providerId="LiveId" clId="{250BA3F6-20AF-224D-A224-3EE43FDC11EA}" dt="2022-11-05T14:29:06.490" v="554" actId="108"/>
          <ac:spMkLst>
            <pc:docMk/>
            <pc:sldMk cId="3352971447" sldId="259"/>
            <ac:spMk id="38" creationId="{845B49CB-F382-7C2D-081C-07B6642C9EEB}"/>
          </ac:spMkLst>
        </pc:spChg>
        <pc:spChg chg="mod">
          <ac:chgData name="One Skill" userId="8d49c830ac36a521" providerId="LiveId" clId="{250BA3F6-20AF-224D-A224-3EE43FDC11EA}" dt="2022-11-05T14:29:06.490" v="554" actId="108"/>
          <ac:spMkLst>
            <pc:docMk/>
            <pc:sldMk cId="3352971447" sldId="259"/>
            <ac:spMk id="39" creationId="{61F3924F-095E-F368-DC6E-4AA77AFB6DC4}"/>
          </ac:spMkLst>
        </pc:spChg>
        <pc:spChg chg="mod">
          <ac:chgData name="One Skill" userId="8d49c830ac36a521" providerId="LiveId" clId="{250BA3F6-20AF-224D-A224-3EE43FDC11EA}" dt="2022-11-05T14:29:06.490" v="554" actId="108"/>
          <ac:spMkLst>
            <pc:docMk/>
            <pc:sldMk cId="3352971447" sldId="259"/>
            <ac:spMk id="40" creationId="{250475D7-C395-3E0B-74D3-7A96A906AA74}"/>
          </ac:spMkLst>
        </pc:spChg>
        <pc:spChg chg="mod">
          <ac:chgData name="One Skill" userId="8d49c830ac36a521" providerId="LiveId" clId="{250BA3F6-20AF-224D-A224-3EE43FDC11EA}" dt="2022-11-05T14:29:06.490" v="554" actId="108"/>
          <ac:spMkLst>
            <pc:docMk/>
            <pc:sldMk cId="3352971447" sldId="259"/>
            <ac:spMk id="41" creationId="{7ABED1B2-0D09-90C2-F3A1-F13390C83934}"/>
          </ac:spMkLst>
        </pc:spChg>
        <pc:spChg chg="mod">
          <ac:chgData name="One Skill" userId="8d49c830ac36a521" providerId="LiveId" clId="{250BA3F6-20AF-224D-A224-3EE43FDC11EA}" dt="2022-11-05T14:29:06.490" v="554" actId="108"/>
          <ac:spMkLst>
            <pc:docMk/>
            <pc:sldMk cId="3352971447" sldId="259"/>
            <ac:spMk id="42" creationId="{5C280046-8897-E4C0-FAD3-837DC5CA3B5B}"/>
          </ac:spMkLst>
        </pc:spChg>
        <pc:spChg chg="mod">
          <ac:chgData name="One Skill" userId="8d49c830ac36a521" providerId="LiveId" clId="{250BA3F6-20AF-224D-A224-3EE43FDC11EA}" dt="2022-11-05T14:29:06.490" v="554" actId="108"/>
          <ac:spMkLst>
            <pc:docMk/>
            <pc:sldMk cId="3352971447" sldId="259"/>
            <ac:spMk id="43" creationId="{D9CF7652-78BF-1090-A115-D2830588A041}"/>
          </ac:spMkLst>
        </pc:spChg>
        <pc:spChg chg="mod">
          <ac:chgData name="One Skill" userId="8d49c830ac36a521" providerId="LiveId" clId="{250BA3F6-20AF-224D-A224-3EE43FDC11EA}" dt="2022-11-05T14:29:06.490" v="554" actId="108"/>
          <ac:spMkLst>
            <pc:docMk/>
            <pc:sldMk cId="3352971447" sldId="259"/>
            <ac:spMk id="44" creationId="{CD13C075-BE55-4CF6-F813-FCF6FE7F408E}"/>
          </ac:spMkLst>
        </pc:spChg>
        <pc:spChg chg="mod">
          <ac:chgData name="One Skill" userId="8d49c830ac36a521" providerId="LiveId" clId="{250BA3F6-20AF-224D-A224-3EE43FDC11EA}" dt="2022-11-05T14:29:06.490" v="554" actId="108"/>
          <ac:spMkLst>
            <pc:docMk/>
            <pc:sldMk cId="3352971447" sldId="259"/>
            <ac:spMk id="45" creationId="{D1EFBAF3-2195-6D3F-5411-B2DFEA3FADBE}"/>
          </ac:spMkLst>
        </pc:spChg>
        <pc:spChg chg="mod">
          <ac:chgData name="One Skill" userId="8d49c830ac36a521" providerId="LiveId" clId="{250BA3F6-20AF-224D-A224-3EE43FDC11EA}" dt="2022-11-05T14:29:06.490" v="554" actId="108"/>
          <ac:spMkLst>
            <pc:docMk/>
            <pc:sldMk cId="3352971447" sldId="259"/>
            <ac:spMk id="46" creationId="{6F9A4E4E-8201-4CBF-EB15-3607DCAE6301}"/>
          </ac:spMkLst>
        </pc:spChg>
        <pc:spChg chg="del mod topLvl">
          <ac:chgData name="One Skill" userId="8d49c830ac36a521" providerId="LiveId" clId="{250BA3F6-20AF-224D-A224-3EE43FDC11EA}" dt="2022-11-05T14:51:44.890" v="565" actId="478"/>
          <ac:spMkLst>
            <pc:docMk/>
            <pc:sldMk cId="3352971447" sldId="259"/>
            <ac:spMk id="48" creationId="{1141F236-13A8-3A74-1A39-7012DD1EF82B}"/>
          </ac:spMkLst>
        </pc:spChg>
        <pc:spChg chg="add del mod">
          <ac:chgData name="One Skill" userId="8d49c830ac36a521" providerId="LiveId" clId="{250BA3F6-20AF-224D-A224-3EE43FDC11EA}" dt="2022-11-05T16:38:46.083" v="3606" actId="478"/>
          <ac:spMkLst>
            <pc:docMk/>
            <pc:sldMk cId="3352971447" sldId="259"/>
            <ac:spMk id="48" creationId="{588BB75F-DDD4-346C-5F1C-D1E3D8651A99}"/>
          </ac:spMkLst>
        </pc:spChg>
        <pc:spChg chg="add mod">
          <ac:chgData name="One Skill" userId="8d49c830ac36a521" providerId="LiveId" clId="{250BA3F6-20AF-224D-A224-3EE43FDC11EA}" dt="2022-11-05T18:44:18.253" v="4302"/>
          <ac:spMkLst>
            <pc:docMk/>
            <pc:sldMk cId="3352971447" sldId="259"/>
            <ac:spMk id="49" creationId="{3932172C-66E9-58B8-97EF-9F6EFF910C42}"/>
          </ac:spMkLst>
        </pc:spChg>
        <pc:spChg chg="del mod topLvl">
          <ac:chgData name="One Skill" userId="8d49c830ac36a521" providerId="LiveId" clId="{250BA3F6-20AF-224D-A224-3EE43FDC11EA}" dt="2022-11-05T14:51:44.890" v="565" actId="478"/>
          <ac:spMkLst>
            <pc:docMk/>
            <pc:sldMk cId="3352971447" sldId="259"/>
            <ac:spMk id="50" creationId="{1524C188-29FC-E818-EF3C-CD0450ABD6D5}"/>
          </ac:spMkLst>
        </pc:spChg>
        <pc:spChg chg="add del mod">
          <ac:chgData name="One Skill" userId="8d49c830ac36a521" providerId="LiveId" clId="{250BA3F6-20AF-224D-A224-3EE43FDC11EA}" dt="2022-11-05T19:01:06.736" v="4473" actId="478"/>
          <ac:spMkLst>
            <pc:docMk/>
            <pc:sldMk cId="3352971447" sldId="259"/>
            <ac:spMk id="50" creationId="{911B31EB-D372-6ABB-41E2-8EBA39F6D9B1}"/>
          </ac:spMkLst>
        </pc:spChg>
        <pc:spChg chg="del mod topLvl">
          <ac:chgData name="One Skill" userId="8d49c830ac36a521" providerId="LiveId" clId="{250BA3F6-20AF-224D-A224-3EE43FDC11EA}" dt="2022-11-05T14:28:12.956" v="543" actId="478"/>
          <ac:spMkLst>
            <pc:docMk/>
            <pc:sldMk cId="3352971447" sldId="259"/>
            <ac:spMk id="51" creationId="{FE2C2E0B-D94B-41FE-8655-814BD6C7AFEC}"/>
          </ac:spMkLst>
        </pc:spChg>
        <pc:spChg chg="mod">
          <ac:chgData name="One Skill" userId="8d49c830ac36a521" providerId="LiveId" clId="{250BA3F6-20AF-224D-A224-3EE43FDC11EA}" dt="2022-11-05T20:12:49.026" v="5253" actId="14100"/>
          <ac:spMkLst>
            <pc:docMk/>
            <pc:sldMk cId="3352971447" sldId="259"/>
            <ac:spMk id="52" creationId="{C88AFB70-C84A-42EB-3D61-A4384B962BF7}"/>
          </ac:spMkLst>
        </pc:spChg>
        <pc:spChg chg="add del mod">
          <ac:chgData name="One Skill" userId="8d49c830ac36a521" providerId="LiveId" clId="{250BA3F6-20AF-224D-A224-3EE43FDC11EA}" dt="2022-11-05T14:51:44.890" v="565" actId="478"/>
          <ac:spMkLst>
            <pc:docMk/>
            <pc:sldMk cId="3352971447" sldId="259"/>
            <ac:spMk id="53" creationId="{664FFDFE-A166-E3DD-4A58-3942B8AE2D96}"/>
          </ac:spMkLst>
        </pc:spChg>
        <pc:spChg chg="mod">
          <ac:chgData name="One Skill" userId="8d49c830ac36a521" providerId="LiveId" clId="{250BA3F6-20AF-224D-A224-3EE43FDC11EA}" dt="2022-11-05T20:03:13.433" v="5180"/>
          <ac:spMkLst>
            <pc:docMk/>
            <pc:sldMk cId="3352971447" sldId="259"/>
            <ac:spMk id="53" creationId="{D6DE1424-2727-BCFE-80C1-78DA46A2105E}"/>
          </ac:spMkLst>
        </pc:spChg>
        <pc:spChg chg="mod">
          <ac:chgData name="One Skill" userId="8d49c830ac36a521" providerId="LiveId" clId="{250BA3F6-20AF-224D-A224-3EE43FDC11EA}" dt="2022-11-05T20:03:13.433" v="5180"/>
          <ac:spMkLst>
            <pc:docMk/>
            <pc:sldMk cId="3352971447" sldId="259"/>
            <ac:spMk id="54" creationId="{2D420FBC-A0A5-BAB0-55C1-BDCAAD9734D7}"/>
          </ac:spMkLst>
        </pc:spChg>
        <pc:spChg chg="mod">
          <ac:chgData name="One Skill" userId="8d49c830ac36a521" providerId="LiveId" clId="{250BA3F6-20AF-224D-A224-3EE43FDC11EA}" dt="2022-11-05T20:03:13.433" v="5180"/>
          <ac:spMkLst>
            <pc:docMk/>
            <pc:sldMk cId="3352971447" sldId="259"/>
            <ac:spMk id="60" creationId="{D8DAF28D-E231-D65A-CEB1-1A78E3180C37}"/>
          </ac:spMkLst>
        </pc:spChg>
        <pc:spChg chg="mod">
          <ac:chgData name="One Skill" userId="8d49c830ac36a521" providerId="LiveId" clId="{250BA3F6-20AF-224D-A224-3EE43FDC11EA}" dt="2022-11-05T20:03:13.433" v="5180"/>
          <ac:spMkLst>
            <pc:docMk/>
            <pc:sldMk cId="3352971447" sldId="259"/>
            <ac:spMk id="61" creationId="{823A9E92-4871-C105-5FFC-DF23C05214D5}"/>
          </ac:spMkLst>
        </pc:spChg>
        <pc:spChg chg="mod">
          <ac:chgData name="One Skill" userId="8d49c830ac36a521" providerId="LiveId" clId="{250BA3F6-20AF-224D-A224-3EE43FDC11EA}" dt="2022-11-05T20:03:13.433" v="5180"/>
          <ac:spMkLst>
            <pc:docMk/>
            <pc:sldMk cId="3352971447" sldId="259"/>
            <ac:spMk id="62" creationId="{A60C2453-917B-C883-7533-5457E728A0C7}"/>
          </ac:spMkLst>
        </pc:spChg>
        <pc:spChg chg="mod">
          <ac:chgData name="One Skill" userId="8d49c830ac36a521" providerId="LiveId" clId="{250BA3F6-20AF-224D-A224-3EE43FDC11EA}" dt="2022-11-05T20:03:13.433" v="5180"/>
          <ac:spMkLst>
            <pc:docMk/>
            <pc:sldMk cId="3352971447" sldId="259"/>
            <ac:spMk id="63" creationId="{028EA253-AC97-9F27-CAA4-EF5B2C1747C5}"/>
          </ac:spMkLst>
        </pc:spChg>
        <pc:spChg chg="mod">
          <ac:chgData name="One Skill" userId="8d49c830ac36a521" providerId="LiveId" clId="{250BA3F6-20AF-224D-A224-3EE43FDC11EA}" dt="2022-11-05T20:03:13.433" v="5180"/>
          <ac:spMkLst>
            <pc:docMk/>
            <pc:sldMk cId="3352971447" sldId="259"/>
            <ac:spMk id="64" creationId="{43060E11-36B3-EBFD-1CA7-F0032A568729}"/>
          </ac:spMkLst>
        </pc:spChg>
        <pc:spChg chg="mod">
          <ac:chgData name="One Skill" userId="8d49c830ac36a521" providerId="LiveId" clId="{250BA3F6-20AF-224D-A224-3EE43FDC11EA}" dt="2022-11-05T20:03:13.433" v="5180"/>
          <ac:spMkLst>
            <pc:docMk/>
            <pc:sldMk cId="3352971447" sldId="259"/>
            <ac:spMk id="65" creationId="{908C9B68-71E6-1BBD-A39C-03B1E2CB27CF}"/>
          </ac:spMkLst>
        </pc:spChg>
        <pc:spChg chg="mod">
          <ac:chgData name="One Skill" userId="8d49c830ac36a521" providerId="LiveId" clId="{250BA3F6-20AF-224D-A224-3EE43FDC11EA}" dt="2022-11-05T20:03:13.433" v="5180"/>
          <ac:spMkLst>
            <pc:docMk/>
            <pc:sldMk cId="3352971447" sldId="259"/>
            <ac:spMk id="67" creationId="{4663F199-DE11-88B4-F325-B0F1D0035037}"/>
          </ac:spMkLst>
        </pc:spChg>
        <pc:spChg chg="mod">
          <ac:chgData name="One Skill" userId="8d49c830ac36a521" providerId="LiveId" clId="{250BA3F6-20AF-224D-A224-3EE43FDC11EA}" dt="2022-11-05T20:03:13.433" v="5180"/>
          <ac:spMkLst>
            <pc:docMk/>
            <pc:sldMk cId="3352971447" sldId="259"/>
            <ac:spMk id="68" creationId="{EE205D54-906C-7FDC-F465-88190E1BAC03}"/>
          </ac:spMkLst>
        </pc:spChg>
        <pc:spChg chg="mod">
          <ac:chgData name="One Skill" userId="8d49c830ac36a521" providerId="LiveId" clId="{250BA3F6-20AF-224D-A224-3EE43FDC11EA}" dt="2022-11-05T20:03:13.433" v="5180"/>
          <ac:spMkLst>
            <pc:docMk/>
            <pc:sldMk cId="3352971447" sldId="259"/>
            <ac:spMk id="69" creationId="{92A46CAB-CC3E-D3FB-6EC0-7A5916E2AE40}"/>
          </ac:spMkLst>
        </pc:spChg>
        <pc:spChg chg="mod">
          <ac:chgData name="One Skill" userId="8d49c830ac36a521" providerId="LiveId" clId="{250BA3F6-20AF-224D-A224-3EE43FDC11EA}" dt="2022-11-05T20:03:13.433" v="5180"/>
          <ac:spMkLst>
            <pc:docMk/>
            <pc:sldMk cId="3352971447" sldId="259"/>
            <ac:spMk id="71" creationId="{6176BD11-BBD1-A5D7-C0E5-7805CE320164}"/>
          </ac:spMkLst>
        </pc:spChg>
        <pc:spChg chg="mod">
          <ac:chgData name="One Skill" userId="8d49c830ac36a521" providerId="LiveId" clId="{250BA3F6-20AF-224D-A224-3EE43FDC11EA}" dt="2022-11-05T20:03:13.433" v="5180"/>
          <ac:spMkLst>
            <pc:docMk/>
            <pc:sldMk cId="3352971447" sldId="259"/>
            <ac:spMk id="72" creationId="{371DFC86-ED8C-5061-055E-901073783E42}"/>
          </ac:spMkLst>
        </pc:spChg>
        <pc:spChg chg="mod topLvl">
          <ac:chgData name="One Skill" userId="8d49c830ac36a521" providerId="LiveId" clId="{250BA3F6-20AF-224D-A224-3EE43FDC11EA}" dt="2022-11-06T08:13:26.606" v="6844" actId="14100"/>
          <ac:spMkLst>
            <pc:docMk/>
            <pc:sldMk cId="3352971447" sldId="259"/>
            <ac:spMk id="75" creationId="{ECC8BF78-95B1-1F9A-0734-4BF89A30D67E}"/>
          </ac:spMkLst>
        </pc:spChg>
        <pc:spChg chg="mod topLvl">
          <ac:chgData name="One Skill" userId="8d49c830ac36a521" providerId="LiveId" clId="{250BA3F6-20AF-224D-A224-3EE43FDC11EA}" dt="2022-11-05T20:24:27.717" v="5439" actId="164"/>
          <ac:spMkLst>
            <pc:docMk/>
            <pc:sldMk cId="3352971447" sldId="259"/>
            <ac:spMk id="76" creationId="{E636C537-679D-3EEF-F368-CB560D0630DA}"/>
          </ac:spMkLst>
        </pc:spChg>
        <pc:spChg chg="mod topLvl">
          <ac:chgData name="One Skill" userId="8d49c830ac36a521" providerId="LiveId" clId="{250BA3F6-20AF-224D-A224-3EE43FDC11EA}" dt="2022-11-05T20:24:27.717" v="5439" actId="164"/>
          <ac:spMkLst>
            <pc:docMk/>
            <pc:sldMk cId="3352971447" sldId="259"/>
            <ac:spMk id="77" creationId="{9160CAA7-FBD9-1483-716A-77C966384608}"/>
          </ac:spMkLst>
        </pc:spChg>
        <pc:spChg chg="mod topLvl">
          <ac:chgData name="One Skill" userId="8d49c830ac36a521" providerId="LiveId" clId="{250BA3F6-20AF-224D-A224-3EE43FDC11EA}" dt="2022-11-05T20:24:27.717" v="5439" actId="164"/>
          <ac:spMkLst>
            <pc:docMk/>
            <pc:sldMk cId="3352971447" sldId="259"/>
            <ac:spMk id="78" creationId="{745A8F62-F59B-0CEF-3D8D-B96270E9C79A}"/>
          </ac:spMkLst>
        </pc:spChg>
        <pc:spChg chg="mod topLvl">
          <ac:chgData name="One Skill" userId="8d49c830ac36a521" providerId="LiveId" clId="{250BA3F6-20AF-224D-A224-3EE43FDC11EA}" dt="2022-11-05T20:24:27.717" v="5439" actId="164"/>
          <ac:spMkLst>
            <pc:docMk/>
            <pc:sldMk cId="3352971447" sldId="259"/>
            <ac:spMk id="79" creationId="{0E0598C7-9539-EFE9-5537-1EDEBFE3950F}"/>
          </ac:spMkLst>
        </pc:spChg>
        <pc:spChg chg="mod topLvl">
          <ac:chgData name="One Skill" userId="8d49c830ac36a521" providerId="LiveId" clId="{250BA3F6-20AF-224D-A224-3EE43FDC11EA}" dt="2022-11-05T20:24:27.717" v="5439" actId="164"/>
          <ac:spMkLst>
            <pc:docMk/>
            <pc:sldMk cId="3352971447" sldId="259"/>
            <ac:spMk id="80" creationId="{B54E6D70-A24E-100C-B1B9-AB1D7BB4FE9E}"/>
          </ac:spMkLst>
        </pc:spChg>
        <pc:spChg chg="mod topLvl">
          <ac:chgData name="One Skill" userId="8d49c830ac36a521" providerId="LiveId" clId="{250BA3F6-20AF-224D-A224-3EE43FDC11EA}" dt="2022-11-05T20:21:58.905" v="5362"/>
          <ac:spMkLst>
            <pc:docMk/>
            <pc:sldMk cId="3352971447" sldId="259"/>
            <ac:spMk id="81" creationId="{49C94653-85C6-9F7C-494D-C4353A439EC5}"/>
          </ac:spMkLst>
        </pc:spChg>
        <pc:spChg chg="mod topLvl">
          <ac:chgData name="One Skill" userId="8d49c830ac36a521" providerId="LiveId" clId="{250BA3F6-20AF-224D-A224-3EE43FDC11EA}" dt="2022-11-05T20:17:16.340" v="5276" actId="164"/>
          <ac:spMkLst>
            <pc:docMk/>
            <pc:sldMk cId="3352971447" sldId="259"/>
            <ac:spMk id="82" creationId="{D1447006-A4B9-74D8-8804-DEB9A50278EF}"/>
          </ac:spMkLst>
        </pc:spChg>
        <pc:spChg chg="mod topLvl">
          <ac:chgData name="One Skill" userId="8d49c830ac36a521" providerId="LiveId" clId="{250BA3F6-20AF-224D-A224-3EE43FDC11EA}" dt="2022-11-05T20:18:25.640" v="5311" actId="20577"/>
          <ac:spMkLst>
            <pc:docMk/>
            <pc:sldMk cId="3352971447" sldId="259"/>
            <ac:spMk id="83" creationId="{7BAA5A3B-22F6-0DE5-A612-499C43874860}"/>
          </ac:spMkLst>
        </pc:spChg>
        <pc:spChg chg="mod topLvl">
          <ac:chgData name="One Skill" userId="8d49c830ac36a521" providerId="LiveId" clId="{250BA3F6-20AF-224D-A224-3EE43FDC11EA}" dt="2022-11-05T20:18:32.128" v="5315" actId="20577"/>
          <ac:spMkLst>
            <pc:docMk/>
            <pc:sldMk cId="3352971447" sldId="259"/>
            <ac:spMk id="84" creationId="{055A7535-6C93-A586-AE5D-DA65FC78405D}"/>
          </ac:spMkLst>
        </pc:spChg>
        <pc:spChg chg="mod topLvl">
          <ac:chgData name="One Skill" userId="8d49c830ac36a521" providerId="LiveId" clId="{250BA3F6-20AF-224D-A224-3EE43FDC11EA}" dt="2022-11-05T20:24:27.717" v="5439" actId="164"/>
          <ac:spMkLst>
            <pc:docMk/>
            <pc:sldMk cId="3352971447" sldId="259"/>
            <ac:spMk id="85" creationId="{698AA242-44EC-064E-3EDE-5E97E123D57D}"/>
          </ac:spMkLst>
        </pc:spChg>
        <pc:spChg chg="add mod">
          <ac:chgData name="One Skill" userId="8d49c830ac36a521" providerId="LiveId" clId="{250BA3F6-20AF-224D-A224-3EE43FDC11EA}" dt="2022-11-05T20:06:06.601" v="5207" actId="14100"/>
          <ac:spMkLst>
            <pc:docMk/>
            <pc:sldMk cId="3352971447" sldId="259"/>
            <ac:spMk id="86" creationId="{28B9C78E-C1E9-87A2-563E-7799BF85FA19}"/>
          </ac:spMkLst>
        </pc:spChg>
        <pc:spChg chg="add mod">
          <ac:chgData name="One Skill" userId="8d49c830ac36a521" providerId="LiveId" clId="{250BA3F6-20AF-224D-A224-3EE43FDC11EA}" dt="2022-11-05T20:14:54.638" v="5267" actId="555"/>
          <ac:spMkLst>
            <pc:docMk/>
            <pc:sldMk cId="3352971447" sldId="259"/>
            <ac:spMk id="87" creationId="{D452D1D0-C076-2D50-A59F-F5D563BE1FD7}"/>
          </ac:spMkLst>
        </pc:spChg>
        <pc:spChg chg="add mod">
          <ac:chgData name="One Skill" userId="8d49c830ac36a521" providerId="LiveId" clId="{250BA3F6-20AF-224D-A224-3EE43FDC11EA}" dt="2022-11-05T20:14:54.638" v="5267" actId="555"/>
          <ac:spMkLst>
            <pc:docMk/>
            <pc:sldMk cId="3352971447" sldId="259"/>
            <ac:spMk id="88" creationId="{027ED151-FAB3-0268-A143-E3A07B7F3C38}"/>
          </ac:spMkLst>
        </pc:spChg>
        <pc:spChg chg="add del mod">
          <ac:chgData name="One Skill" userId="8d49c830ac36a521" providerId="LiveId" clId="{250BA3F6-20AF-224D-A224-3EE43FDC11EA}" dt="2022-11-05T20:05:36.292" v="5204" actId="478"/>
          <ac:spMkLst>
            <pc:docMk/>
            <pc:sldMk cId="3352971447" sldId="259"/>
            <ac:spMk id="89" creationId="{85F481A7-9C85-44AE-01FA-7B61BF2FCE84}"/>
          </ac:spMkLst>
        </pc:spChg>
        <pc:spChg chg="mod topLvl">
          <ac:chgData name="One Skill" userId="8d49c830ac36a521" providerId="LiveId" clId="{250BA3F6-20AF-224D-A224-3EE43FDC11EA}" dt="2022-11-05T20:07:27.222" v="5228" actId="164"/>
          <ac:spMkLst>
            <pc:docMk/>
            <pc:sldMk cId="3352971447" sldId="259"/>
            <ac:spMk id="91" creationId="{A2154279-1577-A591-A5AC-C0DADE93C66E}"/>
          </ac:spMkLst>
        </pc:spChg>
        <pc:spChg chg="mod topLvl">
          <ac:chgData name="One Skill" userId="8d49c830ac36a521" providerId="LiveId" clId="{250BA3F6-20AF-224D-A224-3EE43FDC11EA}" dt="2022-11-05T20:07:27.222" v="5228" actId="164"/>
          <ac:spMkLst>
            <pc:docMk/>
            <pc:sldMk cId="3352971447" sldId="259"/>
            <ac:spMk id="92" creationId="{5827D99F-7A9B-4DFB-AF55-417645D74202}"/>
          </ac:spMkLst>
        </pc:spChg>
        <pc:spChg chg="mod">
          <ac:chgData name="One Skill" userId="8d49c830ac36a521" providerId="LiveId" clId="{250BA3F6-20AF-224D-A224-3EE43FDC11EA}" dt="2022-11-05T20:07:16.756" v="5226" actId="165"/>
          <ac:spMkLst>
            <pc:docMk/>
            <pc:sldMk cId="3352971447" sldId="259"/>
            <ac:spMk id="94" creationId="{2B20F270-2CAB-6FD9-268C-15347426C870}"/>
          </ac:spMkLst>
        </pc:spChg>
        <pc:spChg chg="mod">
          <ac:chgData name="One Skill" userId="8d49c830ac36a521" providerId="LiveId" clId="{250BA3F6-20AF-224D-A224-3EE43FDC11EA}" dt="2022-11-05T20:07:16.756" v="5226" actId="165"/>
          <ac:spMkLst>
            <pc:docMk/>
            <pc:sldMk cId="3352971447" sldId="259"/>
            <ac:spMk id="95" creationId="{ADCBFE6F-24BC-669C-48EE-7645C9EB1A98}"/>
          </ac:spMkLst>
        </pc:spChg>
        <pc:spChg chg="mod">
          <ac:chgData name="One Skill" userId="8d49c830ac36a521" providerId="LiveId" clId="{250BA3F6-20AF-224D-A224-3EE43FDC11EA}" dt="2022-11-05T20:07:16.756" v="5226" actId="165"/>
          <ac:spMkLst>
            <pc:docMk/>
            <pc:sldMk cId="3352971447" sldId="259"/>
            <ac:spMk id="96" creationId="{8203F2E1-F58B-668C-D8B4-E780B0E13E41}"/>
          </ac:spMkLst>
        </pc:spChg>
        <pc:spChg chg="add mod">
          <ac:chgData name="One Skill" userId="8d49c830ac36a521" providerId="LiveId" clId="{250BA3F6-20AF-224D-A224-3EE43FDC11EA}" dt="2022-11-05T20:12:42.939" v="5252" actId="1076"/>
          <ac:spMkLst>
            <pc:docMk/>
            <pc:sldMk cId="3352971447" sldId="259"/>
            <ac:spMk id="98" creationId="{7E467273-46F3-5161-2611-F583CA71C6B4}"/>
          </ac:spMkLst>
        </pc:spChg>
        <pc:spChg chg="add mod">
          <ac:chgData name="One Skill" userId="8d49c830ac36a521" providerId="LiveId" clId="{250BA3F6-20AF-224D-A224-3EE43FDC11EA}" dt="2022-11-05T20:12:42.939" v="5252" actId="1076"/>
          <ac:spMkLst>
            <pc:docMk/>
            <pc:sldMk cId="3352971447" sldId="259"/>
            <ac:spMk id="99" creationId="{5A840281-0063-930D-6268-3282DEAF3EE0}"/>
          </ac:spMkLst>
        </pc:spChg>
        <pc:spChg chg="add mod">
          <ac:chgData name="One Skill" userId="8d49c830ac36a521" providerId="LiveId" clId="{250BA3F6-20AF-224D-A224-3EE43FDC11EA}" dt="2022-11-05T20:12:42.939" v="5252" actId="1076"/>
          <ac:spMkLst>
            <pc:docMk/>
            <pc:sldMk cId="3352971447" sldId="259"/>
            <ac:spMk id="100" creationId="{E4035B76-437A-BDAF-083F-E3C4B237424B}"/>
          </ac:spMkLst>
        </pc:spChg>
        <pc:spChg chg="mod topLvl">
          <ac:chgData name="One Skill" userId="8d49c830ac36a521" providerId="LiveId" clId="{250BA3F6-20AF-224D-A224-3EE43FDC11EA}" dt="2022-11-05T20:13:47.614" v="5259" actId="165"/>
          <ac:spMkLst>
            <pc:docMk/>
            <pc:sldMk cId="3352971447" sldId="259"/>
            <ac:spMk id="103" creationId="{2AEA614E-EB26-D9DE-77AA-C0437C7B4B1E}"/>
          </ac:spMkLst>
        </pc:spChg>
        <pc:spChg chg="mod topLvl">
          <ac:chgData name="One Skill" userId="8d49c830ac36a521" providerId="LiveId" clId="{250BA3F6-20AF-224D-A224-3EE43FDC11EA}" dt="2022-11-05T20:25:51.878" v="5447" actId="164"/>
          <ac:spMkLst>
            <pc:docMk/>
            <pc:sldMk cId="3352971447" sldId="259"/>
            <ac:spMk id="104" creationId="{D977BACA-0007-D8AF-969E-C55BB6012077}"/>
          </ac:spMkLst>
        </pc:spChg>
        <pc:spChg chg="mod topLvl">
          <ac:chgData name="One Skill" userId="8d49c830ac36a521" providerId="LiveId" clId="{250BA3F6-20AF-224D-A224-3EE43FDC11EA}" dt="2022-11-05T20:25:51.878" v="5447" actId="164"/>
          <ac:spMkLst>
            <pc:docMk/>
            <pc:sldMk cId="3352971447" sldId="259"/>
            <ac:spMk id="105" creationId="{95DD3F28-0199-14DD-E2DE-43EDEF9F9CB5}"/>
          </ac:spMkLst>
        </pc:spChg>
        <pc:spChg chg="mod topLvl">
          <ac:chgData name="One Skill" userId="8d49c830ac36a521" providerId="LiveId" clId="{250BA3F6-20AF-224D-A224-3EE43FDC11EA}" dt="2022-11-05T20:25:51.878" v="5447" actId="164"/>
          <ac:spMkLst>
            <pc:docMk/>
            <pc:sldMk cId="3352971447" sldId="259"/>
            <ac:spMk id="106" creationId="{D32A2EC5-6AF9-A57A-3A4C-25BEFEC9A5EC}"/>
          </ac:spMkLst>
        </pc:spChg>
        <pc:spChg chg="mod">
          <ac:chgData name="One Skill" userId="8d49c830ac36a521" providerId="LiveId" clId="{250BA3F6-20AF-224D-A224-3EE43FDC11EA}" dt="2022-11-05T20:13:47.614" v="5259" actId="165"/>
          <ac:spMkLst>
            <pc:docMk/>
            <pc:sldMk cId="3352971447" sldId="259"/>
            <ac:spMk id="111" creationId="{9C30928F-4CB2-0266-5600-68AEFA6E29EC}"/>
          </ac:spMkLst>
        </pc:spChg>
        <pc:spChg chg="mod">
          <ac:chgData name="One Skill" userId="8d49c830ac36a521" providerId="LiveId" clId="{250BA3F6-20AF-224D-A224-3EE43FDC11EA}" dt="2022-11-05T20:13:47.614" v="5259" actId="165"/>
          <ac:spMkLst>
            <pc:docMk/>
            <pc:sldMk cId="3352971447" sldId="259"/>
            <ac:spMk id="112" creationId="{FE0A0BE5-0B4D-B79C-7095-1A188271B733}"/>
          </ac:spMkLst>
        </pc:spChg>
        <pc:spChg chg="mod">
          <ac:chgData name="One Skill" userId="8d49c830ac36a521" providerId="LiveId" clId="{250BA3F6-20AF-224D-A224-3EE43FDC11EA}" dt="2022-11-05T20:13:47.614" v="5259" actId="165"/>
          <ac:spMkLst>
            <pc:docMk/>
            <pc:sldMk cId="3352971447" sldId="259"/>
            <ac:spMk id="113" creationId="{41924967-7926-518C-7D38-2F61BDAF9389}"/>
          </ac:spMkLst>
        </pc:spChg>
        <pc:spChg chg="mod">
          <ac:chgData name="One Skill" userId="8d49c830ac36a521" providerId="LiveId" clId="{250BA3F6-20AF-224D-A224-3EE43FDC11EA}" dt="2022-11-05T20:13:47.614" v="5259" actId="165"/>
          <ac:spMkLst>
            <pc:docMk/>
            <pc:sldMk cId="3352971447" sldId="259"/>
            <ac:spMk id="114" creationId="{876AE69E-F49A-4D1F-7D32-51A8A35F0B7E}"/>
          </ac:spMkLst>
        </pc:spChg>
        <pc:spChg chg="mod">
          <ac:chgData name="One Skill" userId="8d49c830ac36a521" providerId="LiveId" clId="{250BA3F6-20AF-224D-A224-3EE43FDC11EA}" dt="2022-11-05T20:13:47.614" v="5259" actId="165"/>
          <ac:spMkLst>
            <pc:docMk/>
            <pc:sldMk cId="3352971447" sldId="259"/>
            <ac:spMk id="115" creationId="{2432974D-FD24-0596-13F1-6527A92DF4F9}"/>
          </ac:spMkLst>
        </pc:spChg>
        <pc:spChg chg="mod">
          <ac:chgData name="One Skill" userId="8d49c830ac36a521" providerId="LiveId" clId="{250BA3F6-20AF-224D-A224-3EE43FDC11EA}" dt="2022-11-05T20:13:47.614" v="5259" actId="165"/>
          <ac:spMkLst>
            <pc:docMk/>
            <pc:sldMk cId="3352971447" sldId="259"/>
            <ac:spMk id="116" creationId="{0266D24D-95BE-F00F-32E8-EC24F3A083EF}"/>
          </ac:spMkLst>
        </pc:spChg>
        <pc:spChg chg="mod">
          <ac:chgData name="One Skill" userId="8d49c830ac36a521" providerId="LiveId" clId="{250BA3F6-20AF-224D-A224-3EE43FDC11EA}" dt="2022-11-05T20:13:47.614" v="5259" actId="165"/>
          <ac:spMkLst>
            <pc:docMk/>
            <pc:sldMk cId="3352971447" sldId="259"/>
            <ac:spMk id="118" creationId="{A31DA585-720F-4E0D-04A8-2CA850B5425B}"/>
          </ac:spMkLst>
        </pc:spChg>
        <pc:spChg chg="mod">
          <ac:chgData name="One Skill" userId="8d49c830ac36a521" providerId="LiveId" clId="{250BA3F6-20AF-224D-A224-3EE43FDC11EA}" dt="2022-11-05T20:13:47.614" v="5259" actId="165"/>
          <ac:spMkLst>
            <pc:docMk/>
            <pc:sldMk cId="3352971447" sldId="259"/>
            <ac:spMk id="119" creationId="{5D5B7465-C2C7-FFD8-26B6-210169D6C2EF}"/>
          </ac:spMkLst>
        </pc:spChg>
        <pc:spChg chg="mod">
          <ac:chgData name="One Skill" userId="8d49c830ac36a521" providerId="LiveId" clId="{250BA3F6-20AF-224D-A224-3EE43FDC11EA}" dt="2022-11-05T20:13:47.614" v="5259" actId="165"/>
          <ac:spMkLst>
            <pc:docMk/>
            <pc:sldMk cId="3352971447" sldId="259"/>
            <ac:spMk id="120" creationId="{7103E058-C2EB-24D8-2946-9468E9B28996}"/>
          </ac:spMkLst>
        </pc:spChg>
        <pc:spChg chg="mod">
          <ac:chgData name="One Skill" userId="8d49c830ac36a521" providerId="LiveId" clId="{250BA3F6-20AF-224D-A224-3EE43FDC11EA}" dt="2022-11-05T20:13:47.614" v="5259" actId="165"/>
          <ac:spMkLst>
            <pc:docMk/>
            <pc:sldMk cId="3352971447" sldId="259"/>
            <ac:spMk id="122" creationId="{84B27885-9C58-4CF2-D17B-53DB66C4E924}"/>
          </ac:spMkLst>
        </pc:spChg>
        <pc:spChg chg="mod">
          <ac:chgData name="One Skill" userId="8d49c830ac36a521" providerId="LiveId" clId="{250BA3F6-20AF-224D-A224-3EE43FDC11EA}" dt="2022-11-05T20:13:47.614" v="5259" actId="165"/>
          <ac:spMkLst>
            <pc:docMk/>
            <pc:sldMk cId="3352971447" sldId="259"/>
            <ac:spMk id="123" creationId="{C7947E24-8ED9-4408-ACC7-694CE464EFAC}"/>
          </ac:spMkLst>
        </pc:spChg>
        <pc:spChg chg="mod">
          <ac:chgData name="One Skill" userId="8d49c830ac36a521" providerId="LiveId" clId="{250BA3F6-20AF-224D-A224-3EE43FDC11EA}" dt="2022-11-05T20:17:00.095" v="5274"/>
          <ac:spMkLst>
            <pc:docMk/>
            <pc:sldMk cId="3352971447" sldId="259"/>
            <ac:spMk id="126" creationId="{9C371896-8EFA-F210-F3FB-06FA9DE6FB7B}"/>
          </ac:spMkLst>
        </pc:spChg>
        <pc:spChg chg="mod">
          <ac:chgData name="One Skill" userId="8d49c830ac36a521" providerId="LiveId" clId="{250BA3F6-20AF-224D-A224-3EE43FDC11EA}" dt="2022-11-05T20:17:00.095" v="5274"/>
          <ac:spMkLst>
            <pc:docMk/>
            <pc:sldMk cId="3352971447" sldId="259"/>
            <ac:spMk id="127" creationId="{BDC10C62-5290-D0EB-D289-02FCEFA850A5}"/>
          </ac:spMkLst>
        </pc:spChg>
        <pc:spChg chg="mod">
          <ac:chgData name="One Skill" userId="8d49c830ac36a521" providerId="LiveId" clId="{250BA3F6-20AF-224D-A224-3EE43FDC11EA}" dt="2022-11-05T20:17:00.095" v="5274"/>
          <ac:spMkLst>
            <pc:docMk/>
            <pc:sldMk cId="3352971447" sldId="259"/>
            <ac:spMk id="128" creationId="{D2F40552-9D50-B687-BF4E-8423F3E9470B}"/>
          </ac:spMkLst>
        </pc:spChg>
        <pc:spChg chg="mod">
          <ac:chgData name="One Skill" userId="8d49c830ac36a521" providerId="LiveId" clId="{250BA3F6-20AF-224D-A224-3EE43FDC11EA}" dt="2022-11-05T20:17:00.095" v="5274"/>
          <ac:spMkLst>
            <pc:docMk/>
            <pc:sldMk cId="3352971447" sldId="259"/>
            <ac:spMk id="129" creationId="{61F2EC96-ECB0-A9E1-B150-DF92D8D395F0}"/>
          </ac:spMkLst>
        </pc:spChg>
        <pc:spChg chg="mod">
          <ac:chgData name="One Skill" userId="8d49c830ac36a521" providerId="LiveId" clId="{250BA3F6-20AF-224D-A224-3EE43FDC11EA}" dt="2022-11-05T20:17:00.095" v="5274"/>
          <ac:spMkLst>
            <pc:docMk/>
            <pc:sldMk cId="3352971447" sldId="259"/>
            <ac:spMk id="130" creationId="{C78FC6DD-EAC9-DFCD-C3FD-42DFF3B39BF6}"/>
          </ac:spMkLst>
        </pc:spChg>
        <pc:spChg chg="mod">
          <ac:chgData name="One Skill" userId="8d49c830ac36a521" providerId="LiveId" clId="{250BA3F6-20AF-224D-A224-3EE43FDC11EA}" dt="2022-11-05T20:17:00.095" v="5274"/>
          <ac:spMkLst>
            <pc:docMk/>
            <pc:sldMk cId="3352971447" sldId="259"/>
            <ac:spMk id="131" creationId="{C0B107D1-DAC3-54C5-694B-E8DD815DE361}"/>
          </ac:spMkLst>
        </pc:spChg>
        <pc:spChg chg="mod">
          <ac:chgData name="One Skill" userId="8d49c830ac36a521" providerId="LiveId" clId="{250BA3F6-20AF-224D-A224-3EE43FDC11EA}" dt="2022-11-05T20:17:00.095" v="5274"/>
          <ac:spMkLst>
            <pc:docMk/>
            <pc:sldMk cId="3352971447" sldId="259"/>
            <ac:spMk id="132" creationId="{0F4D086B-7470-94F8-CCDD-613D1727003D}"/>
          </ac:spMkLst>
        </pc:spChg>
        <pc:spChg chg="mod">
          <ac:chgData name="One Skill" userId="8d49c830ac36a521" providerId="LiveId" clId="{250BA3F6-20AF-224D-A224-3EE43FDC11EA}" dt="2022-11-05T20:17:00.095" v="5274"/>
          <ac:spMkLst>
            <pc:docMk/>
            <pc:sldMk cId="3352971447" sldId="259"/>
            <ac:spMk id="133" creationId="{95B5B759-037E-A14F-1CB6-2D9DEA89EBD2}"/>
          </ac:spMkLst>
        </pc:spChg>
        <pc:spChg chg="mod">
          <ac:chgData name="One Skill" userId="8d49c830ac36a521" providerId="LiveId" clId="{250BA3F6-20AF-224D-A224-3EE43FDC11EA}" dt="2022-11-05T20:17:00.095" v="5274"/>
          <ac:spMkLst>
            <pc:docMk/>
            <pc:sldMk cId="3352971447" sldId="259"/>
            <ac:spMk id="134" creationId="{3395C924-E95A-863B-0834-86F10C18039A}"/>
          </ac:spMkLst>
        </pc:spChg>
        <pc:spChg chg="mod">
          <ac:chgData name="One Skill" userId="8d49c830ac36a521" providerId="LiveId" clId="{250BA3F6-20AF-224D-A224-3EE43FDC11EA}" dt="2022-11-05T20:17:00.095" v="5274"/>
          <ac:spMkLst>
            <pc:docMk/>
            <pc:sldMk cId="3352971447" sldId="259"/>
            <ac:spMk id="135" creationId="{4863F2BA-506D-680D-19B8-74AB802389D8}"/>
          </ac:spMkLst>
        </pc:spChg>
        <pc:spChg chg="mod">
          <ac:chgData name="One Skill" userId="8d49c830ac36a521" providerId="LiveId" clId="{250BA3F6-20AF-224D-A224-3EE43FDC11EA}" dt="2022-11-05T20:17:00.095" v="5274"/>
          <ac:spMkLst>
            <pc:docMk/>
            <pc:sldMk cId="3352971447" sldId="259"/>
            <ac:spMk id="136" creationId="{EA6ECCB0-F7B2-49AC-0A13-2D49232214BB}"/>
          </ac:spMkLst>
        </pc:spChg>
        <pc:spChg chg="mod">
          <ac:chgData name="One Skill" userId="8d49c830ac36a521" providerId="LiveId" clId="{250BA3F6-20AF-224D-A224-3EE43FDC11EA}" dt="2022-11-05T20:17:20.698" v="5278" actId="571"/>
          <ac:spMkLst>
            <pc:docMk/>
            <pc:sldMk cId="3352971447" sldId="259"/>
            <ac:spMk id="139" creationId="{B70DAF5C-9E5A-B3A0-21B8-EFC04A9B548F}"/>
          </ac:spMkLst>
        </pc:spChg>
        <pc:spChg chg="mod">
          <ac:chgData name="One Skill" userId="8d49c830ac36a521" providerId="LiveId" clId="{250BA3F6-20AF-224D-A224-3EE43FDC11EA}" dt="2022-11-05T20:17:20.698" v="5278" actId="571"/>
          <ac:spMkLst>
            <pc:docMk/>
            <pc:sldMk cId="3352971447" sldId="259"/>
            <ac:spMk id="140" creationId="{18E72436-DD41-9D94-75E0-48B17CF2DD89}"/>
          </ac:spMkLst>
        </pc:spChg>
        <pc:spChg chg="mod">
          <ac:chgData name="One Skill" userId="8d49c830ac36a521" providerId="LiveId" clId="{250BA3F6-20AF-224D-A224-3EE43FDC11EA}" dt="2022-11-05T20:17:20.698" v="5278" actId="571"/>
          <ac:spMkLst>
            <pc:docMk/>
            <pc:sldMk cId="3352971447" sldId="259"/>
            <ac:spMk id="141" creationId="{B5F54C57-183F-B0E4-B386-EFEC94AC6D65}"/>
          </ac:spMkLst>
        </pc:spChg>
        <pc:spChg chg="mod">
          <ac:chgData name="One Skill" userId="8d49c830ac36a521" providerId="LiveId" clId="{250BA3F6-20AF-224D-A224-3EE43FDC11EA}" dt="2022-11-05T20:17:20.698" v="5278" actId="571"/>
          <ac:spMkLst>
            <pc:docMk/>
            <pc:sldMk cId="3352971447" sldId="259"/>
            <ac:spMk id="142" creationId="{0BBBD6EC-FDEF-F771-1EA6-DD560BC34156}"/>
          </ac:spMkLst>
        </pc:spChg>
        <pc:spChg chg="mod">
          <ac:chgData name="One Skill" userId="8d49c830ac36a521" providerId="LiveId" clId="{250BA3F6-20AF-224D-A224-3EE43FDC11EA}" dt="2022-11-05T20:20:07.014" v="5348"/>
          <ac:spMkLst>
            <pc:docMk/>
            <pc:sldMk cId="3352971447" sldId="259"/>
            <ac:spMk id="145" creationId="{FF63DF0A-21F5-F15A-1F12-4F0A67DD39E1}"/>
          </ac:spMkLst>
        </pc:spChg>
        <pc:spChg chg="mod">
          <ac:chgData name="One Skill" userId="8d49c830ac36a521" providerId="LiveId" clId="{250BA3F6-20AF-224D-A224-3EE43FDC11EA}" dt="2022-11-05T20:17:24.496" v="5279" actId="571"/>
          <ac:spMkLst>
            <pc:docMk/>
            <pc:sldMk cId="3352971447" sldId="259"/>
            <ac:spMk id="146" creationId="{8782ED72-6DE9-B4AF-5512-F5CDBE56D4A7}"/>
          </ac:spMkLst>
        </pc:spChg>
        <pc:spChg chg="mod">
          <ac:chgData name="One Skill" userId="8d49c830ac36a521" providerId="LiveId" clId="{250BA3F6-20AF-224D-A224-3EE43FDC11EA}" dt="2022-11-05T20:18:54.933" v="5340" actId="20577"/>
          <ac:spMkLst>
            <pc:docMk/>
            <pc:sldMk cId="3352971447" sldId="259"/>
            <ac:spMk id="147" creationId="{333149B4-ACB7-E475-B301-2D367011F9F2}"/>
          </ac:spMkLst>
        </pc:spChg>
        <pc:spChg chg="mod">
          <ac:chgData name="One Skill" userId="8d49c830ac36a521" providerId="LiveId" clId="{250BA3F6-20AF-224D-A224-3EE43FDC11EA}" dt="2022-11-05T20:17:24.496" v="5279" actId="571"/>
          <ac:spMkLst>
            <pc:docMk/>
            <pc:sldMk cId="3352971447" sldId="259"/>
            <ac:spMk id="148" creationId="{17091423-FC04-15AF-3D66-75AA79F68FD6}"/>
          </ac:spMkLst>
        </pc:spChg>
        <pc:spChg chg="mod">
          <ac:chgData name="One Skill" userId="8d49c830ac36a521" providerId="LiveId" clId="{250BA3F6-20AF-224D-A224-3EE43FDC11EA}" dt="2022-11-05T20:21:27.938" v="5356" actId="14861"/>
          <ac:spMkLst>
            <pc:docMk/>
            <pc:sldMk cId="3352971447" sldId="259"/>
            <ac:spMk id="150" creationId="{E5866CDF-DA8E-958A-224A-4521046F7EFC}"/>
          </ac:spMkLst>
        </pc:spChg>
        <pc:spChg chg="mod">
          <ac:chgData name="One Skill" userId="8d49c830ac36a521" providerId="LiveId" clId="{250BA3F6-20AF-224D-A224-3EE43FDC11EA}" dt="2022-11-05T20:17:29.243" v="5281"/>
          <ac:spMkLst>
            <pc:docMk/>
            <pc:sldMk cId="3352971447" sldId="259"/>
            <ac:spMk id="151" creationId="{C4DBC5F0-54C7-6689-5A5C-1F89404458BE}"/>
          </ac:spMkLst>
        </pc:spChg>
        <pc:spChg chg="mod">
          <ac:chgData name="One Skill" userId="8d49c830ac36a521" providerId="LiveId" clId="{250BA3F6-20AF-224D-A224-3EE43FDC11EA}" dt="2022-11-05T20:17:29.243" v="5281"/>
          <ac:spMkLst>
            <pc:docMk/>
            <pc:sldMk cId="3352971447" sldId="259"/>
            <ac:spMk id="152" creationId="{0110E646-265C-8B39-E5EA-D1AE37FE2746}"/>
          </ac:spMkLst>
        </pc:spChg>
        <pc:spChg chg="mod">
          <ac:chgData name="One Skill" userId="8d49c830ac36a521" providerId="LiveId" clId="{250BA3F6-20AF-224D-A224-3EE43FDC11EA}" dt="2022-11-05T20:19:11.648" v="5344" actId="20577"/>
          <ac:spMkLst>
            <pc:docMk/>
            <pc:sldMk cId="3352971447" sldId="259"/>
            <ac:spMk id="153" creationId="{79B1D156-73E5-3D23-FE1E-2E60370CB3AE}"/>
          </ac:spMkLst>
        </pc:spChg>
        <pc:spChg chg="mod">
          <ac:chgData name="One Skill" userId="8d49c830ac36a521" providerId="LiveId" clId="{250BA3F6-20AF-224D-A224-3EE43FDC11EA}" dt="2022-11-05T20:22:14.171" v="5368"/>
          <ac:spMkLst>
            <pc:docMk/>
            <pc:sldMk cId="3352971447" sldId="259"/>
            <ac:spMk id="155" creationId="{7A7EDD87-B45C-E509-F18C-A5C7CE552116}"/>
          </ac:spMkLst>
        </pc:spChg>
        <pc:spChg chg="mod">
          <ac:chgData name="One Skill" userId="8d49c830ac36a521" providerId="LiveId" clId="{250BA3F6-20AF-224D-A224-3EE43FDC11EA}" dt="2022-11-05T20:17:34.877" v="5283"/>
          <ac:spMkLst>
            <pc:docMk/>
            <pc:sldMk cId="3352971447" sldId="259"/>
            <ac:spMk id="156" creationId="{424D9A15-D36C-C081-E560-3FA9E1945A0C}"/>
          </ac:spMkLst>
        </pc:spChg>
        <pc:spChg chg="mod">
          <ac:chgData name="One Skill" userId="8d49c830ac36a521" providerId="LiveId" clId="{250BA3F6-20AF-224D-A224-3EE43FDC11EA}" dt="2022-11-05T20:23:50.265" v="5428" actId="14100"/>
          <ac:spMkLst>
            <pc:docMk/>
            <pc:sldMk cId="3352971447" sldId="259"/>
            <ac:spMk id="157" creationId="{003869E6-9BB1-7B50-566C-CD271FEE289E}"/>
          </ac:spMkLst>
        </pc:spChg>
        <pc:spChg chg="mod">
          <ac:chgData name="One Skill" userId="8d49c830ac36a521" providerId="LiveId" clId="{250BA3F6-20AF-224D-A224-3EE43FDC11EA}" dt="2022-11-05T20:22:39.424" v="5384" actId="20577"/>
          <ac:spMkLst>
            <pc:docMk/>
            <pc:sldMk cId="3352971447" sldId="259"/>
            <ac:spMk id="158" creationId="{0EE23829-316C-772F-3B03-267CCFDD79A0}"/>
          </ac:spMkLst>
        </pc:spChg>
        <pc:spChg chg="mod">
          <ac:chgData name="One Skill" userId="8d49c830ac36a521" providerId="LiveId" clId="{250BA3F6-20AF-224D-A224-3EE43FDC11EA}" dt="2022-11-05T20:22:16.871" v="5370"/>
          <ac:spMkLst>
            <pc:docMk/>
            <pc:sldMk cId="3352971447" sldId="259"/>
            <ac:spMk id="160" creationId="{377B0E0E-E5F3-DB4C-533A-A18FBB40E684}"/>
          </ac:spMkLst>
        </pc:spChg>
        <pc:spChg chg="mod">
          <ac:chgData name="One Skill" userId="8d49c830ac36a521" providerId="LiveId" clId="{250BA3F6-20AF-224D-A224-3EE43FDC11EA}" dt="2022-11-05T20:17:36.307" v="5284"/>
          <ac:spMkLst>
            <pc:docMk/>
            <pc:sldMk cId="3352971447" sldId="259"/>
            <ac:spMk id="161" creationId="{3A2EEA26-9354-81B9-38DA-5AF9A111FD61}"/>
          </ac:spMkLst>
        </pc:spChg>
        <pc:spChg chg="mod">
          <ac:chgData name="One Skill" userId="8d49c830ac36a521" providerId="LiveId" clId="{250BA3F6-20AF-224D-A224-3EE43FDC11EA}" dt="2022-11-05T20:22:49.752" v="5388" actId="20577"/>
          <ac:spMkLst>
            <pc:docMk/>
            <pc:sldMk cId="3352971447" sldId="259"/>
            <ac:spMk id="162" creationId="{0D8056CF-B25E-D2D2-D126-E366043C3E47}"/>
          </ac:spMkLst>
        </pc:spChg>
        <pc:spChg chg="mod">
          <ac:chgData name="One Skill" userId="8d49c830ac36a521" providerId="LiveId" clId="{250BA3F6-20AF-224D-A224-3EE43FDC11EA}" dt="2022-11-05T20:23:08.872" v="5402" actId="20577"/>
          <ac:spMkLst>
            <pc:docMk/>
            <pc:sldMk cId="3352971447" sldId="259"/>
            <ac:spMk id="163" creationId="{6397D107-7A9F-63A6-CB14-B42D41C616A4}"/>
          </ac:spMkLst>
        </pc:spChg>
        <pc:spChg chg="mod">
          <ac:chgData name="One Skill" userId="8d49c830ac36a521" providerId="LiveId" clId="{250BA3F6-20AF-224D-A224-3EE43FDC11EA}" dt="2022-11-05T20:24:11.099" v="5436"/>
          <ac:spMkLst>
            <pc:docMk/>
            <pc:sldMk cId="3352971447" sldId="259"/>
            <ac:spMk id="165" creationId="{189702E5-5BB5-AFF8-C3F6-906F28BA397C}"/>
          </ac:spMkLst>
        </pc:spChg>
        <pc:spChg chg="mod">
          <ac:chgData name="One Skill" userId="8d49c830ac36a521" providerId="LiveId" clId="{250BA3F6-20AF-224D-A224-3EE43FDC11EA}" dt="2022-11-05T20:17:36.592" v="5285"/>
          <ac:spMkLst>
            <pc:docMk/>
            <pc:sldMk cId="3352971447" sldId="259"/>
            <ac:spMk id="166" creationId="{B54F9431-ADA1-0C9C-5C86-5A51150C39DC}"/>
          </ac:spMkLst>
        </pc:spChg>
        <pc:spChg chg="mod">
          <ac:chgData name="One Skill" userId="8d49c830ac36a521" providerId="LiveId" clId="{250BA3F6-20AF-224D-A224-3EE43FDC11EA}" dt="2022-11-05T20:23:16.413" v="5412" actId="20577"/>
          <ac:spMkLst>
            <pc:docMk/>
            <pc:sldMk cId="3352971447" sldId="259"/>
            <ac:spMk id="167" creationId="{39C5D839-5358-932D-1BF6-DD125EA23AF9}"/>
          </ac:spMkLst>
        </pc:spChg>
        <pc:spChg chg="mod">
          <ac:chgData name="One Skill" userId="8d49c830ac36a521" providerId="LiveId" clId="{250BA3F6-20AF-224D-A224-3EE43FDC11EA}" dt="2022-11-05T20:24:01.010" v="5434" actId="20577"/>
          <ac:spMkLst>
            <pc:docMk/>
            <pc:sldMk cId="3352971447" sldId="259"/>
            <ac:spMk id="168" creationId="{5DC2586D-10A0-044F-F0E5-4E15C4F83C64}"/>
          </ac:spMkLst>
        </pc:spChg>
        <pc:spChg chg="mod">
          <ac:chgData name="One Skill" userId="8d49c830ac36a521" providerId="LiveId" clId="{250BA3F6-20AF-224D-A224-3EE43FDC11EA}" dt="2022-11-05T20:27:08.774" v="5452"/>
          <ac:spMkLst>
            <pc:docMk/>
            <pc:sldMk cId="3352971447" sldId="259"/>
            <ac:spMk id="172" creationId="{DE4CB121-9603-51CB-9BFE-9C67386775C8}"/>
          </ac:spMkLst>
        </pc:spChg>
        <pc:spChg chg="mod">
          <ac:chgData name="One Skill" userId="8d49c830ac36a521" providerId="LiveId" clId="{250BA3F6-20AF-224D-A224-3EE43FDC11EA}" dt="2022-11-05T20:27:08.774" v="5452"/>
          <ac:spMkLst>
            <pc:docMk/>
            <pc:sldMk cId="3352971447" sldId="259"/>
            <ac:spMk id="173" creationId="{3AB9CE18-1B1B-8099-2307-19A6B4123D41}"/>
          </ac:spMkLst>
        </pc:spChg>
        <pc:spChg chg="mod">
          <ac:chgData name="One Skill" userId="8d49c830ac36a521" providerId="LiveId" clId="{250BA3F6-20AF-224D-A224-3EE43FDC11EA}" dt="2022-11-05T20:27:08.774" v="5452"/>
          <ac:spMkLst>
            <pc:docMk/>
            <pc:sldMk cId="3352971447" sldId="259"/>
            <ac:spMk id="175" creationId="{2126B371-35CC-36D9-9499-058D23B87F6D}"/>
          </ac:spMkLst>
        </pc:spChg>
        <pc:spChg chg="mod">
          <ac:chgData name="One Skill" userId="8d49c830ac36a521" providerId="LiveId" clId="{250BA3F6-20AF-224D-A224-3EE43FDC11EA}" dt="2022-11-05T20:27:08.774" v="5452"/>
          <ac:spMkLst>
            <pc:docMk/>
            <pc:sldMk cId="3352971447" sldId="259"/>
            <ac:spMk id="176" creationId="{01EEF8E6-4015-39B1-5DDB-138DDF5CAB73}"/>
          </ac:spMkLst>
        </pc:spChg>
        <pc:spChg chg="mod">
          <ac:chgData name="One Skill" userId="8d49c830ac36a521" providerId="LiveId" clId="{250BA3F6-20AF-224D-A224-3EE43FDC11EA}" dt="2022-11-05T20:27:08.774" v="5452"/>
          <ac:spMkLst>
            <pc:docMk/>
            <pc:sldMk cId="3352971447" sldId="259"/>
            <ac:spMk id="177" creationId="{F05CD02C-CDC8-AFE9-5281-C7DEEBADC7C8}"/>
          </ac:spMkLst>
        </pc:spChg>
        <pc:spChg chg="add del mod">
          <ac:chgData name="One Skill" userId="8d49c830ac36a521" providerId="LiveId" clId="{250BA3F6-20AF-224D-A224-3EE43FDC11EA}" dt="2022-11-05T21:53:15.111" v="6820" actId="478"/>
          <ac:spMkLst>
            <pc:docMk/>
            <pc:sldMk cId="3352971447" sldId="259"/>
            <ac:spMk id="180" creationId="{2B292884-5C40-483C-13F8-034E83A26CAE}"/>
          </ac:spMkLst>
        </pc:spChg>
        <pc:grpChg chg="add del mod">
          <ac:chgData name="One Skill" userId="8d49c830ac36a521" providerId="LiveId" clId="{250BA3F6-20AF-224D-A224-3EE43FDC11EA}" dt="2022-11-05T18:46:49.589" v="4315" actId="478"/>
          <ac:grpSpMkLst>
            <pc:docMk/>
            <pc:sldMk cId="3352971447" sldId="259"/>
            <ac:grpSpMk id="2" creationId="{CF337F7A-22DB-E9E0-4392-D9EEFF2ACB8F}"/>
          </ac:grpSpMkLst>
        </pc:grpChg>
        <pc:grpChg chg="add del mod">
          <ac:chgData name="One Skill" userId="8d49c830ac36a521" providerId="LiveId" clId="{250BA3F6-20AF-224D-A224-3EE43FDC11EA}" dt="2022-11-05T14:08:20.448" v="285" actId="165"/>
          <ac:grpSpMkLst>
            <pc:docMk/>
            <pc:sldMk cId="3352971447" sldId="259"/>
            <ac:grpSpMk id="10" creationId="{0251AA03-7E0A-C505-5E29-C81863F4A902}"/>
          </ac:grpSpMkLst>
        </pc:grpChg>
        <pc:grpChg chg="add del mod">
          <ac:chgData name="One Skill" userId="8d49c830ac36a521" providerId="LiveId" clId="{250BA3F6-20AF-224D-A224-3EE43FDC11EA}" dt="2022-11-05T20:04:50.502" v="5188" actId="478"/>
          <ac:grpSpMkLst>
            <pc:docMk/>
            <pc:sldMk cId="3352971447" sldId="259"/>
            <ac:grpSpMk id="18" creationId="{D2136C22-9C8C-BE0D-0BC6-F8CE2AAC6E6E}"/>
          </ac:grpSpMkLst>
        </pc:grpChg>
        <pc:grpChg chg="add mod modVis">
          <ac:chgData name="One Skill" userId="8d49c830ac36a521" providerId="LiveId" clId="{250BA3F6-20AF-224D-A224-3EE43FDC11EA}" dt="2022-11-05T16:28:52.297" v="2004" actId="14430"/>
          <ac:grpSpMkLst>
            <pc:docMk/>
            <pc:sldMk cId="3352971447" sldId="259"/>
            <ac:grpSpMk id="24" creationId="{5B0AE9A9-58F7-85A6-6D84-729C79BF5A2A}"/>
          </ac:grpSpMkLst>
        </pc:grpChg>
        <pc:grpChg chg="mod">
          <ac:chgData name="One Skill" userId="8d49c830ac36a521" providerId="LiveId" clId="{250BA3F6-20AF-224D-A224-3EE43FDC11EA}" dt="2022-11-05T14:18:56.315" v="460"/>
          <ac:grpSpMkLst>
            <pc:docMk/>
            <pc:sldMk cId="3352971447" sldId="259"/>
            <ac:grpSpMk id="25" creationId="{76930574-ED25-A689-5528-5298FF7D53F0}"/>
          </ac:grpSpMkLst>
        </pc:grpChg>
        <pc:grpChg chg="mod">
          <ac:chgData name="One Skill" userId="8d49c830ac36a521" providerId="LiveId" clId="{250BA3F6-20AF-224D-A224-3EE43FDC11EA}" dt="2022-11-05T14:18:56.315" v="460"/>
          <ac:grpSpMkLst>
            <pc:docMk/>
            <pc:sldMk cId="3352971447" sldId="259"/>
            <ac:grpSpMk id="26" creationId="{B88EFB03-069C-CC9A-3018-41ACDF7C8F7B}"/>
          </ac:grpSpMkLst>
        </pc:grpChg>
        <pc:grpChg chg="add del mod">
          <ac:chgData name="One Skill" userId="8d49c830ac36a521" providerId="LiveId" clId="{250BA3F6-20AF-224D-A224-3EE43FDC11EA}" dt="2022-11-05T14:26:41.747" v="506" actId="165"/>
          <ac:grpSpMkLst>
            <pc:docMk/>
            <pc:sldMk cId="3352971447" sldId="259"/>
            <ac:grpSpMk id="47" creationId="{1D134862-DCF4-B6FA-4BC1-37CD9364B061}"/>
          </ac:grpSpMkLst>
        </pc:grpChg>
        <pc:grpChg chg="add mod">
          <ac:chgData name="One Skill" userId="8d49c830ac36a521" providerId="LiveId" clId="{250BA3F6-20AF-224D-A224-3EE43FDC11EA}" dt="2022-11-05T20:06:45.445" v="5220" actId="1076"/>
          <ac:grpSpMkLst>
            <pc:docMk/>
            <pc:sldMk cId="3352971447" sldId="259"/>
            <ac:grpSpMk id="51" creationId="{4041BC73-1456-AC98-7C06-D29DB46DA9B3}"/>
          </ac:grpSpMkLst>
        </pc:grpChg>
        <pc:grpChg chg="add del mod">
          <ac:chgData name="One Skill" userId="8d49c830ac36a521" providerId="LiveId" clId="{250BA3F6-20AF-224D-A224-3EE43FDC11EA}" dt="2022-11-05T14:29:18.167" v="559" actId="165"/>
          <ac:grpSpMkLst>
            <pc:docMk/>
            <pc:sldMk cId="3352971447" sldId="259"/>
            <ac:grpSpMk id="52" creationId="{2B3A7B03-59A3-BD5C-560C-2144B2036367}"/>
          </ac:grpSpMkLst>
        </pc:grpChg>
        <pc:grpChg chg="mod">
          <ac:chgData name="One Skill" userId="8d49c830ac36a521" providerId="LiveId" clId="{250BA3F6-20AF-224D-A224-3EE43FDC11EA}" dt="2022-11-05T20:03:13.433" v="5180"/>
          <ac:grpSpMkLst>
            <pc:docMk/>
            <pc:sldMk cId="3352971447" sldId="259"/>
            <ac:grpSpMk id="55" creationId="{A6856FEE-7CC1-F969-3C88-7EF3372E8284}"/>
          </ac:grpSpMkLst>
        </pc:grpChg>
        <pc:grpChg chg="mod">
          <ac:chgData name="One Skill" userId="8d49c830ac36a521" providerId="LiveId" clId="{250BA3F6-20AF-224D-A224-3EE43FDC11EA}" dt="2022-11-05T20:03:13.433" v="5180"/>
          <ac:grpSpMkLst>
            <pc:docMk/>
            <pc:sldMk cId="3352971447" sldId="259"/>
            <ac:grpSpMk id="56" creationId="{8C4B8D74-19BF-A434-6820-C95CE3682F45}"/>
          </ac:grpSpMkLst>
        </pc:grpChg>
        <pc:grpChg chg="mod">
          <ac:chgData name="One Skill" userId="8d49c830ac36a521" providerId="LiveId" clId="{250BA3F6-20AF-224D-A224-3EE43FDC11EA}" dt="2022-11-05T20:03:13.433" v="5180"/>
          <ac:grpSpMkLst>
            <pc:docMk/>
            <pc:sldMk cId="3352971447" sldId="259"/>
            <ac:grpSpMk id="57" creationId="{E0E7146F-39D6-CB4E-BF72-88AD7C8CE544}"/>
          </ac:grpSpMkLst>
        </pc:grpChg>
        <pc:grpChg chg="mod">
          <ac:chgData name="One Skill" userId="8d49c830ac36a521" providerId="LiveId" clId="{250BA3F6-20AF-224D-A224-3EE43FDC11EA}" dt="2022-11-05T20:03:13.433" v="5180"/>
          <ac:grpSpMkLst>
            <pc:docMk/>
            <pc:sldMk cId="3352971447" sldId="259"/>
            <ac:grpSpMk id="58" creationId="{9D74D0F1-61B9-19B7-AD32-310CE92BD678}"/>
          </ac:grpSpMkLst>
        </pc:grpChg>
        <pc:grpChg chg="mod">
          <ac:chgData name="One Skill" userId="8d49c830ac36a521" providerId="LiveId" clId="{250BA3F6-20AF-224D-A224-3EE43FDC11EA}" dt="2022-11-05T20:03:13.433" v="5180"/>
          <ac:grpSpMkLst>
            <pc:docMk/>
            <pc:sldMk cId="3352971447" sldId="259"/>
            <ac:grpSpMk id="59" creationId="{10824660-BC25-FA50-A4D5-643FEF2662C9}"/>
          </ac:grpSpMkLst>
        </pc:grpChg>
        <pc:grpChg chg="add del mod">
          <ac:chgData name="One Skill" userId="8d49c830ac36a521" providerId="LiveId" clId="{250BA3F6-20AF-224D-A224-3EE43FDC11EA}" dt="2022-11-05T20:12:57.186" v="5254" actId="165"/>
          <ac:grpSpMkLst>
            <pc:docMk/>
            <pc:sldMk cId="3352971447" sldId="259"/>
            <ac:grpSpMk id="74" creationId="{A80D4D00-A45A-6723-1613-0C7ED6C6C1C6}"/>
          </ac:grpSpMkLst>
        </pc:grpChg>
        <pc:grpChg chg="add del mod">
          <ac:chgData name="One Skill" userId="8d49c830ac36a521" providerId="LiveId" clId="{250BA3F6-20AF-224D-A224-3EE43FDC11EA}" dt="2022-11-05T20:07:16.756" v="5226" actId="165"/>
          <ac:grpSpMkLst>
            <pc:docMk/>
            <pc:sldMk cId="3352971447" sldId="259"/>
            <ac:grpSpMk id="90" creationId="{1D5A0F34-86B6-42B2-609E-DD71C3F761A1}"/>
          </ac:grpSpMkLst>
        </pc:grpChg>
        <pc:grpChg chg="mod topLvl">
          <ac:chgData name="One Skill" userId="8d49c830ac36a521" providerId="LiveId" clId="{250BA3F6-20AF-224D-A224-3EE43FDC11EA}" dt="2022-11-05T20:07:27.222" v="5228" actId="164"/>
          <ac:grpSpMkLst>
            <pc:docMk/>
            <pc:sldMk cId="3352971447" sldId="259"/>
            <ac:grpSpMk id="93" creationId="{5DA4335F-7EBC-D6CF-D561-0EE34EB4C21C}"/>
          </ac:grpSpMkLst>
        </pc:grpChg>
        <pc:grpChg chg="add mod">
          <ac:chgData name="One Skill" userId="8d49c830ac36a521" providerId="LiveId" clId="{250BA3F6-20AF-224D-A224-3EE43FDC11EA}" dt="2022-11-05T20:16:00.854" v="5273" actId="1076"/>
          <ac:grpSpMkLst>
            <pc:docMk/>
            <pc:sldMk cId="3352971447" sldId="259"/>
            <ac:grpSpMk id="97" creationId="{20AC8398-ED54-73F9-4684-E5B0CA74AF22}"/>
          </ac:grpSpMkLst>
        </pc:grpChg>
        <pc:grpChg chg="add del mod">
          <ac:chgData name="One Skill" userId="8d49c830ac36a521" providerId="LiveId" clId="{250BA3F6-20AF-224D-A224-3EE43FDC11EA}" dt="2022-11-05T20:13:47.614" v="5259" actId="165"/>
          <ac:grpSpMkLst>
            <pc:docMk/>
            <pc:sldMk cId="3352971447" sldId="259"/>
            <ac:grpSpMk id="102" creationId="{7326593C-B57A-08F8-F558-59B86AA94137}"/>
          </ac:grpSpMkLst>
        </pc:grpChg>
        <pc:grpChg chg="mod topLvl">
          <ac:chgData name="One Skill" userId="8d49c830ac36a521" providerId="LiveId" clId="{250BA3F6-20AF-224D-A224-3EE43FDC11EA}" dt="2022-11-05T20:25:57.309" v="5448" actId="166"/>
          <ac:grpSpMkLst>
            <pc:docMk/>
            <pc:sldMk cId="3352971447" sldId="259"/>
            <ac:grpSpMk id="107" creationId="{DF9B84F9-5F91-09A2-4811-1F4D211C3F32}"/>
          </ac:grpSpMkLst>
        </pc:grpChg>
        <pc:grpChg chg="mod">
          <ac:chgData name="One Skill" userId="8d49c830ac36a521" providerId="LiveId" clId="{250BA3F6-20AF-224D-A224-3EE43FDC11EA}" dt="2022-11-05T20:13:47.614" v="5259" actId="165"/>
          <ac:grpSpMkLst>
            <pc:docMk/>
            <pc:sldMk cId="3352971447" sldId="259"/>
            <ac:grpSpMk id="108" creationId="{73251497-EF7D-6642-652C-C29795EECFC6}"/>
          </ac:grpSpMkLst>
        </pc:grpChg>
        <pc:grpChg chg="mod">
          <ac:chgData name="One Skill" userId="8d49c830ac36a521" providerId="LiveId" clId="{250BA3F6-20AF-224D-A224-3EE43FDC11EA}" dt="2022-11-05T20:13:47.614" v="5259" actId="165"/>
          <ac:grpSpMkLst>
            <pc:docMk/>
            <pc:sldMk cId="3352971447" sldId="259"/>
            <ac:grpSpMk id="109" creationId="{F87AD623-2C4D-A268-E8C2-E727ABF24D1F}"/>
          </ac:grpSpMkLst>
        </pc:grpChg>
        <pc:grpChg chg="mod">
          <ac:chgData name="One Skill" userId="8d49c830ac36a521" providerId="LiveId" clId="{250BA3F6-20AF-224D-A224-3EE43FDC11EA}" dt="2022-11-05T20:13:47.614" v="5259" actId="165"/>
          <ac:grpSpMkLst>
            <pc:docMk/>
            <pc:sldMk cId="3352971447" sldId="259"/>
            <ac:grpSpMk id="110" creationId="{AE9914DE-B30A-58D0-DA8C-6DE51F74F010}"/>
          </ac:grpSpMkLst>
        </pc:grpChg>
        <pc:grpChg chg="add mod">
          <ac:chgData name="One Skill" userId="8d49c830ac36a521" providerId="LiveId" clId="{250BA3F6-20AF-224D-A224-3EE43FDC11EA}" dt="2022-11-05T20:28:14.071" v="5457" actId="1076"/>
          <ac:grpSpMkLst>
            <pc:docMk/>
            <pc:sldMk cId="3352971447" sldId="259"/>
            <ac:grpSpMk id="125" creationId="{117B0867-3F5E-A40D-B119-4E975A41C2E1}"/>
          </ac:grpSpMkLst>
        </pc:grpChg>
        <pc:grpChg chg="add mod">
          <ac:chgData name="One Skill" userId="8d49c830ac36a521" providerId="LiveId" clId="{250BA3F6-20AF-224D-A224-3EE43FDC11EA}" dt="2022-11-05T20:24:27.717" v="5439" actId="164"/>
          <ac:grpSpMkLst>
            <pc:docMk/>
            <pc:sldMk cId="3352971447" sldId="259"/>
            <ac:grpSpMk id="137" creationId="{9BBC58BD-ECBE-85A3-EA1E-D23CE5863E84}"/>
          </ac:grpSpMkLst>
        </pc:grpChg>
        <pc:grpChg chg="add mod">
          <ac:chgData name="One Skill" userId="8d49c830ac36a521" providerId="LiveId" clId="{250BA3F6-20AF-224D-A224-3EE43FDC11EA}" dt="2022-11-05T20:17:20.698" v="5278" actId="571"/>
          <ac:grpSpMkLst>
            <pc:docMk/>
            <pc:sldMk cId="3352971447" sldId="259"/>
            <ac:grpSpMk id="138" creationId="{D2EBF409-2F8F-DCDA-0043-19ECD9F4309C}"/>
          </ac:grpSpMkLst>
        </pc:grpChg>
        <pc:grpChg chg="add mod">
          <ac:chgData name="One Skill" userId="8d49c830ac36a521" providerId="LiveId" clId="{250BA3F6-20AF-224D-A224-3EE43FDC11EA}" dt="2022-11-05T20:24:27.717" v="5439" actId="164"/>
          <ac:grpSpMkLst>
            <pc:docMk/>
            <pc:sldMk cId="3352971447" sldId="259"/>
            <ac:grpSpMk id="144" creationId="{F3BD11E7-949C-6BCE-2C9B-FF3BA3433CCC}"/>
          </ac:grpSpMkLst>
        </pc:grpChg>
        <pc:grpChg chg="add mod">
          <ac:chgData name="One Skill" userId="8d49c830ac36a521" providerId="LiveId" clId="{250BA3F6-20AF-224D-A224-3EE43FDC11EA}" dt="2022-11-05T20:24:27.717" v="5439" actId="164"/>
          <ac:grpSpMkLst>
            <pc:docMk/>
            <pc:sldMk cId="3352971447" sldId="259"/>
            <ac:grpSpMk id="149" creationId="{02E54A4E-D0FC-6199-22A7-B371DD911792}"/>
          </ac:grpSpMkLst>
        </pc:grpChg>
        <pc:grpChg chg="add mod">
          <ac:chgData name="One Skill" userId="8d49c830ac36a521" providerId="LiveId" clId="{250BA3F6-20AF-224D-A224-3EE43FDC11EA}" dt="2022-11-05T20:24:27.717" v="5439" actId="164"/>
          <ac:grpSpMkLst>
            <pc:docMk/>
            <pc:sldMk cId="3352971447" sldId="259"/>
            <ac:grpSpMk id="154" creationId="{9288D955-A778-B1C2-1ACE-92E28C77EED5}"/>
          </ac:grpSpMkLst>
        </pc:grpChg>
        <pc:grpChg chg="add mod">
          <ac:chgData name="One Skill" userId="8d49c830ac36a521" providerId="LiveId" clId="{250BA3F6-20AF-224D-A224-3EE43FDC11EA}" dt="2022-11-05T20:24:27.717" v="5439" actId="164"/>
          <ac:grpSpMkLst>
            <pc:docMk/>
            <pc:sldMk cId="3352971447" sldId="259"/>
            <ac:grpSpMk id="159" creationId="{1334E8A1-4880-D68A-DC05-3F2E095419DA}"/>
          </ac:grpSpMkLst>
        </pc:grpChg>
        <pc:grpChg chg="add mod">
          <ac:chgData name="One Skill" userId="8d49c830ac36a521" providerId="LiveId" clId="{250BA3F6-20AF-224D-A224-3EE43FDC11EA}" dt="2022-11-05T20:24:27.717" v="5439" actId="164"/>
          <ac:grpSpMkLst>
            <pc:docMk/>
            <pc:sldMk cId="3352971447" sldId="259"/>
            <ac:grpSpMk id="164" creationId="{AD9EFD2D-02C3-0840-8CBC-A1C7DE16F989}"/>
          </ac:grpSpMkLst>
        </pc:grpChg>
        <pc:grpChg chg="add mod">
          <ac:chgData name="One Skill" userId="8d49c830ac36a521" providerId="LiveId" clId="{250BA3F6-20AF-224D-A224-3EE43FDC11EA}" dt="2022-11-05T20:24:27.717" v="5439" actId="164"/>
          <ac:grpSpMkLst>
            <pc:docMk/>
            <pc:sldMk cId="3352971447" sldId="259"/>
            <ac:grpSpMk id="169" creationId="{975044D1-134E-0DD1-751D-B51E496B05AA}"/>
          </ac:grpSpMkLst>
        </pc:grpChg>
        <pc:grpChg chg="add mod">
          <ac:chgData name="One Skill" userId="8d49c830ac36a521" providerId="LiveId" clId="{250BA3F6-20AF-224D-A224-3EE43FDC11EA}" dt="2022-11-05T20:25:51.878" v="5447" actId="164"/>
          <ac:grpSpMkLst>
            <pc:docMk/>
            <pc:sldMk cId="3352971447" sldId="259"/>
            <ac:grpSpMk id="170" creationId="{BC2BA39D-7364-2739-3BB3-8608A0A8E306}"/>
          </ac:grpSpMkLst>
        </pc:grpChg>
        <pc:grpChg chg="add del mod">
          <ac:chgData name="One Skill" userId="8d49c830ac36a521" providerId="LiveId" clId="{250BA3F6-20AF-224D-A224-3EE43FDC11EA}" dt="2022-11-05T20:27:09.927" v="5453"/>
          <ac:grpSpMkLst>
            <pc:docMk/>
            <pc:sldMk cId="3352971447" sldId="259"/>
            <ac:grpSpMk id="171" creationId="{DC65B0D5-5295-2977-CC82-2EDBD2CA3ACE}"/>
          </ac:grpSpMkLst>
        </pc:grpChg>
        <pc:grpChg chg="mod">
          <ac:chgData name="One Skill" userId="8d49c830ac36a521" providerId="LiveId" clId="{250BA3F6-20AF-224D-A224-3EE43FDC11EA}" dt="2022-11-05T20:27:08.774" v="5452"/>
          <ac:grpSpMkLst>
            <pc:docMk/>
            <pc:sldMk cId="3352971447" sldId="259"/>
            <ac:grpSpMk id="174" creationId="{B11FDFF2-A3F7-FB85-4848-5D99339BE601}"/>
          </ac:grpSpMkLst>
        </pc:grpChg>
        <pc:graphicFrameChg chg="add mod">
          <ac:chgData name="One Skill" userId="8d49c830ac36a521" providerId="LiveId" clId="{250BA3F6-20AF-224D-A224-3EE43FDC11EA}" dt="2022-11-05T20:12:42.939" v="5252" actId="1076"/>
          <ac:graphicFrameMkLst>
            <pc:docMk/>
            <pc:sldMk cId="3352971447" sldId="259"/>
            <ac:graphicFrameMk id="101" creationId="{014614DF-5748-8906-B688-68AA26ADC059}"/>
          </ac:graphicFrameMkLst>
        </pc:graphicFrameChg>
        <pc:graphicFrameChg chg="add mod modGraphic">
          <ac:chgData name="One Skill" userId="8d49c830ac36a521" providerId="LiveId" clId="{250BA3F6-20AF-224D-A224-3EE43FDC11EA}" dt="2022-11-05T21:54:25.412" v="6831" actId="1076"/>
          <ac:graphicFrameMkLst>
            <pc:docMk/>
            <pc:sldMk cId="3352971447" sldId="259"/>
            <ac:graphicFrameMk id="179" creationId="{6FE89198-B116-0D16-B53B-C04790D98273}"/>
          </ac:graphicFrameMkLst>
        </pc:graphicFrameChg>
        <pc:picChg chg="mod">
          <ac:chgData name="One Skill" userId="8d49c830ac36a521" providerId="LiveId" clId="{250BA3F6-20AF-224D-A224-3EE43FDC11EA}" dt="2022-11-05T20:25:57.309" v="5448" actId="166"/>
          <ac:picMkLst>
            <pc:docMk/>
            <pc:sldMk cId="3352971447" sldId="259"/>
            <ac:picMk id="4" creationId="{CD1166B8-A456-1958-7A8F-E13EF03C8ED8}"/>
          </ac:picMkLst>
        </pc:picChg>
        <pc:picChg chg="del">
          <ac:chgData name="One Skill" userId="8d49c830ac36a521" providerId="LiveId" clId="{250BA3F6-20AF-224D-A224-3EE43FDC11EA}" dt="2022-11-05T14:01:34.402" v="7" actId="478"/>
          <ac:picMkLst>
            <pc:docMk/>
            <pc:sldMk cId="3352971447" sldId="259"/>
            <ac:picMk id="5" creationId="{F313B126-4FF4-92BA-91F0-E402C50EF090}"/>
          </ac:picMkLst>
        </pc:picChg>
        <pc:picChg chg="add del mod">
          <ac:chgData name="One Skill" userId="8d49c830ac36a521" providerId="LiveId" clId="{250BA3F6-20AF-224D-A224-3EE43FDC11EA}" dt="2022-11-05T16:14:11.620" v="1933" actId="478"/>
          <ac:picMkLst>
            <pc:docMk/>
            <pc:sldMk cId="3352971447" sldId="259"/>
            <ac:picMk id="6" creationId="{4FC37FF9-CCEC-F4BA-BCC0-C95B215E2DBC}"/>
          </ac:picMkLst>
        </pc:picChg>
        <pc:picChg chg="add del mod">
          <ac:chgData name="One Skill" userId="8d49c830ac36a521" providerId="LiveId" clId="{250BA3F6-20AF-224D-A224-3EE43FDC11EA}" dt="2022-11-05T14:05:07.371" v="137" actId="478"/>
          <ac:picMkLst>
            <pc:docMk/>
            <pc:sldMk cId="3352971447" sldId="259"/>
            <ac:picMk id="8" creationId="{3942038B-06B6-E8D7-AE6E-7AE754386D91}"/>
          </ac:picMkLst>
        </pc:picChg>
        <pc:picChg chg="add del mod">
          <ac:chgData name="One Skill" userId="8d49c830ac36a521" providerId="LiveId" clId="{250BA3F6-20AF-224D-A224-3EE43FDC11EA}" dt="2022-11-05T14:07:14.048" v="263" actId="478"/>
          <ac:picMkLst>
            <pc:docMk/>
            <pc:sldMk cId="3352971447" sldId="259"/>
            <ac:picMk id="9" creationId="{367546AF-B0A9-67E2-4EA0-F88BC8B9DF13}"/>
          </ac:picMkLst>
        </pc:picChg>
        <pc:picChg chg="del mod topLvl">
          <ac:chgData name="One Skill" userId="8d49c830ac36a521" providerId="LiveId" clId="{250BA3F6-20AF-224D-A224-3EE43FDC11EA}" dt="2022-11-05T14:21:19.656" v="490" actId="21"/>
          <ac:picMkLst>
            <pc:docMk/>
            <pc:sldMk cId="3352971447" sldId="259"/>
            <ac:picMk id="11" creationId="{1EC739B6-6F32-6CAD-D828-262A837F8008}"/>
          </ac:picMkLst>
        </pc:picChg>
        <pc:picChg chg="del mod topLvl">
          <ac:chgData name="One Skill" userId="8d49c830ac36a521" providerId="LiveId" clId="{250BA3F6-20AF-224D-A224-3EE43FDC11EA}" dt="2022-11-05T14:21:19.656" v="490" actId="21"/>
          <ac:picMkLst>
            <pc:docMk/>
            <pc:sldMk cId="3352971447" sldId="259"/>
            <ac:picMk id="12" creationId="{C17A6B97-21EB-4482-BC60-3858856CA674}"/>
          </ac:picMkLst>
        </pc:picChg>
        <pc:picChg chg="del mod topLvl">
          <ac:chgData name="One Skill" userId="8d49c830ac36a521" providerId="LiveId" clId="{250BA3F6-20AF-224D-A224-3EE43FDC11EA}" dt="2022-11-05T14:21:19.656" v="490" actId="21"/>
          <ac:picMkLst>
            <pc:docMk/>
            <pc:sldMk cId="3352971447" sldId="259"/>
            <ac:picMk id="13" creationId="{39CD211F-B84D-C31A-29EC-8FDE5489CE1D}"/>
          </ac:picMkLst>
        </pc:picChg>
        <pc:picChg chg="del mod topLvl">
          <ac:chgData name="One Skill" userId="8d49c830ac36a521" providerId="LiveId" clId="{250BA3F6-20AF-224D-A224-3EE43FDC11EA}" dt="2022-11-05T14:21:19.656" v="490" actId="21"/>
          <ac:picMkLst>
            <pc:docMk/>
            <pc:sldMk cId="3352971447" sldId="259"/>
            <ac:picMk id="14" creationId="{BF0B2B6F-9F3E-6ECB-E7EE-20E352E7831C}"/>
          </ac:picMkLst>
        </pc:picChg>
        <pc:picChg chg="del mod topLvl">
          <ac:chgData name="One Skill" userId="8d49c830ac36a521" providerId="LiveId" clId="{250BA3F6-20AF-224D-A224-3EE43FDC11EA}" dt="2022-11-05T14:21:19.656" v="490" actId="21"/>
          <ac:picMkLst>
            <pc:docMk/>
            <pc:sldMk cId="3352971447" sldId="259"/>
            <ac:picMk id="15" creationId="{DA2D336F-A25D-3987-327C-7431256AE62B}"/>
          </ac:picMkLst>
        </pc:picChg>
        <pc:picChg chg="del mod topLvl">
          <ac:chgData name="One Skill" userId="8d49c830ac36a521" providerId="LiveId" clId="{250BA3F6-20AF-224D-A224-3EE43FDC11EA}" dt="2022-11-05T14:21:19.656" v="490" actId="21"/>
          <ac:picMkLst>
            <pc:docMk/>
            <pc:sldMk cId="3352971447" sldId="259"/>
            <ac:picMk id="16" creationId="{F7EBB962-7524-414E-356D-F4991CE86589}"/>
          </ac:picMkLst>
        </pc:picChg>
        <pc:picChg chg="add mod modCrop">
          <ac:chgData name="One Skill" userId="8d49c830ac36a521" providerId="LiveId" clId="{250BA3F6-20AF-224D-A224-3EE43FDC11EA}" dt="2022-11-05T20:28:31.636" v="5458" actId="18131"/>
          <ac:picMkLst>
            <pc:docMk/>
            <pc:sldMk cId="3352971447" sldId="259"/>
            <ac:picMk id="23" creationId="{98DE717A-0EE5-E69D-D96F-7A8764CF18E1}"/>
          </ac:picMkLst>
        </pc:picChg>
        <pc:picChg chg="add del mod">
          <ac:chgData name="One Skill" userId="8d49c830ac36a521" providerId="LiveId" clId="{250BA3F6-20AF-224D-A224-3EE43FDC11EA}" dt="2022-11-05T16:29:42.181" v="2013" actId="478"/>
          <ac:picMkLst>
            <pc:docMk/>
            <pc:sldMk cId="3352971447" sldId="259"/>
            <ac:picMk id="47" creationId="{CBC5373D-419C-CB02-F273-46D2B4FF2DE5}"/>
          </ac:picMkLst>
        </pc:picChg>
        <pc:picChg chg="del mod topLvl">
          <ac:chgData name="One Skill" userId="8d49c830ac36a521" providerId="LiveId" clId="{250BA3F6-20AF-224D-A224-3EE43FDC11EA}" dt="2022-11-05T14:51:44.890" v="565" actId="478"/>
          <ac:picMkLst>
            <pc:docMk/>
            <pc:sldMk cId="3352971447" sldId="259"/>
            <ac:picMk id="49" creationId="{88D3EC68-7676-7520-37B1-9D4A6FAE737A}"/>
          </ac:picMkLst>
        </pc:picChg>
        <pc:picChg chg="mod">
          <ac:chgData name="One Skill" userId="8d49c830ac36a521" providerId="LiveId" clId="{250BA3F6-20AF-224D-A224-3EE43FDC11EA}" dt="2022-11-05T20:03:13.433" v="5180"/>
          <ac:picMkLst>
            <pc:docMk/>
            <pc:sldMk cId="3352971447" sldId="259"/>
            <ac:picMk id="66" creationId="{5C229274-320C-EDE9-F1B8-B1FB9CA40C1A}"/>
          </ac:picMkLst>
        </pc:picChg>
        <pc:picChg chg="mod">
          <ac:chgData name="One Skill" userId="8d49c830ac36a521" providerId="LiveId" clId="{250BA3F6-20AF-224D-A224-3EE43FDC11EA}" dt="2022-11-05T20:03:13.433" v="5180"/>
          <ac:picMkLst>
            <pc:docMk/>
            <pc:sldMk cId="3352971447" sldId="259"/>
            <ac:picMk id="70" creationId="{D369C2BD-A8EF-501A-FA24-05E8D602B0BC}"/>
          </ac:picMkLst>
        </pc:picChg>
        <pc:picChg chg="mod">
          <ac:chgData name="One Skill" userId="8d49c830ac36a521" providerId="LiveId" clId="{250BA3F6-20AF-224D-A224-3EE43FDC11EA}" dt="2022-11-05T20:03:13.433" v="5180"/>
          <ac:picMkLst>
            <pc:docMk/>
            <pc:sldMk cId="3352971447" sldId="259"/>
            <ac:picMk id="73" creationId="{0BCFFBDC-A6C3-4952-DCB7-17871F8F33AB}"/>
          </ac:picMkLst>
        </pc:picChg>
        <pc:picChg chg="mod">
          <ac:chgData name="One Skill" userId="8d49c830ac36a521" providerId="LiveId" clId="{250BA3F6-20AF-224D-A224-3EE43FDC11EA}" dt="2022-11-05T20:13:47.614" v="5259" actId="165"/>
          <ac:picMkLst>
            <pc:docMk/>
            <pc:sldMk cId="3352971447" sldId="259"/>
            <ac:picMk id="117" creationId="{0630BAD7-E3AD-B733-C247-6666BCC86E62}"/>
          </ac:picMkLst>
        </pc:picChg>
        <pc:picChg chg="mod">
          <ac:chgData name="One Skill" userId="8d49c830ac36a521" providerId="LiveId" clId="{250BA3F6-20AF-224D-A224-3EE43FDC11EA}" dt="2022-11-05T20:13:47.614" v="5259" actId="165"/>
          <ac:picMkLst>
            <pc:docMk/>
            <pc:sldMk cId="3352971447" sldId="259"/>
            <ac:picMk id="121" creationId="{5F729F7F-7D29-439E-F83D-9CED709FB454}"/>
          </ac:picMkLst>
        </pc:picChg>
        <pc:picChg chg="mod">
          <ac:chgData name="One Skill" userId="8d49c830ac36a521" providerId="LiveId" clId="{250BA3F6-20AF-224D-A224-3EE43FDC11EA}" dt="2022-11-05T20:13:47.614" v="5259" actId="165"/>
          <ac:picMkLst>
            <pc:docMk/>
            <pc:sldMk cId="3352971447" sldId="259"/>
            <ac:picMk id="124" creationId="{C7ADA933-9435-3B63-E58D-9A2B71DAD19C}"/>
          </ac:picMkLst>
        </pc:picChg>
        <pc:picChg chg="add mod">
          <ac:chgData name="One Skill" userId="8d49c830ac36a521" providerId="LiveId" clId="{250BA3F6-20AF-224D-A224-3EE43FDC11EA}" dt="2022-11-05T20:17:20.698" v="5278" actId="571"/>
          <ac:picMkLst>
            <pc:docMk/>
            <pc:sldMk cId="3352971447" sldId="259"/>
            <ac:picMk id="143" creationId="{AA656785-1A78-A720-889D-6915DB3B86F1}"/>
          </ac:picMkLst>
        </pc:picChg>
        <pc:cxnChg chg="mod">
          <ac:chgData name="One Skill" userId="8d49c830ac36a521" providerId="LiveId" clId="{250BA3F6-20AF-224D-A224-3EE43FDC11EA}" dt="2022-11-05T14:11:51.644" v="333"/>
          <ac:cxnSpMkLst>
            <pc:docMk/>
            <pc:sldMk cId="3352971447" sldId="259"/>
            <ac:cxnSpMk id="19" creationId="{7E1D3BB8-0D0C-0976-5431-605CE395F729}"/>
          </ac:cxnSpMkLst>
        </pc:cxnChg>
        <pc:cxnChg chg="mod">
          <ac:chgData name="One Skill" userId="8d49c830ac36a521" providerId="LiveId" clId="{250BA3F6-20AF-224D-A224-3EE43FDC11EA}" dt="2022-11-05T14:11:51.644" v="333"/>
          <ac:cxnSpMkLst>
            <pc:docMk/>
            <pc:sldMk cId="3352971447" sldId="259"/>
            <ac:cxnSpMk id="20" creationId="{E6B5617A-C596-CCDA-7244-C164518D1BEE}"/>
          </ac:cxnSpMkLst>
        </pc:cxnChg>
        <pc:cxnChg chg="mod">
          <ac:chgData name="One Skill" userId="8d49c830ac36a521" providerId="LiveId" clId="{250BA3F6-20AF-224D-A224-3EE43FDC11EA}" dt="2022-11-05T14:11:51.644" v="333"/>
          <ac:cxnSpMkLst>
            <pc:docMk/>
            <pc:sldMk cId="3352971447" sldId="259"/>
            <ac:cxnSpMk id="21" creationId="{CBF302F5-765C-BF8A-E45C-2C67F7119AFF}"/>
          </ac:cxnSpMkLst>
        </pc:cxnChg>
      </pc:sldChg>
      <pc:sldChg chg="addSp delSp modSp new mod ord setBg">
        <pc:chgData name="One Skill" userId="8d49c830ac36a521" providerId="LiveId" clId="{250BA3F6-20AF-224D-A224-3EE43FDC11EA}" dt="2022-11-05T18:48:29.796" v="4325" actId="20578"/>
        <pc:sldMkLst>
          <pc:docMk/>
          <pc:sldMk cId="533227261" sldId="260"/>
        </pc:sldMkLst>
        <pc:spChg chg="mod">
          <ac:chgData name="One Skill" userId="8d49c830ac36a521" providerId="LiveId" clId="{250BA3F6-20AF-224D-A224-3EE43FDC11EA}" dt="2022-11-05T14:21:06.301" v="486"/>
          <ac:spMkLst>
            <pc:docMk/>
            <pc:sldMk cId="533227261" sldId="260"/>
            <ac:spMk id="4" creationId="{EEA8277D-4D80-DFF6-A345-462D987B1A70}"/>
          </ac:spMkLst>
        </pc:spChg>
        <pc:spChg chg="mod">
          <ac:chgData name="One Skill" userId="8d49c830ac36a521" providerId="LiveId" clId="{250BA3F6-20AF-224D-A224-3EE43FDC11EA}" dt="2022-11-05T14:21:06.301" v="486"/>
          <ac:spMkLst>
            <pc:docMk/>
            <pc:sldMk cId="533227261" sldId="260"/>
            <ac:spMk id="5" creationId="{6CD760D9-EA4A-0A93-7D72-D4925AA87A6F}"/>
          </ac:spMkLst>
        </pc:spChg>
        <pc:spChg chg="mod">
          <ac:chgData name="One Skill" userId="8d49c830ac36a521" providerId="LiveId" clId="{250BA3F6-20AF-224D-A224-3EE43FDC11EA}" dt="2022-11-05T14:21:06.301" v="486"/>
          <ac:spMkLst>
            <pc:docMk/>
            <pc:sldMk cId="533227261" sldId="260"/>
            <ac:spMk id="6" creationId="{184A6C4E-CA3C-B437-F062-E30ED30B3FBC}"/>
          </ac:spMkLst>
        </pc:spChg>
        <pc:spChg chg="mod">
          <ac:chgData name="One Skill" userId="8d49c830ac36a521" providerId="LiveId" clId="{250BA3F6-20AF-224D-A224-3EE43FDC11EA}" dt="2022-11-05T14:21:06.301" v="486"/>
          <ac:spMkLst>
            <pc:docMk/>
            <pc:sldMk cId="533227261" sldId="260"/>
            <ac:spMk id="9" creationId="{504DF810-2281-9359-E2AC-0DFC4DDF0C06}"/>
          </ac:spMkLst>
        </pc:spChg>
        <pc:spChg chg="mod">
          <ac:chgData name="One Skill" userId="8d49c830ac36a521" providerId="LiveId" clId="{250BA3F6-20AF-224D-A224-3EE43FDC11EA}" dt="2022-11-05T14:21:06.301" v="486"/>
          <ac:spMkLst>
            <pc:docMk/>
            <pc:sldMk cId="533227261" sldId="260"/>
            <ac:spMk id="11" creationId="{BEF2507F-D2CF-1BE4-2659-93D9C2CAF004}"/>
          </ac:spMkLst>
        </pc:spChg>
        <pc:spChg chg="mod">
          <ac:chgData name="One Skill" userId="8d49c830ac36a521" providerId="LiveId" clId="{250BA3F6-20AF-224D-A224-3EE43FDC11EA}" dt="2022-11-05T14:21:06.301" v="486"/>
          <ac:spMkLst>
            <pc:docMk/>
            <pc:sldMk cId="533227261" sldId="260"/>
            <ac:spMk id="12" creationId="{F7ABFA7B-E6C5-8E26-4327-0A8D427B1E7E}"/>
          </ac:spMkLst>
        </pc:spChg>
        <pc:spChg chg="mod">
          <ac:chgData name="One Skill" userId="8d49c830ac36a521" providerId="LiveId" clId="{250BA3F6-20AF-224D-A224-3EE43FDC11EA}" dt="2022-11-05T14:21:06.301" v="486"/>
          <ac:spMkLst>
            <pc:docMk/>
            <pc:sldMk cId="533227261" sldId="260"/>
            <ac:spMk id="14" creationId="{43246A22-6D75-72CF-DBC6-F9F442168302}"/>
          </ac:spMkLst>
        </pc:spChg>
        <pc:spChg chg="mod">
          <ac:chgData name="One Skill" userId="8d49c830ac36a521" providerId="LiveId" clId="{250BA3F6-20AF-224D-A224-3EE43FDC11EA}" dt="2022-11-05T14:21:06.301" v="486"/>
          <ac:spMkLst>
            <pc:docMk/>
            <pc:sldMk cId="533227261" sldId="260"/>
            <ac:spMk id="16" creationId="{1649C2E6-BFB0-FC04-E49A-D272226FDF07}"/>
          </ac:spMkLst>
        </pc:spChg>
        <pc:spChg chg="mod">
          <ac:chgData name="One Skill" userId="8d49c830ac36a521" providerId="LiveId" clId="{250BA3F6-20AF-224D-A224-3EE43FDC11EA}" dt="2022-11-05T14:21:06.301" v="486"/>
          <ac:spMkLst>
            <pc:docMk/>
            <pc:sldMk cId="533227261" sldId="260"/>
            <ac:spMk id="17" creationId="{96806426-9C69-B5C3-DE75-D486411227DF}"/>
          </ac:spMkLst>
        </pc:spChg>
        <pc:spChg chg="mod">
          <ac:chgData name="One Skill" userId="8d49c830ac36a521" providerId="LiveId" clId="{250BA3F6-20AF-224D-A224-3EE43FDC11EA}" dt="2022-11-05T14:21:06.301" v="486"/>
          <ac:spMkLst>
            <pc:docMk/>
            <pc:sldMk cId="533227261" sldId="260"/>
            <ac:spMk id="19" creationId="{B7D03D17-93CD-DD5B-9AEE-55F9972D94D9}"/>
          </ac:spMkLst>
        </pc:spChg>
        <pc:spChg chg="mod">
          <ac:chgData name="One Skill" userId="8d49c830ac36a521" providerId="LiveId" clId="{250BA3F6-20AF-224D-A224-3EE43FDC11EA}" dt="2022-11-05T14:21:06.301" v="486"/>
          <ac:spMkLst>
            <pc:docMk/>
            <pc:sldMk cId="533227261" sldId="260"/>
            <ac:spMk id="21" creationId="{5EE12329-9950-2210-DD52-ADEB776B6FF7}"/>
          </ac:spMkLst>
        </pc:spChg>
        <pc:spChg chg="mod">
          <ac:chgData name="One Skill" userId="8d49c830ac36a521" providerId="LiveId" clId="{250BA3F6-20AF-224D-A224-3EE43FDC11EA}" dt="2022-11-05T14:21:06.301" v="486"/>
          <ac:spMkLst>
            <pc:docMk/>
            <pc:sldMk cId="533227261" sldId="260"/>
            <ac:spMk id="22" creationId="{98C19AC8-9312-709D-2616-9124C18D62AA}"/>
          </ac:spMkLst>
        </pc:spChg>
        <pc:spChg chg="mod">
          <ac:chgData name="One Skill" userId="8d49c830ac36a521" providerId="LiveId" clId="{250BA3F6-20AF-224D-A224-3EE43FDC11EA}" dt="2022-11-05T14:21:06.301" v="486"/>
          <ac:spMkLst>
            <pc:docMk/>
            <pc:sldMk cId="533227261" sldId="260"/>
            <ac:spMk id="24" creationId="{CF34AF39-2173-6FFB-35C8-1494D9A5C1EF}"/>
          </ac:spMkLst>
        </pc:spChg>
        <pc:spChg chg="mod">
          <ac:chgData name="One Skill" userId="8d49c830ac36a521" providerId="LiveId" clId="{250BA3F6-20AF-224D-A224-3EE43FDC11EA}" dt="2022-11-05T14:21:06.301" v="486"/>
          <ac:spMkLst>
            <pc:docMk/>
            <pc:sldMk cId="533227261" sldId="260"/>
            <ac:spMk id="26" creationId="{662D7BA3-58DD-171F-7156-649C92EC9035}"/>
          </ac:spMkLst>
        </pc:spChg>
        <pc:spChg chg="mod">
          <ac:chgData name="One Skill" userId="8d49c830ac36a521" providerId="LiveId" clId="{250BA3F6-20AF-224D-A224-3EE43FDC11EA}" dt="2022-11-05T14:21:06.301" v="486"/>
          <ac:spMkLst>
            <pc:docMk/>
            <pc:sldMk cId="533227261" sldId="260"/>
            <ac:spMk id="27" creationId="{5C58FFBF-ED09-D638-C1D5-A9AACA8C3C87}"/>
          </ac:spMkLst>
        </pc:spChg>
        <pc:spChg chg="mod">
          <ac:chgData name="One Skill" userId="8d49c830ac36a521" providerId="LiveId" clId="{250BA3F6-20AF-224D-A224-3EE43FDC11EA}" dt="2022-11-05T14:21:09.729" v="488"/>
          <ac:spMkLst>
            <pc:docMk/>
            <pc:sldMk cId="533227261" sldId="260"/>
            <ac:spMk id="30" creationId="{0E3C96DA-F04F-B6D7-DB37-63F2EF690EEB}"/>
          </ac:spMkLst>
        </pc:spChg>
        <pc:spChg chg="mod">
          <ac:chgData name="One Skill" userId="8d49c830ac36a521" providerId="LiveId" clId="{250BA3F6-20AF-224D-A224-3EE43FDC11EA}" dt="2022-11-05T14:21:09.729" v="488"/>
          <ac:spMkLst>
            <pc:docMk/>
            <pc:sldMk cId="533227261" sldId="260"/>
            <ac:spMk id="31" creationId="{D15A457E-FAE0-B416-EC44-63F8A5D14717}"/>
          </ac:spMkLst>
        </pc:spChg>
        <pc:spChg chg="mod">
          <ac:chgData name="One Skill" userId="8d49c830ac36a521" providerId="LiveId" clId="{250BA3F6-20AF-224D-A224-3EE43FDC11EA}" dt="2022-11-05T14:21:09.729" v="488"/>
          <ac:spMkLst>
            <pc:docMk/>
            <pc:sldMk cId="533227261" sldId="260"/>
            <ac:spMk id="32" creationId="{79D47DA2-9086-85BE-8A32-A4B851669952}"/>
          </ac:spMkLst>
        </pc:spChg>
        <pc:spChg chg="mod">
          <ac:chgData name="One Skill" userId="8d49c830ac36a521" providerId="LiveId" clId="{250BA3F6-20AF-224D-A224-3EE43FDC11EA}" dt="2022-11-05T14:21:09.729" v="488"/>
          <ac:spMkLst>
            <pc:docMk/>
            <pc:sldMk cId="533227261" sldId="260"/>
            <ac:spMk id="35" creationId="{FAF26C5B-0E43-EA0C-62D7-CFA7FF76C038}"/>
          </ac:spMkLst>
        </pc:spChg>
        <pc:spChg chg="mod">
          <ac:chgData name="One Skill" userId="8d49c830ac36a521" providerId="LiveId" clId="{250BA3F6-20AF-224D-A224-3EE43FDC11EA}" dt="2022-11-05T14:21:09.729" v="488"/>
          <ac:spMkLst>
            <pc:docMk/>
            <pc:sldMk cId="533227261" sldId="260"/>
            <ac:spMk id="37" creationId="{C81682A3-E45F-02B1-C27E-240C3DAA07B6}"/>
          </ac:spMkLst>
        </pc:spChg>
        <pc:spChg chg="mod">
          <ac:chgData name="One Skill" userId="8d49c830ac36a521" providerId="LiveId" clId="{250BA3F6-20AF-224D-A224-3EE43FDC11EA}" dt="2022-11-05T14:21:09.729" v="488"/>
          <ac:spMkLst>
            <pc:docMk/>
            <pc:sldMk cId="533227261" sldId="260"/>
            <ac:spMk id="38" creationId="{8A434457-66C4-86A0-9A2D-BA979896DCBF}"/>
          </ac:spMkLst>
        </pc:spChg>
        <pc:spChg chg="mod">
          <ac:chgData name="One Skill" userId="8d49c830ac36a521" providerId="LiveId" clId="{250BA3F6-20AF-224D-A224-3EE43FDC11EA}" dt="2022-11-05T14:21:09.729" v="488"/>
          <ac:spMkLst>
            <pc:docMk/>
            <pc:sldMk cId="533227261" sldId="260"/>
            <ac:spMk id="40" creationId="{C3880235-81B9-A03D-EAB6-085FC90BC3BD}"/>
          </ac:spMkLst>
        </pc:spChg>
        <pc:spChg chg="mod">
          <ac:chgData name="One Skill" userId="8d49c830ac36a521" providerId="LiveId" clId="{250BA3F6-20AF-224D-A224-3EE43FDC11EA}" dt="2022-11-05T14:21:09.729" v="488"/>
          <ac:spMkLst>
            <pc:docMk/>
            <pc:sldMk cId="533227261" sldId="260"/>
            <ac:spMk id="42" creationId="{4E47E860-0B0E-93F4-1369-BFE3D6A828D5}"/>
          </ac:spMkLst>
        </pc:spChg>
        <pc:spChg chg="mod">
          <ac:chgData name="One Skill" userId="8d49c830ac36a521" providerId="LiveId" clId="{250BA3F6-20AF-224D-A224-3EE43FDC11EA}" dt="2022-11-05T14:21:09.729" v="488"/>
          <ac:spMkLst>
            <pc:docMk/>
            <pc:sldMk cId="533227261" sldId="260"/>
            <ac:spMk id="43" creationId="{2074E261-BFE9-1398-CCF9-96CE38E7EBB7}"/>
          </ac:spMkLst>
        </pc:spChg>
        <pc:spChg chg="mod">
          <ac:chgData name="One Skill" userId="8d49c830ac36a521" providerId="LiveId" clId="{250BA3F6-20AF-224D-A224-3EE43FDC11EA}" dt="2022-11-05T14:21:09.729" v="488"/>
          <ac:spMkLst>
            <pc:docMk/>
            <pc:sldMk cId="533227261" sldId="260"/>
            <ac:spMk id="45" creationId="{0383AF31-E956-EC85-8F16-8CCE158F6D0B}"/>
          </ac:spMkLst>
        </pc:spChg>
        <pc:spChg chg="mod">
          <ac:chgData name="One Skill" userId="8d49c830ac36a521" providerId="LiveId" clId="{250BA3F6-20AF-224D-A224-3EE43FDC11EA}" dt="2022-11-05T14:21:09.729" v="488"/>
          <ac:spMkLst>
            <pc:docMk/>
            <pc:sldMk cId="533227261" sldId="260"/>
            <ac:spMk id="47" creationId="{7A32A4C5-9053-3D9C-798A-F18F17EE933F}"/>
          </ac:spMkLst>
        </pc:spChg>
        <pc:spChg chg="mod">
          <ac:chgData name="One Skill" userId="8d49c830ac36a521" providerId="LiveId" clId="{250BA3F6-20AF-224D-A224-3EE43FDC11EA}" dt="2022-11-05T14:21:09.729" v="488"/>
          <ac:spMkLst>
            <pc:docMk/>
            <pc:sldMk cId="533227261" sldId="260"/>
            <ac:spMk id="48" creationId="{46DF770F-E654-21B9-A13B-CFD60EB305AE}"/>
          </ac:spMkLst>
        </pc:spChg>
        <pc:spChg chg="mod">
          <ac:chgData name="One Skill" userId="8d49c830ac36a521" providerId="LiveId" clId="{250BA3F6-20AF-224D-A224-3EE43FDC11EA}" dt="2022-11-05T14:21:09.729" v="488"/>
          <ac:spMkLst>
            <pc:docMk/>
            <pc:sldMk cId="533227261" sldId="260"/>
            <ac:spMk id="50" creationId="{F89F8B6E-61D2-627C-47BD-B13E2C794683}"/>
          </ac:spMkLst>
        </pc:spChg>
        <pc:spChg chg="mod">
          <ac:chgData name="One Skill" userId="8d49c830ac36a521" providerId="LiveId" clId="{250BA3F6-20AF-224D-A224-3EE43FDC11EA}" dt="2022-11-05T14:21:09.729" v="488"/>
          <ac:spMkLst>
            <pc:docMk/>
            <pc:sldMk cId="533227261" sldId="260"/>
            <ac:spMk id="52" creationId="{FFAB9431-FE27-F2BB-E5BD-322A182B942D}"/>
          </ac:spMkLst>
        </pc:spChg>
        <pc:spChg chg="mod">
          <ac:chgData name="One Skill" userId="8d49c830ac36a521" providerId="LiveId" clId="{250BA3F6-20AF-224D-A224-3EE43FDC11EA}" dt="2022-11-05T14:21:09.729" v="488"/>
          <ac:spMkLst>
            <pc:docMk/>
            <pc:sldMk cId="533227261" sldId="260"/>
            <ac:spMk id="53" creationId="{8F4A00E3-C90B-7B5C-8B26-A91A26D7639B}"/>
          </ac:spMkLst>
        </pc:spChg>
        <pc:spChg chg="add mod">
          <ac:chgData name="One Skill" userId="8d49c830ac36a521" providerId="LiveId" clId="{250BA3F6-20AF-224D-A224-3EE43FDC11EA}" dt="2022-11-05T14:22:43.697" v="495"/>
          <ac:spMkLst>
            <pc:docMk/>
            <pc:sldMk cId="533227261" sldId="260"/>
            <ac:spMk id="60" creationId="{08346142-4403-0DCF-34CA-FF46969FEAFC}"/>
          </ac:spMkLst>
        </pc:spChg>
        <pc:spChg chg="add mod">
          <ac:chgData name="One Skill" userId="8d49c830ac36a521" providerId="LiveId" clId="{250BA3F6-20AF-224D-A224-3EE43FDC11EA}" dt="2022-11-05T14:22:43.697" v="495"/>
          <ac:spMkLst>
            <pc:docMk/>
            <pc:sldMk cId="533227261" sldId="260"/>
            <ac:spMk id="69" creationId="{58CCDD59-0A1E-733D-2CDF-131C531F6FEF}"/>
          </ac:spMkLst>
        </pc:spChg>
        <pc:spChg chg="add mod">
          <ac:chgData name="One Skill" userId="8d49c830ac36a521" providerId="LiveId" clId="{250BA3F6-20AF-224D-A224-3EE43FDC11EA}" dt="2022-11-05T14:22:43.697" v="495"/>
          <ac:spMkLst>
            <pc:docMk/>
            <pc:sldMk cId="533227261" sldId="260"/>
            <ac:spMk id="70" creationId="{0D5EE580-CB5A-BDCF-2DBF-ED60BB17300F}"/>
          </ac:spMkLst>
        </pc:spChg>
        <pc:spChg chg="add mod">
          <ac:chgData name="One Skill" userId="8d49c830ac36a521" providerId="LiveId" clId="{250BA3F6-20AF-224D-A224-3EE43FDC11EA}" dt="2022-11-05T14:22:43.697" v="495"/>
          <ac:spMkLst>
            <pc:docMk/>
            <pc:sldMk cId="533227261" sldId="260"/>
            <ac:spMk id="71" creationId="{5746DA78-DFAB-4756-DCD0-00B7CE49FB65}"/>
          </ac:spMkLst>
        </pc:spChg>
        <pc:spChg chg="add mod">
          <ac:chgData name="One Skill" userId="8d49c830ac36a521" providerId="LiveId" clId="{250BA3F6-20AF-224D-A224-3EE43FDC11EA}" dt="2022-11-05T14:22:43.697" v="495"/>
          <ac:spMkLst>
            <pc:docMk/>
            <pc:sldMk cId="533227261" sldId="260"/>
            <ac:spMk id="72" creationId="{036D44B7-0E24-8027-37DD-98B60AB30C6D}"/>
          </ac:spMkLst>
        </pc:spChg>
        <pc:spChg chg="add mod">
          <ac:chgData name="One Skill" userId="8d49c830ac36a521" providerId="LiveId" clId="{250BA3F6-20AF-224D-A224-3EE43FDC11EA}" dt="2022-11-05T14:22:43.697" v="495"/>
          <ac:spMkLst>
            <pc:docMk/>
            <pc:sldMk cId="533227261" sldId="260"/>
            <ac:spMk id="73" creationId="{AB5CBB5B-37C9-3929-D955-6D4C22506100}"/>
          </ac:spMkLst>
        </pc:spChg>
        <pc:spChg chg="mod">
          <ac:chgData name="One Skill" userId="8d49c830ac36a521" providerId="LiveId" clId="{250BA3F6-20AF-224D-A224-3EE43FDC11EA}" dt="2022-11-05T14:23:36.819" v="502"/>
          <ac:spMkLst>
            <pc:docMk/>
            <pc:sldMk cId="533227261" sldId="260"/>
            <ac:spMk id="77" creationId="{6F43757E-E270-037E-BCDF-9D3BBEC4B236}"/>
          </ac:spMkLst>
        </pc:spChg>
        <pc:spChg chg="mod">
          <ac:chgData name="One Skill" userId="8d49c830ac36a521" providerId="LiveId" clId="{250BA3F6-20AF-224D-A224-3EE43FDC11EA}" dt="2022-11-05T14:23:36.819" v="502"/>
          <ac:spMkLst>
            <pc:docMk/>
            <pc:sldMk cId="533227261" sldId="260"/>
            <ac:spMk id="78" creationId="{D8FA8AEF-D925-820D-DD1A-DACA02BB5E7B}"/>
          </ac:spMkLst>
        </pc:spChg>
        <pc:spChg chg="mod">
          <ac:chgData name="One Skill" userId="8d49c830ac36a521" providerId="LiveId" clId="{250BA3F6-20AF-224D-A224-3EE43FDC11EA}" dt="2022-11-05T14:23:36.819" v="502"/>
          <ac:spMkLst>
            <pc:docMk/>
            <pc:sldMk cId="533227261" sldId="260"/>
            <ac:spMk id="79" creationId="{DD4159AD-AA18-678D-43B0-80FA6172BD37}"/>
          </ac:spMkLst>
        </pc:spChg>
        <pc:spChg chg="mod">
          <ac:chgData name="One Skill" userId="8d49c830ac36a521" providerId="LiveId" clId="{250BA3F6-20AF-224D-A224-3EE43FDC11EA}" dt="2022-11-05T14:23:36.819" v="502"/>
          <ac:spMkLst>
            <pc:docMk/>
            <pc:sldMk cId="533227261" sldId="260"/>
            <ac:spMk id="80" creationId="{342EDC80-9CC6-7398-FF4F-BDBFE034EBFA}"/>
          </ac:spMkLst>
        </pc:spChg>
        <pc:spChg chg="mod">
          <ac:chgData name="One Skill" userId="8d49c830ac36a521" providerId="LiveId" clId="{250BA3F6-20AF-224D-A224-3EE43FDC11EA}" dt="2022-11-05T14:23:36.819" v="502"/>
          <ac:spMkLst>
            <pc:docMk/>
            <pc:sldMk cId="533227261" sldId="260"/>
            <ac:spMk id="81" creationId="{E984BBDA-3063-2AA4-5936-8C49451FCA0B}"/>
          </ac:spMkLst>
        </pc:spChg>
        <pc:spChg chg="mod">
          <ac:chgData name="One Skill" userId="8d49c830ac36a521" providerId="LiveId" clId="{250BA3F6-20AF-224D-A224-3EE43FDC11EA}" dt="2022-11-05T14:23:36.819" v="502"/>
          <ac:spMkLst>
            <pc:docMk/>
            <pc:sldMk cId="533227261" sldId="260"/>
            <ac:spMk id="82" creationId="{58EF9BF8-B827-DD1E-0E82-E7B6072A78A8}"/>
          </ac:spMkLst>
        </pc:spChg>
        <pc:spChg chg="mod">
          <ac:chgData name="One Skill" userId="8d49c830ac36a521" providerId="LiveId" clId="{250BA3F6-20AF-224D-A224-3EE43FDC11EA}" dt="2022-11-05T14:23:36.819" v="502"/>
          <ac:spMkLst>
            <pc:docMk/>
            <pc:sldMk cId="533227261" sldId="260"/>
            <ac:spMk id="83" creationId="{C59D38B9-FA0D-E74C-682E-37A9AD146BC7}"/>
          </ac:spMkLst>
        </pc:spChg>
        <pc:spChg chg="mod">
          <ac:chgData name="One Skill" userId="8d49c830ac36a521" providerId="LiveId" clId="{250BA3F6-20AF-224D-A224-3EE43FDC11EA}" dt="2022-11-05T14:23:36.819" v="502"/>
          <ac:spMkLst>
            <pc:docMk/>
            <pc:sldMk cId="533227261" sldId="260"/>
            <ac:spMk id="84" creationId="{6FDA1E67-A029-87AC-67C1-FE296BE31703}"/>
          </ac:spMkLst>
        </pc:spChg>
        <pc:spChg chg="mod">
          <ac:chgData name="One Skill" userId="8d49c830ac36a521" providerId="LiveId" clId="{250BA3F6-20AF-224D-A224-3EE43FDC11EA}" dt="2022-11-05T14:23:36.819" v="502"/>
          <ac:spMkLst>
            <pc:docMk/>
            <pc:sldMk cId="533227261" sldId="260"/>
            <ac:spMk id="85" creationId="{A4B41381-58BB-7B70-6F67-3D86DFCAB291}"/>
          </ac:spMkLst>
        </pc:spChg>
        <pc:spChg chg="mod">
          <ac:chgData name="One Skill" userId="8d49c830ac36a521" providerId="LiveId" clId="{250BA3F6-20AF-224D-A224-3EE43FDC11EA}" dt="2022-11-05T14:23:36.819" v="502"/>
          <ac:spMkLst>
            <pc:docMk/>
            <pc:sldMk cId="533227261" sldId="260"/>
            <ac:spMk id="86" creationId="{747DB531-C85B-18FC-3AEA-1E7802CCD4FA}"/>
          </ac:spMkLst>
        </pc:spChg>
        <pc:spChg chg="mod">
          <ac:chgData name="One Skill" userId="8d49c830ac36a521" providerId="LiveId" clId="{250BA3F6-20AF-224D-A224-3EE43FDC11EA}" dt="2022-11-05T14:23:36.819" v="502"/>
          <ac:spMkLst>
            <pc:docMk/>
            <pc:sldMk cId="533227261" sldId="260"/>
            <ac:spMk id="87" creationId="{BCCE5BAD-B9F4-0CB5-CC61-E36381287BCA}"/>
          </ac:spMkLst>
        </pc:spChg>
        <pc:spChg chg="mod">
          <ac:chgData name="One Skill" userId="8d49c830ac36a521" providerId="LiveId" clId="{250BA3F6-20AF-224D-A224-3EE43FDC11EA}" dt="2022-11-05T14:23:36.819" v="502"/>
          <ac:spMkLst>
            <pc:docMk/>
            <pc:sldMk cId="533227261" sldId="260"/>
            <ac:spMk id="88" creationId="{1BBF4CB9-D8D9-2A5D-E98D-E4FC94C699DF}"/>
          </ac:spMkLst>
        </pc:spChg>
        <pc:spChg chg="mod">
          <ac:chgData name="One Skill" userId="8d49c830ac36a521" providerId="LiveId" clId="{250BA3F6-20AF-224D-A224-3EE43FDC11EA}" dt="2022-11-05T14:23:36.819" v="502"/>
          <ac:spMkLst>
            <pc:docMk/>
            <pc:sldMk cId="533227261" sldId="260"/>
            <ac:spMk id="89" creationId="{1B262357-6322-365C-478B-9CFBFB400F33}"/>
          </ac:spMkLst>
        </pc:spChg>
        <pc:spChg chg="mod">
          <ac:chgData name="One Skill" userId="8d49c830ac36a521" providerId="LiveId" clId="{250BA3F6-20AF-224D-A224-3EE43FDC11EA}" dt="2022-11-05T14:23:36.819" v="502"/>
          <ac:spMkLst>
            <pc:docMk/>
            <pc:sldMk cId="533227261" sldId="260"/>
            <ac:spMk id="90" creationId="{4403FA10-58DB-48AB-FFFA-5E9CC967D772}"/>
          </ac:spMkLst>
        </pc:spChg>
        <pc:spChg chg="mod">
          <ac:chgData name="One Skill" userId="8d49c830ac36a521" providerId="LiveId" clId="{250BA3F6-20AF-224D-A224-3EE43FDC11EA}" dt="2022-11-05T14:23:36.819" v="502"/>
          <ac:spMkLst>
            <pc:docMk/>
            <pc:sldMk cId="533227261" sldId="260"/>
            <ac:spMk id="91" creationId="{1158E0DA-9879-687B-3836-0C78EDCFE58A}"/>
          </ac:spMkLst>
        </pc:spChg>
        <pc:spChg chg="mod">
          <ac:chgData name="One Skill" userId="8d49c830ac36a521" providerId="LiveId" clId="{250BA3F6-20AF-224D-A224-3EE43FDC11EA}" dt="2022-11-05T14:23:36.819" v="502"/>
          <ac:spMkLst>
            <pc:docMk/>
            <pc:sldMk cId="533227261" sldId="260"/>
            <ac:spMk id="92" creationId="{02A021D9-DA32-81B4-35C2-02A6516DFF18}"/>
          </ac:spMkLst>
        </pc:spChg>
        <pc:spChg chg="mod">
          <ac:chgData name="One Skill" userId="8d49c830ac36a521" providerId="LiveId" clId="{250BA3F6-20AF-224D-A224-3EE43FDC11EA}" dt="2022-11-05T14:23:36.819" v="502"/>
          <ac:spMkLst>
            <pc:docMk/>
            <pc:sldMk cId="533227261" sldId="260"/>
            <ac:spMk id="93" creationId="{9F8AEBE0-9D8F-6AD5-B2D7-5308CD6139FA}"/>
          </ac:spMkLst>
        </pc:spChg>
        <pc:spChg chg="mod">
          <ac:chgData name="One Skill" userId="8d49c830ac36a521" providerId="LiveId" clId="{250BA3F6-20AF-224D-A224-3EE43FDC11EA}" dt="2022-11-05T14:23:36.819" v="502"/>
          <ac:spMkLst>
            <pc:docMk/>
            <pc:sldMk cId="533227261" sldId="260"/>
            <ac:spMk id="94" creationId="{0F014ABC-5A91-244C-509D-4803128D3C8E}"/>
          </ac:spMkLst>
        </pc:spChg>
        <pc:spChg chg="mod">
          <ac:chgData name="One Skill" userId="8d49c830ac36a521" providerId="LiveId" clId="{250BA3F6-20AF-224D-A224-3EE43FDC11EA}" dt="2022-11-05T14:23:36.819" v="502"/>
          <ac:spMkLst>
            <pc:docMk/>
            <pc:sldMk cId="533227261" sldId="260"/>
            <ac:spMk id="95" creationId="{BBBFC545-5955-67ED-DDB4-626A6D0200D4}"/>
          </ac:spMkLst>
        </pc:spChg>
        <pc:spChg chg="mod">
          <ac:chgData name="One Skill" userId="8d49c830ac36a521" providerId="LiveId" clId="{250BA3F6-20AF-224D-A224-3EE43FDC11EA}" dt="2022-11-05T14:23:36.819" v="502"/>
          <ac:spMkLst>
            <pc:docMk/>
            <pc:sldMk cId="533227261" sldId="260"/>
            <ac:spMk id="96" creationId="{FA978995-D3EF-B670-3E92-78BEF3A6D38E}"/>
          </ac:spMkLst>
        </pc:spChg>
        <pc:grpChg chg="add del mod">
          <ac:chgData name="One Skill" userId="8d49c830ac36a521" providerId="LiveId" clId="{250BA3F6-20AF-224D-A224-3EE43FDC11EA}" dt="2022-11-05T14:21:09.675" v="487"/>
          <ac:grpSpMkLst>
            <pc:docMk/>
            <pc:sldMk cId="533227261" sldId="260"/>
            <ac:grpSpMk id="2" creationId="{9CD5BFCA-64FC-4367-F1C8-A264DD2CD2AC}"/>
          </ac:grpSpMkLst>
        </pc:grpChg>
        <pc:grpChg chg="mod">
          <ac:chgData name="One Skill" userId="8d49c830ac36a521" providerId="LiveId" clId="{250BA3F6-20AF-224D-A224-3EE43FDC11EA}" dt="2022-11-05T14:21:06.301" v="486"/>
          <ac:grpSpMkLst>
            <pc:docMk/>
            <pc:sldMk cId="533227261" sldId="260"/>
            <ac:grpSpMk id="3" creationId="{6919A121-4D8F-71EC-4CC7-CBB8929DDC86}"/>
          </ac:grpSpMkLst>
        </pc:grpChg>
        <pc:grpChg chg="add del mod">
          <ac:chgData name="One Skill" userId="8d49c830ac36a521" providerId="LiveId" clId="{250BA3F6-20AF-224D-A224-3EE43FDC11EA}" dt="2022-11-05T14:21:09.675" v="487"/>
          <ac:grpSpMkLst>
            <pc:docMk/>
            <pc:sldMk cId="533227261" sldId="260"/>
            <ac:grpSpMk id="8" creationId="{A9E2F02C-F23B-CDEE-06FA-B1A38A66C6B2}"/>
          </ac:grpSpMkLst>
        </pc:grpChg>
        <pc:grpChg chg="add del mod">
          <ac:chgData name="One Skill" userId="8d49c830ac36a521" providerId="LiveId" clId="{250BA3F6-20AF-224D-A224-3EE43FDC11EA}" dt="2022-11-05T14:21:09.675" v="487"/>
          <ac:grpSpMkLst>
            <pc:docMk/>
            <pc:sldMk cId="533227261" sldId="260"/>
            <ac:grpSpMk id="13" creationId="{E25F7C02-0975-2DCA-1A80-DEEDA21998D0}"/>
          </ac:grpSpMkLst>
        </pc:grpChg>
        <pc:grpChg chg="add del mod">
          <ac:chgData name="One Skill" userId="8d49c830ac36a521" providerId="LiveId" clId="{250BA3F6-20AF-224D-A224-3EE43FDC11EA}" dt="2022-11-05T14:21:09.675" v="487"/>
          <ac:grpSpMkLst>
            <pc:docMk/>
            <pc:sldMk cId="533227261" sldId="260"/>
            <ac:grpSpMk id="18" creationId="{6E0ED922-1868-153B-3E72-0D2E7A1A082A}"/>
          </ac:grpSpMkLst>
        </pc:grpChg>
        <pc:grpChg chg="add del mod">
          <ac:chgData name="One Skill" userId="8d49c830ac36a521" providerId="LiveId" clId="{250BA3F6-20AF-224D-A224-3EE43FDC11EA}" dt="2022-11-05T14:21:09.675" v="487"/>
          <ac:grpSpMkLst>
            <pc:docMk/>
            <pc:sldMk cId="533227261" sldId="260"/>
            <ac:grpSpMk id="23" creationId="{E0278656-5CCF-212E-4E67-F670234E9707}"/>
          </ac:grpSpMkLst>
        </pc:grpChg>
        <pc:grpChg chg="add mod">
          <ac:chgData name="One Skill" userId="8d49c830ac36a521" providerId="LiveId" clId="{250BA3F6-20AF-224D-A224-3EE43FDC11EA}" dt="2022-11-05T14:23:11.006" v="498" actId="1076"/>
          <ac:grpSpMkLst>
            <pc:docMk/>
            <pc:sldMk cId="533227261" sldId="260"/>
            <ac:grpSpMk id="28" creationId="{A5C2EBFE-52CA-C8DC-1AB7-21D2898C5EFD}"/>
          </ac:grpSpMkLst>
        </pc:grpChg>
        <pc:grpChg chg="mod">
          <ac:chgData name="One Skill" userId="8d49c830ac36a521" providerId="LiveId" clId="{250BA3F6-20AF-224D-A224-3EE43FDC11EA}" dt="2022-11-05T14:21:09.729" v="488"/>
          <ac:grpSpMkLst>
            <pc:docMk/>
            <pc:sldMk cId="533227261" sldId="260"/>
            <ac:grpSpMk id="29" creationId="{0A9AC6FB-0FD9-8928-60DD-04F22E0E4A94}"/>
          </ac:grpSpMkLst>
        </pc:grpChg>
        <pc:grpChg chg="add mod">
          <ac:chgData name="One Skill" userId="8d49c830ac36a521" providerId="LiveId" clId="{250BA3F6-20AF-224D-A224-3EE43FDC11EA}" dt="2022-11-05T14:23:11.006" v="498" actId="1076"/>
          <ac:grpSpMkLst>
            <pc:docMk/>
            <pc:sldMk cId="533227261" sldId="260"/>
            <ac:grpSpMk id="34" creationId="{AAE232F6-46A6-D382-B9C3-BFF71B65C8C5}"/>
          </ac:grpSpMkLst>
        </pc:grpChg>
        <pc:grpChg chg="add mod">
          <ac:chgData name="One Skill" userId="8d49c830ac36a521" providerId="LiveId" clId="{250BA3F6-20AF-224D-A224-3EE43FDC11EA}" dt="2022-11-05T14:23:11.006" v="498" actId="1076"/>
          <ac:grpSpMkLst>
            <pc:docMk/>
            <pc:sldMk cId="533227261" sldId="260"/>
            <ac:grpSpMk id="39" creationId="{4CE3C744-1A65-4752-AC09-2EE7A62EB9FD}"/>
          </ac:grpSpMkLst>
        </pc:grpChg>
        <pc:grpChg chg="add mod">
          <ac:chgData name="One Skill" userId="8d49c830ac36a521" providerId="LiveId" clId="{250BA3F6-20AF-224D-A224-3EE43FDC11EA}" dt="2022-11-05T14:23:11.006" v="498" actId="1076"/>
          <ac:grpSpMkLst>
            <pc:docMk/>
            <pc:sldMk cId="533227261" sldId="260"/>
            <ac:grpSpMk id="44" creationId="{EDE02842-7153-B1CA-43DD-2BEAA57DB953}"/>
          </ac:grpSpMkLst>
        </pc:grpChg>
        <pc:grpChg chg="add mod">
          <ac:chgData name="One Skill" userId="8d49c830ac36a521" providerId="LiveId" clId="{250BA3F6-20AF-224D-A224-3EE43FDC11EA}" dt="2022-11-05T14:23:11.006" v="498" actId="1076"/>
          <ac:grpSpMkLst>
            <pc:docMk/>
            <pc:sldMk cId="533227261" sldId="260"/>
            <ac:grpSpMk id="49" creationId="{DF74C1E3-C467-7877-87F5-1388FD7AEC34}"/>
          </ac:grpSpMkLst>
        </pc:grpChg>
        <pc:grpChg chg="add mod">
          <ac:chgData name="One Skill" userId="8d49c830ac36a521" providerId="LiveId" clId="{250BA3F6-20AF-224D-A224-3EE43FDC11EA}" dt="2022-11-05T14:22:43.697" v="495"/>
          <ac:grpSpMkLst>
            <pc:docMk/>
            <pc:sldMk cId="533227261" sldId="260"/>
            <ac:grpSpMk id="61" creationId="{D8E9865E-07EA-8D47-2573-CF222DA66FFE}"/>
          </ac:grpSpMkLst>
        </pc:grpChg>
        <pc:grpChg chg="add mod">
          <ac:chgData name="One Skill" userId="8d49c830ac36a521" providerId="LiveId" clId="{250BA3F6-20AF-224D-A224-3EE43FDC11EA}" dt="2022-11-05T14:22:43.697" v="495"/>
          <ac:grpSpMkLst>
            <pc:docMk/>
            <pc:sldMk cId="533227261" sldId="260"/>
            <ac:grpSpMk id="65" creationId="{ECCA5882-7FA2-4955-7345-FB22B1DC3B90}"/>
          </ac:grpSpMkLst>
        </pc:grpChg>
        <pc:grpChg chg="add del mod">
          <ac:chgData name="One Skill" userId="8d49c830ac36a521" providerId="LiveId" clId="{250BA3F6-20AF-224D-A224-3EE43FDC11EA}" dt="2022-11-05T16:14:43.354" v="1942" actId="167"/>
          <ac:grpSpMkLst>
            <pc:docMk/>
            <pc:sldMk cId="533227261" sldId="260"/>
            <ac:grpSpMk id="74" creationId="{2A361CFE-0CDC-3A82-312C-759DDFDB7411}"/>
          </ac:grpSpMkLst>
        </pc:grpChg>
        <pc:grpChg chg="mod">
          <ac:chgData name="One Skill" userId="8d49c830ac36a521" providerId="LiveId" clId="{250BA3F6-20AF-224D-A224-3EE43FDC11EA}" dt="2022-11-05T14:23:36.819" v="502"/>
          <ac:grpSpMkLst>
            <pc:docMk/>
            <pc:sldMk cId="533227261" sldId="260"/>
            <ac:grpSpMk id="75" creationId="{EC367783-F225-0281-3CDD-D3F41E82F751}"/>
          </ac:grpSpMkLst>
        </pc:grpChg>
        <pc:grpChg chg="mod">
          <ac:chgData name="One Skill" userId="8d49c830ac36a521" providerId="LiveId" clId="{250BA3F6-20AF-224D-A224-3EE43FDC11EA}" dt="2022-11-05T14:23:36.819" v="502"/>
          <ac:grpSpMkLst>
            <pc:docMk/>
            <pc:sldMk cId="533227261" sldId="260"/>
            <ac:grpSpMk id="76" creationId="{6775261F-3442-5672-B082-9D6536C35EAF}"/>
          </ac:grpSpMkLst>
        </pc:grpChg>
        <pc:picChg chg="add mod">
          <ac:chgData name="One Skill" userId="8d49c830ac36a521" providerId="LiveId" clId="{250BA3F6-20AF-224D-A224-3EE43FDC11EA}" dt="2022-11-05T16:30:17.990" v="2022" actId="167"/>
          <ac:picMkLst>
            <pc:docMk/>
            <pc:sldMk cId="533227261" sldId="260"/>
            <ac:picMk id="2" creationId="{E443FC28-AF2E-071D-4A23-26C697C1F99F}"/>
          </ac:picMkLst>
        </pc:picChg>
        <pc:picChg chg="add del mod">
          <ac:chgData name="One Skill" userId="8d49c830ac36a521" providerId="LiveId" clId="{250BA3F6-20AF-224D-A224-3EE43FDC11EA}" dt="2022-11-05T16:56:10.770" v="3868" actId="21"/>
          <ac:picMkLst>
            <pc:docMk/>
            <pc:sldMk cId="533227261" sldId="260"/>
            <ac:picMk id="4" creationId="{E1FC65C0-BF7B-8F56-5E3E-A04DB9904B57}"/>
          </ac:picMkLst>
        </pc:picChg>
        <pc:picChg chg="mod">
          <ac:chgData name="One Skill" userId="8d49c830ac36a521" providerId="LiveId" clId="{250BA3F6-20AF-224D-A224-3EE43FDC11EA}" dt="2022-11-05T14:21:06.301" v="486"/>
          <ac:picMkLst>
            <pc:docMk/>
            <pc:sldMk cId="533227261" sldId="260"/>
            <ac:picMk id="7" creationId="{67AC8CE2-A638-E916-D7CC-301470FDACD8}"/>
          </ac:picMkLst>
        </pc:picChg>
        <pc:picChg chg="mod">
          <ac:chgData name="One Skill" userId="8d49c830ac36a521" providerId="LiveId" clId="{250BA3F6-20AF-224D-A224-3EE43FDC11EA}" dt="2022-11-05T14:21:06.301" v="486"/>
          <ac:picMkLst>
            <pc:docMk/>
            <pc:sldMk cId="533227261" sldId="260"/>
            <ac:picMk id="10" creationId="{B875EAA5-3DA6-AB2F-BD78-F92B92515623}"/>
          </ac:picMkLst>
        </pc:picChg>
        <pc:picChg chg="mod">
          <ac:chgData name="One Skill" userId="8d49c830ac36a521" providerId="LiveId" clId="{250BA3F6-20AF-224D-A224-3EE43FDC11EA}" dt="2022-11-05T14:21:06.301" v="486"/>
          <ac:picMkLst>
            <pc:docMk/>
            <pc:sldMk cId="533227261" sldId="260"/>
            <ac:picMk id="15" creationId="{285A9AE5-0B3F-32EC-40CB-F6A22CD10046}"/>
          </ac:picMkLst>
        </pc:picChg>
        <pc:picChg chg="mod">
          <ac:chgData name="One Skill" userId="8d49c830ac36a521" providerId="LiveId" clId="{250BA3F6-20AF-224D-A224-3EE43FDC11EA}" dt="2022-11-05T14:21:06.301" v="486"/>
          <ac:picMkLst>
            <pc:docMk/>
            <pc:sldMk cId="533227261" sldId="260"/>
            <ac:picMk id="20" creationId="{2085A93C-37D1-7933-2CFC-548DAAB8E480}"/>
          </ac:picMkLst>
        </pc:picChg>
        <pc:picChg chg="mod">
          <ac:chgData name="One Skill" userId="8d49c830ac36a521" providerId="LiveId" clId="{250BA3F6-20AF-224D-A224-3EE43FDC11EA}" dt="2022-11-05T14:21:06.301" v="486"/>
          <ac:picMkLst>
            <pc:docMk/>
            <pc:sldMk cId="533227261" sldId="260"/>
            <ac:picMk id="25" creationId="{1DE468E3-E6A4-96C3-8711-38C4D02B2456}"/>
          </ac:picMkLst>
        </pc:picChg>
        <pc:picChg chg="mod">
          <ac:chgData name="One Skill" userId="8d49c830ac36a521" providerId="LiveId" clId="{250BA3F6-20AF-224D-A224-3EE43FDC11EA}" dt="2022-11-05T14:21:09.729" v="488"/>
          <ac:picMkLst>
            <pc:docMk/>
            <pc:sldMk cId="533227261" sldId="260"/>
            <ac:picMk id="33" creationId="{A8AD39FC-CD4F-07B5-5DA0-D694B1D622D3}"/>
          </ac:picMkLst>
        </pc:picChg>
        <pc:picChg chg="mod">
          <ac:chgData name="One Skill" userId="8d49c830ac36a521" providerId="LiveId" clId="{250BA3F6-20AF-224D-A224-3EE43FDC11EA}" dt="2022-11-05T14:21:09.729" v="488"/>
          <ac:picMkLst>
            <pc:docMk/>
            <pc:sldMk cId="533227261" sldId="260"/>
            <ac:picMk id="36" creationId="{C527940B-E52B-6102-B27C-38A9EBFCF339}"/>
          </ac:picMkLst>
        </pc:picChg>
        <pc:picChg chg="mod">
          <ac:chgData name="One Skill" userId="8d49c830ac36a521" providerId="LiveId" clId="{250BA3F6-20AF-224D-A224-3EE43FDC11EA}" dt="2022-11-05T14:21:09.729" v="488"/>
          <ac:picMkLst>
            <pc:docMk/>
            <pc:sldMk cId="533227261" sldId="260"/>
            <ac:picMk id="41" creationId="{4EBD849B-FDDA-C396-41DB-DB144BB4101C}"/>
          </ac:picMkLst>
        </pc:picChg>
        <pc:picChg chg="mod">
          <ac:chgData name="One Skill" userId="8d49c830ac36a521" providerId="LiveId" clId="{250BA3F6-20AF-224D-A224-3EE43FDC11EA}" dt="2022-11-05T14:21:09.729" v="488"/>
          <ac:picMkLst>
            <pc:docMk/>
            <pc:sldMk cId="533227261" sldId="260"/>
            <ac:picMk id="46" creationId="{425320AF-6D9B-44FD-043D-A8B9B2562811}"/>
          </ac:picMkLst>
        </pc:picChg>
        <pc:picChg chg="mod">
          <ac:chgData name="One Skill" userId="8d49c830ac36a521" providerId="LiveId" clId="{250BA3F6-20AF-224D-A224-3EE43FDC11EA}" dt="2022-11-05T14:21:09.729" v="488"/>
          <ac:picMkLst>
            <pc:docMk/>
            <pc:sldMk cId="533227261" sldId="260"/>
            <ac:picMk id="51" creationId="{C0D50CA7-A4C2-95A1-7B61-B9488F904987}"/>
          </ac:picMkLst>
        </pc:picChg>
        <pc:picChg chg="add mod">
          <ac:chgData name="One Skill" userId="8d49c830ac36a521" providerId="LiveId" clId="{250BA3F6-20AF-224D-A224-3EE43FDC11EA}" dt="2022-11-05T14:23:28.706" v="501" actId="1076"/>
          <ac:picMkLst>
            <pc:docMk/>
            <pc:sldMk cId="533227261" sldId="260"/>
            <ac:picMk id="54" creationId="{45910CD9-7382-6068-0D81-4886535C950B}"/>
          </ac:picMkLst>
        </pc:picChg>
        <pc:picChg chg="add mod">
          <ac:chgData name="One Skill" userId="8d49c830ac36a521" providerId="LiveId" clId="{250BA3F6-20AF-224D-A224-3EE43FDC11EA}" dt="2022-11-05T14:23:28.706" v="501" actId="1076"/>
          <ac:picMkLst>
            <pc:docMk/>
            <pc:sldMk cId="533227261" sldId="260"/>
            <ac:picMk id="55" creationId="{8A8DE601-A264-8A7C-AF72-01DAECB3A382}"/>
          </ac:picMkLst>
        </pc:picChg>
        <pc:picChg chg="add mod">
          <ac:chgData name="One Skill" userId="8d49c830ac36a521" providerId="LiveId" clId="{250BA3F6-20AF-224D-A224-3EE43FDC11EA}" dt="2022-11-05T14:23:28.706" v="501" actId="1076"/>
          <ac:picMkLst>
            <pc:docMk/>
            <pc:sldMk cId="533227261" sldId="260"/>
            <ac:picMk id="56" creationId="{7638984A-3A00-0CFE-3CDB-606706F0664B}"/>
          </ac:picMkLst>
        </pc:picChg>
        <pc:picChg chg="add mod">
          <ac:chgData name="One Skill" userId="8d49c830ac36a521" providerId="LiveId" clId="{250BA3F6-20AF-224D-A224-3EE43FDC11EA}" dt="2022-11-05T14:23:28.706" v="501" actId="1076"/>
          <ac:picMkLst>
            <pc:docMk/>
            <pc:sldMk cId="533227261" sldId="260"/>
            <ac:picMk id="57" creationId="{9866BAF7-BC0D-A46D-5254-27564D32A412}"/>
          </ac:picMkLst>
        </pc:picChg>
        <pc:picChg chg="add mod">
          <ac:chgData name="One Skill" userId="8d49c830ac36a521" providerId="LiveId" clId="{250BA3F6-20AF-224D-A224-3EE43FDC11EA}" dt="2022-11-05T14:23:28.706" v="501" actId="1076"/>
          <ac:picMkLst>
            <pc:docMk/>
            <pc:sldMk cId="533227261" sldId="260"/>
            <ac:picMk id="58" creationId="{6EDEA0FB-214C-C724-260B-F7DA5C1864BF}"/>
          </ac:picMkLst>
        </pc:picChg>
        <pc:picChg chg="add mod">
          <ac:chgData name="One Skill" userId="8d49c830ac36a521" providerId="LiveId" clId="{250BA3F6-20AF-224D-A224-3EE43FDC11EA}" dt="2022-11-05T14:23:28.706" v="501" actId="1076"/>
          <ac:picMkLst>
            <pc:docMk/>
            <pc:sldMk cId="533227261" sldId="260"/>
            <ac:picMk id="59" creationId="{9471FA34-5828-F478-C6EC-A2209F262ED0}"/>
          </ac:picMkLst>
        </pc:picChg>
        <pc:picChg chg="mod">
          <ac:chgData name="One Skill" userId="8d49c830ac36a521" providerId="LiveId" clId="{250BA3F6-20AF-224D-A224-3EE43FDC11EA}" dt="2022-11-05T14:22:43.697" v="495"/>
          <ac:picMkLst>
            <pc:docMk/>
            <pc:sldMk cId="533227261" sldId="260"/>
            <ac:picMk id="62" creationId="{16CB308F-5341-CBFD-2C00-CB64A5FABF70}"/>
          </ac:picMkLst>
        </pc:picChg>
        <pc:cxnChg chg="mod">
          <ac:chgData name="One Skill" userId="8d49c830ac36a521" providerId="LiveId" clId="{250BA3F6-20AF-224D-A224-3EE43FDC11EA}" dt="2022-11-05T14:22:43.697" v="495"/>
          <ac:cxnSpMkLst>
            <pc:docMk/>
            <pc:sldMk cId="533227261" sldId="260"/>
            <ac:cxnSpMk id="63" creationId="{BC2C5AEC-4E14-D728-8CD3-1FB1B9664500}"/>
          </ac:cxnSpMkLst>
        </pc:cxnChg>
        <pc:cxnChg chg="mod">
          <ac:chgData name="One Skill" userId="8d49c830ac36a521" providerId="LiveId" clId="{250BA3F6-20AF-224D-A224-3EE43FDC11EA}" dt="2022-11-05T14:22:43.697" v="495"/>
          <ac:cxnSpMkLst>
            <pc:docMk/>
            <pc:sldMk cId="533227261" sldId="260"/>
            <ac:cxnSpMk id="64" creationId="{F63A6198-478D-A0E0-1D0D-62AC0384D98E}"/>
          </ac:cxnSpMkLst>
        </pc:cxnChg>
        <pc:cxnChg chg="mod">
          <ac:chgData name="One Skill" userId="8d49c830ac36a521" providerId="LiveId" clId="{250BA3F6-20AF-224D-A224-3EE43FDC11EA}" dt="2022-11-05T14:22:43.697" v="495"/>
          <ac:cxnSpMkLst>
            <pc:docMk/>
            <pc:sldMk cId="533227261" sldId="260"/>
            <ac:cxnSpMk id="66" creationId="{85A1ABDA-0627-40BD-32E0-A832760FACA7}"/>
          </ac:cxnSpMkLst>
        </pc:cxnChg>
        <pc:cxnChg chg="mod">
          <ac:chgData name="One Skill" userId="8d49c830ac36a521" providerId="LiveId" clId="{250BA3F6-20AF-224D-A224-3EE43FDC11EA}" dt="2022-11-05T14:22:43.697" v="495"/>
          <ac:cxnSpMkLst>
            <pc:docMk/>
            <pc:sldMk cId="533227261" sldId="260"/>
            <ac:cxnSpMk id="67" creationId="{40BA662E-A6E2-217C-B4C5-E24D3E019F05}"/>
          </ac:cxnSpMkLst>
        </pc:cxnChg>
        <pc:cxnChg chg="mod">
          <ac:chgData name="One Skill" userId="8d49c830ac36a521" providerId="LiveId" clId="{250BA3F6-20AF-224D-A224-3EE43FDC11EA}" dt="2022-11-05T14:22:43.697" v="495"/>
          <ac:cxnSpMkLst>
            <pc:docMk/>
            <pc:sldMk cId="533227261" sldId="260"/>
            <ac:cxnSpMk id="68" creationId="{EE40F570-96EE-12BB-38DB-D77A2FCAD419}"/>
          </ac:cxnSpMkLst>
        </pc:cxnChg>
      </pc:sldChg>
      <pc:sldChg chg="addSp delSp modSp new mod ord setBg">
        <pc:chgData name="One Skill" userId="8d49c830ac36a521" providerId="LiveId" clId="{250BA3F6-20AF-224D-A224-3EE43FDC11EA}" dt="2022-11-05T20:49:58.294" v="5464" actId="165"/>
        <pc:sldMkLst>
          <pc:docMk/>
          <pc:sldMk cId="1817424231" sldId="261"/>
        </pc:sldMkLst>
        <pc:spChg chg="add mod">
          <ac:chgData name="One Skill" userId="8d49c830ac36a521" providerId="LiveId" clId="{250BA3F6-20AF-224D-A224-3EE43FDC11EA}" dt="2022-11-05T15:44:35.529" v="1444" actId="164"/>
          <ac:spMkLst>
            <pc:docMk/>
            <pc:sldMk cId="1817424231" sldId="261"/>
            <ac:spMk id="2" creationId="{05C1B282-114C-E33B-177A-40059CF52253}"/>
          </ac:spMkLst>
        </pc:spChg>
        <pc:spChg chg="add mod">
          <ac:chgData name="One Skill" userId="8d49c830ac36a521" providerId="LiveId" clId="{250BA3F6-20AF-224D-A224-3EE43FDC11EA}" dt="2022-11-05T15:44:35.529" v="1444" actId="164"/>
          <ac:spMkLst>
            <pc:docMk/>
            <pc:sldMk cId="1817424231" sldId="261"/>
            <ac:spMk id="3" creationId="{E77C35D1-B7A6-5EF7-573B-4911077651F2}"/>
          </ac:spMkLst>
        </pc:spChg>
        <pc:spChg chg="add mod">
          <ac:chgData name="One Skill" userId="8d49c830ac36a521" providerId="LiveId" clId="{250BA3F6-20AF-224D-A224-3EE43FDC11EA}" dt="2022-11-05T15:44:35.529" v="1444" actId="164"/>
          <ac:spMkLst>
            <pc:docMk/>
            <pc:sldMk cId="1817424231" sldId="261"/>
            <ac:spMk id="4" creationId="{88967C5D-D00A-A79F-81F7-C1E753B4C10E}"/>
          </ac:spMkLst>
        </pc:spChg>
        <pc:spChg chg="add mod">
          <ac:chgData name="One Skill" userId="8d49c830ac36a521" providerId="LiveId" clId="{250BA3F6-20AF-224D-A224-3EE43FDC11EA}" dt="2022-11-05T15:44:35.529" v="1444" actId="164"/>
          <ac:spMkLst>
            <pc:docMk/>
            <pc:sldMk cId="1817424231" sldId="261"/>
            <ac:spMk id="5" creationId="{5E6DFEF5-1A73-79F5-1EEC-A957B3C243E5}"/>
          </ac:spMkLst>
        </pc:spChg>
        <pc:spChg chg="add del mod">
          <ac:chgData name="One Skill" userId="8d49c830ac36a521" providerId="LiveId" clId="{250BA3F6-20AF-224D-A224-3EE43FDC11EA}" dt="2022-11-05T15:32:21.031" v="875" actId="478"/>
          <ac:spMkLst>
            <pc:docMk/>
            <pc:sldMk cId="1817424231" sldId="261"/>
            <ac:spMk id="6" creationId="{20849142-3F13-26B8-5FF5-BF68728B32EC}"/>
          </ac:spMkLst>
        </pc:spChg>
        <pc:spChg chg="add mod">
          <ac:chgData name="One Skill" userId="8d49c830ac36a521" providerId="LiveId" clId="{250BA3F6-20AF-224D-A224-3EE43FDC11EA}" dt="2022-11-05T15:44:35.529" v="1444" actId="164"/>
          <ac:spMkLst>
            <pc:docMk/>
            <pc:sldMk cId="1817424231" sldId="261"/>
            <ac:spMk id="7" creationId="{F14BD99A-63CC-756E-6985-813A988BC01D}"/>
          </ac:spMkLst>
        </pc:spChg>
        <pc:spChg chg="add mod">
          <ac:chgData name="One Skill" userId="8d49c830ac36a521" providerId="LiveId" clId="{250BA3F6-20AF-224D-A224-3EE43FDC11EA}" dt="2022-11-05T15:44:35.529" v="1444" actId="164"/>
          <ac:spMkLst>
            <pc:docMk/>
            <pc:sldMk cId="1817424231" sldId="261"/>
            <ac:spMk id="8" creationId="{29695222-3F7D-C450-B5DF-E1EDBBC0C0EC}"/>
          </ac:spMkLst>
        </pc:spChg>
        <pc:spChg chg="add mod">
          <ac:chgData name="One Skill" userId="8d49c830ac36a521" providerId="LiveId" clId="{250BA3F6-20AF-224D-A224-3EE43FDC11EA}" dt="2022-11-05T15:44:35.529" v="1444" actId="164"/>
          <ac:spMkLst>
            <pc:docMk/>
            <pc:sldMk cId="1817424231" sldId="261"/>
            <ac:spMk id="9" creationId="{0C0B6CB0-D8BF-9BBF-0973-FE4A60B4F3C5}"/>
          </ac:spMkLst>
        </pc:spChg>
        <pc:spChg chg="add mod">
          <ac:chgData name="One Skill" userId="8d49c830ac36a521" providerId="LiveId" clId="{250BA3F6-20AF-224D-A224-3EE43FDC11EA}" dt="2022-11-05T15:44:35.529" v="1444" actId="164"/>
          <ac:spMkLst>
            <pc:docMk/>
            <pc:sldMk cId="1817424231" sldId="261"/>
            <ac:spMk id="10" creationId="{1078F765-D80F-F97B-161D-8A528E60028D}"/>
          </ac:spMkLst>
        </pc:spChg>
        <pc:spChg chg="add mod">
          <ac:chgData name="One Skill" userId="8d49c830ac36a521" providerId="LiveId" clId="{250BA3F6-20AF-224D-A224-3EE43FDC11EA}" dt="2022-11-05T15:44:35.529" v="1444" actId="164"/>
          <ac:spMkLst>
            <pc:docMk/>
            <pc:sldMk cId="1817424231" sldId="261"/>
            <ac:spMk id="11" creationId="{2E0BC89F-8272-5007-F414-0AA7D864725B}"/>
          </ac:spMkLst>
        </pc:spChg>
        <pc:spChg chg="add mod">
          <ac:chgData name="One Skill" userId="8d49c830ac36a521" providerId="LiveId" clId="{250BA3F6-20AF-224D-A224-3EE43FDC11EA}" dt="2022-11-05T15:44:35.529" v="1444" actId="164"/>
          <ac:spMkLst>
            <pc:docMk/>
            <pc:sldMk cId="1817424231" sldId="261"/>
            <ac:spMk id="12" creationId="{B72FA8B0-2591-EA5E-5341-F941EF8DB9EF}"/>
          </ac:spMkLst>
        </pc:spChg>
        <pc:spChg chg="add mod">
          <ac:chgData name="One Skill" userId="8d49c830ac36a521" providerId="LiveId" clId="{250BA3F6-20AF-224D-A224-3EE43FDC11EA}" dt="2022-11-05T15:44:35.529" v="1444" actId="164"/>
          <ac:spMkLst>
            <pc:docMk/>
            <pc:sldMk cId="1817424231" sldId="261"/>
            <ac:spMk id="13" creationId="{07E3A88F-4833-7847-00F6-F98BC166DB59}"/>
          </ac:spMkLst>
        </pc:spChg>
        <pc:spChg chg="mod topLvl">
          <ac:chgData name="One Skill" userId="8d49c830ac36a521" providerId="LiveId" clId="{250BA3F6-20AF-224D-A224-3EE43FDC11EA}" dt="2022-11-05T20:49:58.294" v="5464" actId="165"/>
          <ac:spMkLst>
            <pc:docMk/>
            <pc:sldMk cId="1817424231" sldId="261"/>
            <ac:spMk id="15" creationId="{A1BA6356-4596-ACDA-5278-23B5C26C93F2}"/>
          </ac:spMkLst>
        </pc:spChg>
        <pc:spChg chg="mod topLvl">
          <ac:chgData name="One Skill" userId="8d49c830ac36a521" providerId="LiveId" clId="{250BA3F6-20AF-224D-A224-3EE43FDC11EA}" dt="2022-11-05T20:49:58.294" v="5464" actId="165"/>
          <ac:spMkLst>
            <pc:docMk/>
            <pc:sldMk cId="1817424231" sldId="261"/>
            <ac:spMk id="16" creationId="{C05AB29E-0B9A-364D-644D-DEBDB3BC1D96}"/>
          </ac:spMkLst>
        </pc:spChg>
        <pc:spChg chg="mod topLvl">
          <ac:chgData name="One Skill" userId="8d49c830ac36a521" providerId="LiveId" clId="{250BA3F6-20AF-224D-A224-3EE43FDC11EA}" dt="2022-11-05T20:49:58.294" v="5464" actId="165"/>
          <ac:spMkLst>
            <pc:docMk/>
            <pc:sldMk cId="1817424231" sldId="261"/>
            <ac:spMk id="17" creationId="{0E8BFDB2-6CE7-0696-5859-8F8601239491}"/>
          </ac:spMkLst>
        </pc:spChg>
        <pc:spChg chg="mod topLvl">
          <ac:chgData name="One Skill" userId="8d49c830ac36a521" providerId="LiveId" clId="{250BA3F6-20AF-224D-A224-3EE43FDC11EA}" dt="2022-11-05T20:49:58.294" v="5464" actId="165"/>
          <ac:spMkLst>
            <pc:docMk/>
            <pc:sldMk cId="1817424231" sldId="261"/>
            <ac:spMk id="18" creationId="{450E432A-F82E-9D63-0D71-8EF9474C862D}"/>
          </ac:spMkLst>
        </pc:spChg>
        <pc:spChg chg="mod topLvl">
          <ac:chgData name="One Skill" userId="8d49c830ac36a521" providerId="LiveId" clId="{250BA3F6-20AF-224D-A224-3EE43FDC11EA}" dt="2022-11-05T20:49:58.294" v="5464" actId="165"/>
          <ac:spMkLst>
            <pc:docMk/>
            <pc:sldMk cId="1817424231" sldId="261"/>
            <ac:spMk id="19" creationId="{630074C1-28C6-3EB3-8245-0C81B130098D}"/>
          </ac:spMkLst>
        </pc:spChg>
        <pc:spChg chg="mod topLvl">
          <ac:chgData name="One Skill" userId="8d49c830ac36a521" providerId="LiveId" clId="{250BA3F6-20AF-224D-A224-3EE43FDC11EA}" dt="2022-11-05T20:49:58.294" v="5464" actId="165"/>
          <ac:spMkLst>
            <pc:docMk/>
            <pc:sldMk cId="1817424231" sldId="261"/>
            <ac:spMk id="20" creationId="{BFED35DD-2227-1932-34AD-81AB2ED22662}"/>
          </ac:spMkLst>
        </pc:spChg>
        <pc:spChg chg="mod topLvl">
          <ac:chgData name="One Skill" userId="8d49c830ac36a521" providerId="LiveId" clId="{250BA3F6-20AF-224D-A224-3EE43FDC11EA}" dt="2022-11-05T20:49:58.294" v="5464" actId="165"/>
          <ac:spMkLst>
            <pc:docMk/>
            <pc:sldMk cId="1817424231" sldId="261"/>
            <ac:spMk id="21" creationId="{A248C537-9CDA-8098-B8EC-94C75180CAF7}"/>
          </ac:spMkLst>
        </pc:spChg>
        <pc:spChg chg="mod topLvl">
          <ac:chgData name="One Skill" userId="8d49c830ac36a521" providerId="LiveId" clId="{250BA3F6-20AF-224D-A224-3EE43FDC11EA}" dt="2022-11-05T20:49:58.294" v="5464" actId="165"/>
          <ac:spMkLst>
            <pc:docMk/>
            <pc:sldMk cId="1817424231" sldId="261"/>
            <ac:spMk id="22" creationId="{E6040938-DCC7-BF9C-302A-EC536E76C3E8}"/>
          </ac:spMkLst>
        </pc:spChg>
        <pc:spChg chg="mod topLvl">
          <ac:chgData name="One Skill" userId="8d49c830ac36a521" providerId="LiveId" clId="{250BA3F6-20AF-224D-A224-3EE43FDC11EA}" dt="2022-11-05T20:49:58.294" v="5464" actId="165"/>
          <ac:spMkLst>
            <pc:docMk/>
            <pc:sldMk cId="1817424231" sldId="261"/>
            <ac:spMk id="23" creationId="{0F185C57-89AB-2E20-D4EE-C7D3A28F3576}"/>
          </ac:spMkLst>
        </pc:spChg>
        <pc:spChg chg="mod topLvl">
          <ac:chgData name="One Skill" userId="8d49c830ac36a521" providerId="LiveId" clId="{250BA3F6-20AF-224D-A224-3EE43FDC11EA}" dt="2022-11-05T20:49:58.294" v="5464" actId="165"/>
          <ac:spMkLst>
            <pc:docMk/>
            <pc:sldMk cId="1817424231" sldId="261"/>
            <ac:spMk id="24" creationId="{F9144E54-6DA8-51B1-5374-CFAA86CD69E8}"/>
          </ac:spMkLst>
        </pc:spChg>
        <pc:spChg chg="mod topLvl">
          <ac:chgData name="One Skill" userId="8d49c830ac36a521" providerId="LiveId" clId="{250BA3F6-20AF-224D-A224-3EE43FDC11EA}" dt="2022-11-05T20:49:58.294" v="5464" actId="165"/>
          <ac:spMkLst>
            <pc:docMk/>
            <pc:sldMk cId="1817424231" sldId="261"/>
            <ac:spMk id="25" creationId="{251A85CD-E671-DCE4-454B-515B7A13C1AD}"/>
          </ac:spMkLst>
        </pc:spChg>
        <pc:spChg chg="add mod">
          <ac:chgData name="One Skill" userId="8d49c830ac36a521" providerId="LiveId" clId="{250BA3F6-20AF-224D-A224-3EE43FDC11EA}" dt="2022-11-05T18:46:26.500" v="4314" actId="1076"/>
          <ac:spMkLst>
            <pc:docMk/>
            <pc:sldMk cId="1817424231" sldId="261"/>
            <ac:spMk id="26" creationId="{6805C908-88A7-2C71-DB88-86080BDB5B74}"/>
          </ac:spMkLst>
        </pc:spChg>
        <pc:spChg chg="add del mod">
          <ac:chgData name="One Skill" userId="8d49c830ac36a521" providerId="LiveId" clId="{250BA3F6-20AF-224D-A224-3EE43FDC11EA}" dt="2022-11-05T18:46:10.358" v="4310" actId="478"/>
          <ac:spMkLst>
            <pc:docMk/>
            <pc:sldMk cId="1817424231" sldId="261"/>
            <ac:spMk id="27" creationId="{6FF0B2FC-628A-F10A-AC05-961D64A08138}"/>
          </ac:spMkLst>
        </pc:spChg>
        <pc:spChg chg="add del mod">
          <ac:chgData name="One Skill" userId="8d49c830ac36a521" providerId="LiveId" clId="{250BA3F6-20AF-224D-A224-3EE43FDC11EA}" dt="2022-11-05T16:43:20.794" v="3659" actId="21"/>
          <ac:spMkLst>
            <pc:docMk/>
            <pc:sldMk cId="1817424231" sldId="261"/>
            <ac:spMk id="30" creationId="{AE1842E7-5ABB-57F0-73E1-503EF62C9B46}"/>
          </ac:spMkLst>
        </pc:spChg>
        <pc:spChg chg="mod topLvl">
          <ac:chgData name="One Skill" userId="8d49c830ac36a521" providerId="LiveId" clId="{250BA3F6-20AF-224D-A224-3EE43FDC11EA}" dt="2022-11-05T20:08:14.980" v="5234" actId="164"/>
          <ac:spMkLst>
            <pc:docMk/>
            <pc:sldMk cId="1817424231" sldId="261"/>
            <ac:spMk id="32" creationId="{553E7D6D-BB67-DED8-39F1-50A7467483BB}"/>
          </ac:spMkLst>
        </pc:spChg>
        <pc:spChg chg="mod topLvl">
          <ac:chgData name="One Skill" userId="8d49c830ac36a521" providerId="LiveId" clId="{250BA3F6-20AF-224D-A224-3EE43FDC11EA}" dt="2022-11-05T20:08:14.980" v="5234" actId="164"/>
          <ac:spMkLst>
            <pc:docMk/>
            <pc:sldMk cId="1817424231" sldId="261"/>
            <ac:spMk id="33" creationId="{97BB53DF-C61F-0EE1-EC2A-A5D6B50E31B8}"/>
          </ac:spMkLst>
        </pc:spChg>
        <pc:spChg chg="mod topLvl">
          <ac:chgData name="One Skill" userId="8d49c830ac36a521" providerId="LiveId" clId="{250BA3F6-20AF-224D-A224-3EE43FDC11EA}" dt="2022-11-05T20:08:14.980" v="5234" actId="164"/>
          <ac:spMkLst>
            <pc:docMk/>
            <pc:sldMk cId="1817424231" sldId="261"/>
            <ac:spMk id="34" creationId="{1A6759CF-A2BE-9E50-3A53-848BA7052D75}"/>
          </ac:spMkLst>
        </pc:spChg>
        <pc:spChg chg="del mod topLvl">
          <ac:chgData name="One Skill" userId="8d49c830ac36a521" providerId="LiveId" clId="{250BA3F6-20AF-224D-A224-3EE43FDC11EA}" dt="2022-11-05T16:45:02.852" v="3711" actId="478"/>
          <ac:spMkLst>
            <pc:docMk/>
            <pc:sldMk cId="1817424231" sldId="261"/>
            <ac:spMk id="35" creationId="{34165ED6-E86B-D903-3915-EF0A1C49FB3B}"/>
          </ac:spMkLst>
        </pc:spChg>
        <pc:spChg chg="del mod topLvl">
          <ac:chgData name="One Skill" userId="8d49c830ac36a521" providerId="LiveId" clId="{250BA3F6-20AF-224D-A224-3EE43FDC11EA}" dt="2022-11-05T16:45:02.852" v="3711" actId="478"/>
          <ac:spMkLst>
            <pc:docMk/>
            <pc:sldMk cId="1817424231" sldId="261"/>
            <ac:spMk id="36" creationId="{701CD12F-C561-11CA-6D9A-55DBB2677358}"/>
          </ac:spMkLst>
        </pc:spChg>
        <pc:spChg chg="del mod topLvl">
          <ac:chgData name="One Skill" userId="8d49c830ac36a521" providerId="LiveId" clId="{250BA3F6-20AF-224D-A224-3EE43FDC11EA}" dt="2022-11-05T16:45:02.852" v="3711" actId="478"/>
          <ac:spMkLst>
            <pc:docMk/>
            <pc:sldMk cId="1817424231" sldId="261"/>
            <ac:spMk id="37" creationId="{13073932-0F4B-7310-778C-6145A114F13B}"/>
          </ac:spMkLst>
        </pc:spChg>
        <pc:spChg chg="del mod topLvl">
          <ac:chgData name="One Skill" userId="8d49c830ac36a521" providerId="LiveId" clId="{250BA3F6-20AF-224D-A224-3EE43FDC11EA}" dt="2022-11-05T16:45:02.852" v="3711" actId="478"/>
          <ac:spMkLst>
            <pc:docMk/>
            <pc:sldMk cId="1817424231" sldId="261"/>
            <ac:spMk id="38" creationId="{477058D4-0C20-AA28-FF07-B7B16B8404FB}"/>
          </ac:spMkLst>
        </pc:spChg>
        <pc:spChg chg="del mod topLvl">
          <ac:chgData name="One Skill" userId="8d49c830ac36a521" providerId="LiveId" clId="{250BA3F6-20AF-224D-A224-3EE43FDC11EA}" dt="2022-11-05T16:45:02.852" v="3711" actId="478"/>
          <ac:spMkLst>
            <pc:docMk/>
            <pc:sldMk cId="1817424231" sldId="261"/>
            <ac:spMk id="39" creationId="{328AF297-C3C5-F206-BD85-2FEA457F995A}"/>
          </ac:spMkLst>
        </pc:spChg>
        <pc:spChg chg="del mod topLvl">
          <ac:chgData name="One Skill" userId="8d49c830ac36a521" providerId="LiveId" clId="{250BA3F6-20AF-224D-A224-3EE43FDC11EA}" dt="2022-11-05T16:45:02.852" v="3711" actId="478"/>
          <ac:spMkLst>
            <pc:docMk/>
            <pc:sldMk cId="1817424231" sldId="261"/>
            <ac:spMk id="40" creationId="{B483CA39-FFF4-656D-8739-A128A7D4F4BA}"/>
          </ac:spMkLst>
        </pc:spChg>
        <pc:spChg chg="del mod topLvl">
          <ac:chgData name="One Skill" userId="8d49c830ac36a521" providerId="LiveId" clId="{250BA3F6-20AF-224D-A224-3EE43FDC11EA}" dt="2022-11-05T16:45:02.852" v="3711" actId="478"/>
          <ac:spMkLst>
            <pc:docMk/>
            <pc:sldMk cId="1817424231" sldId="261"/>
            <ac:spMk id="41" creationId="{3E4E55AD-E997-161A-32C5-9D76A2EC0CA6}"/>
          </ac:spMkLst>
        </pc:spChg>
        <pc:spChg chg="del mod topLvl">
          <ac:chgData name="One Skill" userId="8d49c830ac36a521" providerId="LiveId" clId="{250BA3F6-20AF-224D-A224-3EE43FDC11EA}" dt="2022-11-05T16:45:02.852" v="3711" actId="478"/>
          <ac:spMkLst>
            <pc:docMk/>
            <pc:sldMk cId="1817424231" sldId="261"/>
            <ac:spMk id="42" creationId="{6A66E6EF-25B2-76D8-507C-A900884215A7}"/>
          </ac:spMkLst>
        </pc:spChg>
        <pc:spChg chg="add mod topLvl">
          <ac:chgData name="One Skill" userId="8d49c830ac36a521" providerId="LiveId" clId="{250BA3F6-20AF-224D-A224-3EE43FDC11EA}" dt="2022-11-05T20:08:14.980" v="5234" actId="164"/>
          <ac:spMkLst>
            <pc:docMk/>
            <pc:sldMk cId="1817424231" sldId="261"/>
            <ac:spMk id="43" creationId="{28C069F5-2E30-72C3-2E2C-C33EEEA78ABE}"/>
          </ac:spMkLst>
        </pc:spChg>
        <pc:spChg chg="add mod">
          <ac:chgData name="One Skill" userId="8d49c830ac36a521" providerId="LiveId" clId="{250BA3F6-20AF-224D-A224-3EE43FDC11EA}" dt="2022-11-05T19:31:31.962" v="4795" actId="165"/>
          <ac:spMkLst>
            <pc:docMk/>
            <pc:sldMk cId="1817424231" sldId="261"/>
            <ac:spMk id="44" creationId="{F756459A-D31F-9DA6-C43F-EC76EB20830C}"/>
          </ac:spMkLst>
        </pc:spChg>
        <pc:spChg chg="add mod">
          <ac:chgData name="One Skill" userId="8d49c830ac36a521" providerId="LiveId" clId="{250BA3F6-20AF-224D-A224-3EE43FDC11EA}" dt="2022-11-05T19:31:31.962" v="4795" actId="165"/>
          <ac:spMkLst>
            <pc:docMk/>
            <pc:sldMk cId="1817424231" sldId="261"/>
            <ac:spMk id="45" creationId="{6369B43C-3317-96DA-0324-13948320E382}"/>
          </ac:spMkLst>
        </pc:spChg>
        <pc:spChg chg="mod topLvl">
          <ac:chgData name="One Skill" userId="8d49c830ac36a521" providerId="LiveId" clId="{250BA3F6-20AF-224D-A224-3EE43FDC11EA}" dt="2022-11-05T19:31:31.962" v="4795" actId="165"/>
          <ac:spMkLst>
            <pc:docMk/>
            <pc:sldMk cId="1817424231" sldId="261"/>
            <ac:spMk id="49" creationId="{089DA705-5582-212A-1E0B-FE30A518EDCD}"/>
          </ac:spMkLst>
        </pc:spChg>
        <pc:spChg chg="mod topLvl">
          <ac:chgData name="One Skill" userId="8d49c830ac36a521" providerId="LiveId" clId="{250BA3F6-20AF-224D-A224-3EE43FDC11EA}" dt="2022-11-05T19:31:31.962" v="4795" actId="165"/>
          <ac:spMkLst>
            <pc:docMk/>
            <pc:sldMk cId="1817424231" sldId="261"/>
            <ac:spMk id="50" creationId="{BCF5EDB6-32C3-963F-EB44-6D204E80F5F0}"/>
          </ac:spMkLst>
        </pc:spChg>
        <pc:spChg chg="mod topLvl">
          <ac:chgData name="One Skill" userId="8d49c830ac36a521" providerId="LiveId" clId="{250BA3F6-20AF-224D-A224-3EE43FDC11EA}" dt="2022-11-05T19:31:31.962" v="4795" actId="165"/>
          <ac:spMkLst>
            <pc:docMk/>
            <pc:sldMk cId="1817424231" sldId="261"/>
            <ac:spMk id="53" creationId="{4A63C865-5CA3-493D-40DE-B79183F00169}"/>
          </ac:spMkLst>
        </pc:spChg>
        <pc:spChg chg="mod topLvl">
          <ac:chgData name="One Skill" userId="8d49c830ac36a521" providerId="LiveId" clId="{250BA3F6-20AF-224D-A224-3EE43FDC11EA}" dt="2022-11-05T19:31:31.962" v="4795" actId="165"/>
          <ac:spMkLst>
            <pc:docMk/>
            <pc:sldMk cId="1817424231" sldId="261"/>
            <ac:spMk id="54" creationId="{A603E438-AA5A-AE8D-2F05-FE50C392C04E}"/>
          </ac:spMkLst>
        </pc:spChg>
        <pc:spChg chg="add mod topLvl">
          <ac:chgData name="One Skill" userId="8d49c830ac36a521" providerId="LiveId" clId="{250BA3F6-20AF-224D-A224-3EE43FDC11EA}" dt="2022-11-05T19:31:31.962" v="4795" actId="165"/>
          <ac:spMkLst>
            <pc:docMk/>
            <pc:sldMk cId="1817424231" sldId="261"/>
            <ac:spMk id="56" creationId="{644006AF-E62C-AE16-F183-AA4AF58621B8}"/>
          </ac:spMkLst>
        </pc:spChg>
        <pc:spChg chg="add mod topLvl">
          <ac:chgData name="One Skill" userId="8d49c830ac36a521" providerId="LiveId" clId="{250BA3F6-20AF-224D-A224-3EE43FDC11EA}" dt="2022-11-05T19:31:31.962" v="4795" actId="165"/>
          <ac:spMkLst>
            <pc:docMk/>
            <pc:sldMk cId="1817424231" sldId="261"/>
            <ac:spMk id="57" creationId="{CA4433A1-B27E-8C3D-E565-8B9B2540D8EE}"/>
          </ac:spMkLst>
        </pc:spChg>
        <pc:spChg chg="mod topLvl">
          <ac:chgData name="One Skill" userId="8d49c830ac36a521" providerId="LiveId" clId="{250BA3F6-20AF-224D-A224-3EE43FDC11EA}" dt="2022-11-05T19:32:18.204" v="4804" actId="164"/>
          <ac:spMkLst>
            <pc:docMk/>
            <pc:sldMk cId="1817424231" sldId="261"/>
            <ac:spMk id="1024" creationId="{332865BE-BBC7-A795-65CB-DA52803B3B42}"/>
          </ac:spMkLst>
        </pc:spChg>
        <pc:spChg chg="mod topLvl">
          <ac:chgData name="One Skill" userId="8d49c830ac36a521" providerId="LiveId" clId="{250BA3F6-20AF-224D-A224-3EE43FDC11EA}" dt="2022-11-05T19:32:18.204" v="4804" actId="164"/>
          <ac:spMkLst>
            <pc:docMk/>
            <pc:sldMk cId="1817424231" sldId="261"/>
            <ac:spMk id="1025" creationId="{9511ECC8-461C-649F-DDD2-5B55E4017569}"/>
          </ac:spMkLst>
        </pc:spChg>
        <pc:spChg chg="mod topLvl">
          <ac:chgData name="One Skill" userId="8d49c830ac36a521" providerId="LiveId" clId="{250BA3F6-20AF-224D-A224-3EE43FDC11EA}" dt="2022-11-05T19:32:18.204" v="4804" actId="164"/>
          <ac:spMkLst>
            <pc:docMk/>
            <pc:sldMk cId="1817424231" sldId="261"/>
            <ac:spMk id="1027" creationId="{F2B5F78B-9EEC-6353-5666-1059806AB1FA}"/>
          </ac:spMkLst>
        </pc:spChg>
        <pc:spChg chg="add del">
          <ac:chgData name="One Skill" userId="8d49c830ac36a521" providerId="LiveId" clId="{250BA3F6-20AF-224D-A224-3EE43FDC11EA}" dt="2022-11-05T18:51:32.652" v="4327" actId="22"/>
          <ac:spMkLst>
            <pc:docMk/>
            <pc:sldMk cId="1817424231" sldId="261"/>
            <ac:spMk id="1031" creationId="{B75B07FF-C9E5-CF8B-EA2A-07FAAA1BBFAD}"/>
          </ac:spMkLst>
        </pc:spChg>
        <pc:spChg chg="mod topLvl">
          <ac:chgData name="One Skill" userId="8d49c830ac36a521" providerId="LiveId" clId="{250BA3F6-20AF-224D-A224-3EE43FDC11EA}" dt="2022-11-05T20:07:39.965" v="5230" actId="1076"/>
          <ac:spMkLst>
            <pc:docMk/>
            <pc:sldMk cId="1817424231" sldId="261"/>
            <ac:spMk id="1034" creationId="{0682087B-B305-5A85-53D9-E58E7DEB9B7B}"/>
          </ac:spMkLst>
        </pc:spChg>
        <pc:spChg chg="mod topLvl">
          <ac:chgData name="One Skill" userId="8d49c830ac36a521" providerId="LiveId" clId="{250BA3F6-20AF-224D-A224-3EE43FDC11EA}" dt="2022-11-05T19:03:45.352" v="4531" actId="20577"/>
          <ac:spMkLst>
            <pc:docMk/>
            <pc:sldMk cId="1817424231" sldId="261"/>
            <ac:spMk id="1035" creationId="{7EC35385-D1AB-E87F-B70E-C8FCAE9C29F8}"/>
          </ac:spMkLst>
        </pc:spChg>
        <pc:spChg chg="del mod topLvl">
          <ac:chgData name="One Skill" userId="8d49c830ac36a521" providerId="LiveId" clId="{250BA3F6-20AF-224D-A224-3EE43FDC11EA}" dt="2022-11-05T18:52:44.511" v="4335" actId="478"/>
          <ac:spMkLst>
            <pc:docMk/>
            <pc:sldMk cId="1817424231" sldId="261"/>
            <ac:spMk id="1036" creationId="{15D4E1F2-9FE7-1B24-1629-6302C2B34AFD}"/>
          </ac:spMkLst>
        </pc:spChg>
        <pc:spChg chg="del mod topLvl">
          <ac:chgData name="One Skill" userId="8d49c830ac36a521" providerId="LiveId" clId="{250BA3F6-20AF-224D-A224-3EE43FDC11EA}" dt="2022-11-05T18:52:44.511" v="4335" actId="478"/>
          <ac:spMkLst>
            <pc:docMk/>
            <pc:sldMk cId="1817424231" sldId="261"/>
            <ac:spMk id="1037" creationId="{FB106D27-B05D-3930-CB4A-3B281CB59F79}"/>
          </ac:spMkLst>
        </pc:spChg>
        <pc:spChg chg="del mod topLvl">
          <ac:chgData name="One Skill" userId="8d49c830ac36a521" providerId="LiveId" clId="{250BA3F6-20AF-224D-A224-3EE43FDC11EA}" dt="2022-11-05T18:52:44.511" v="4335" actId="478"/>
          <ac:spMkLst>
            <pc:docMk/>
            <pc:sldMk cId="1817424231" sldId="261"/>
            <ac:spMk id="1041" creationId="{A2CEC66D-598D-8E55-1CF6-5F708F816567}"/>
          </ac:spMkLst>
        </pc:spChg>
        <pc:spChg chg="del mod topLvl">
          <ac:chgData name="One Skill" userId="8d49c830ac36a521" providerId="LiveId" clId="{250BA3F6-20AF-224D-A224-3EE43FDC11EA}" dt="2022-11-05T18:52:44.511" v="4335" actId="478"/>
          <ac:spMkLst>
            <pc:docMk/>
            <pc:sldMk cId="1817424231" sldId="261"/>
            <ac:spMk id="1042" creationId="{73BE31D2-B525-4FA8-10C6-11D6A6CCC452}"/>
          </ac:spMkLst>
        </pc:spChg>
        <pc:spChg chg="del mod topLvl">
          <ac:chgData name="One Skill" userId="8d49c830ac36a521" providerId="LiveId" clId="{250BA3F6-20AF-224D-A224-3EE43FDC11EA}" dt="2022-11-05T18:52:44.511" v="4335" actId="478"/>
          <ac:spMkLst>
            <pc:docMk/>
            <pc:sldMk cId="1817424231" sldId="261"/>
            <ac:spMk id="1043" creationId="{B2B9F85C-D1D0-F2CE-6993-862D36A8F13B}"/>
          </ac:spMkLst>
        </pc:spChg>
        <pc:spChg chg="mod">
          <ac:chgData name="One Skill" userId="8d49c830ac36a521" providerId="LiveId" clId="{250BA3F6-20AF-224D-A224-3EE43FDC11EA}" dt="2022-11-05T18:52:20.222" v="4332" actId="165"/>
          <ac:spMkLst>
            <pc:docMk/>
            <pc:sldMk cId="1817424231" sldId="261"/>
            <ac:spMk id="1044" creationId="{D9A0629B-7F4B-2377-178C-6045A1A2BCBD}"/>
          </ac:spMkLst>
        </pc:spChg>
        <pc:spChg chg="mod">
          <ac:chgData name="One Skill" userId="8d49c830ac36a521" providerId="LiveId" clId="{250BA3F6-20AF-224D-A224-3EE43FDC11EA}" dt="2022-11-05T18:52:20.222" v="4332" actId="165"/>
          <ac:spMkLst>
            <pc:docMk/>
            <pc:sldMk cId="1817424231" sldId="261"/>
            <ac:spMk id="1045" creationId="{87B5E550-2519-DF5D-6DBD-74E69726DE25}"/>
          </ac:spMkLst>
        </pc:spChg>
        <pc:spChg chg="mod">
          <ac:chgData name="One Skill" userId="8d49c830ac36a521" providerId="LiveId" clId="{250BA3F6-20AF-224D-A224-3EE43FDC11EA}" dt="2022-11-05T18:52:20.222" v="4332" actId="165"/>
          <ac:spMkLst>
            <pc:docMk/>
            <pc:sldMk cId="1817424231" sldId="261"/>
            <ac:spMk id="1046" creationId="{06D858D7-51B0-D715-6F32-4B7EABFEE0B8}"/>
          </ac:spMkLst>
        </pc:spChg>
        <pc:spChg chg="mod">
          <ac:chgData name="One Skill" userId="8d49c830ac36a521" providerId="LiveId" clId="{250BA3F6-20AF-224D-A224-3EE43FDC11EA}" dt="2022-11-05T18:52:20.222" v="4332" actId="165"/>
          <ac:spMkLst>
            <pc:docMk/>
            <pc:sldMk cId="1817424231" sldId="261"/>
            <ac:spMk id="1048" creationId="{49008CEC-08FB-10B0-A6EE-3BE1109A3E2F}"/>
          </ac:spMkLst>
        </pc:spChg>
        <pc:spChg chg="mod">
          <ac:chgData name="One Skill" userId="8d49c830ac36a521" providerId="LiveId" clId="{250BA3F6-20AF-224D-A224-3EE43FDC11EA}" dt="2022-11-05T18:52:20.222" v="4332" actId="165"/>
          <ac:spMkLst>
            <pc:docMk/>
            <pc:sldMk cId="1817424231" sldId="261"/>
            <ac:spMk id="1049" creationId="{4ECE8E8B-3B10-6FDD-13EE-5BA26034277B}"/>
          </ac:spMkLst>
        </pc:spChg>
        <pc:spChg chg="mod">
          <ac:chgData name="One Skill" userId="8d49c830ac36a521" providerId="LiveId" clId="{250BA3F6-20AF-224D-A224-3EE43FDC11EA}" dt="2022-11-05T18:52:20.222" v="4332" actId="165"/>
          <ac:spMkLst>
            <pc:docMk/>
            <pc:sldMk cId="1817424231" sldId="261"/>
            <ac:spMk id="1050" creationId="{F2E1EA2E-F4DC-CBB9-C812-1A789A4402A8}"/>
          </ac:spMkLst>
        </pc:spChg>
        <pc:spChg chg="mod">
          <ac:chgData name="One Skill" userId="8d49c830ac36a521" providerId="LiveId" clId="{250BA3F6-20AF-224D-A224-3EE43FDC11EA}" dt="2022-11-05T18:52:20.222" v="4332" actId="165"/>
          <ac:spMkLst>
            <pc:docMk/>
            <pc:sldMk cId="1817424231" sldId="261"/>
            <ac:spMk id="1052" creationId="{ED98F782-C1B5-AC4B-7308-B5E673F2C789}"/>
          </ac:spMkLst>
        </pc:spChg>
        <pc:spChg chg="mod">
          <ac:chgData name="One Skill" userId="8d49c830ac36a521" providerId="LiveId" clId="{250BA3F6-20AF-224D-A224-3EE43FDC11EA}" dt="2022-11-05T18:52:20.222" v="4332" actId="165"/>
          <ac:spMkLst>
            <pc:docMk/>
            <pc:sldMk cId="1817424231" sldId="261"/>
            <ac:spMk id="1053" creationId="{54085E0D-51A7-333A-2401-72B1C2B8B8E6}"/>
          </ac:spMkLst>
        </pc:spChg>
        <pc:spChg chg="add mod">
          <ac:chgData name="One Skill" userId="8d49c830ac36a521" providerId="LiveId" clId="{250BA3F6-20AF-224D-A224-3EE43FDC11EA}" dt="2022-11-05T19:12:06.352" v="4539"/>
          <ac:spMkLst>
            <pc:docMk/>
            <pc:sldMk cId="1817424231" sldId="261"/>
            <ac:spMk id="1056" creationId="{B5221402-906A-DA97-F62A-44CB9E708099}"/>
          </ac:spMkLst>
        </pc:spChg>
        <pc:spChg chg="mod topLvl">
          <ac:chgData name="One Skill" userId="8d49c830ac36a521" providerId="LiveId" clId="{250BA3F6-20AF-224D-A224-3EE43FDC11EA}" dt="2022-11-05T19:34:56.302" v="4839" actId="164"/>
          <ac:spMkLst>
            <pc:docMk/>
            <pc:sldMk cId="1817424231" sldId="261"/>
            <ac:spMk id="1059" creationId="{31A55CAD-FE6A-3913-5662-4804F54AABF8}"/>
          </ac:spMkLst>
        </pc:spChg>
        <pc:spChg chg="mod topLvl">
          <ac:chgData name="One Skill" userId="8d49c830ac36a521" providerId="LiveId" clId="{250BA3F6-20AF-224D-A224-3EE43FDC11EA}" dt="2022-11-05T19:34:56.302" v="4839" actId="164"/>
          <ac:spMkLst>
            <pc:docMk/>
            <pc:sldMk cId="1817424231" sldId="261"/>
            <ac:spMk id="1060" creationId="{7F90DC0E-70A7-117E-25FC-85850BEFC118}"/>
          </ac:spMkLst>
        </pc:spChg>
        <pc:spChg chg="mod topLvl">
          <ac:chgData name="One Skill" userId="8d49c830ac36a521" providerId="LiveId" clId="{250BA3F6-20AF-224D-A224-3EE43FDC11EA}" dt="2022-11-05T19:34:56.302" v="4839" actId="164"/>
          <ac:spMkLst>
            <pc:docMk/>
            <pc:sldMk cId="1817424231" sldId="261"/>
            <ac:spMk id="1061" creationId="{FE909DC2-AB0E-0F0F-853C-19151918BF61}"/>
          </ac:spMkLst>
        </pc:spChg>
        <pc:spChg chg="del mod topLvl">
          <ac:chgData name="One Skill" userId="8d49c830ac36a521" providerId="LiveId" clId="{250BA3F6-20AF-224D-A224-3EE43FDC11EA}" dt="2022-11-05T19:29:55.755" v="4783" actId="478"/>
          <ac:spMkLst>
            <pc:docMk/>
            <pc:sldMk cId="1817424231" sldId="261"/>
            <ac:spMk id="1062" creationId="{75AB246F-408F-0B89-2A5F-D7982A9853A3}"/>
          </ac:spMkLst>
        </pc:spChg>
        <pc:spChg chg="del mod topLvl">
          <ac:chgData name="One Skill" userId="8d49c830ac36a521" providerId="LiveId" clId="{250BA3F6-20AF-224D-A224-3EE43FDC11EA}" dt="2022-11-05T19:29:55.755" v="4783" actId="478"/>
          <ac:spMkLst>
            <pc:docMk/>
            <pc:sldMk cId="1817424231" sldId="261"/>
            <ac:spMk id="1063" creationId="{CED37EE3-8C6E-7524-8D6E-8CA543181E2D}"/>
          </ac:spMkLst>
        </pc:spChg>
        <pc:spChg chg="del mod topLvl">
          <ac:chgData name="One Skill" userId="8d49c830ac36a521" providerId="LiveId" clId="{250BA3F6-20AF-224D-A224-3EE43FDC11EA}" dt="2022-11-05T19:29:55.755" v="4783" actId="478"/>
          <ac:spMkLst>
            <pc:docMk/>
            <pc:sldMk cId="1817424231" sldId="261"/>
            <ac:spMk id="1064" creationId="{5F430DDD-E948-D058-913E-B4295926C4B0}"/>
          </ac:spMkLst>
        </pc:spChg>
        <pc:spChg chg="del mod topLvl">
          <ac:chgData name="One Skill" userId="8d49c830ac36a521" providerId="LiveId" clId="{250BA3F6-20AF-224D-A224-3EE43FDC11EA}" dt="2022-11-05T19:29:55.755" v="4783" actId="478"/>
          <ac:spMkLst>
            <pc:docMk/>
            <pc:sldMk cId="1817424231" sldId="261"/>
            <ac:spMk id="1065" creationId="{F3ECAD83-2F1A-D122-D3CF-4C93C0132F6C}"/>
          </ac:spMkLst>
        </pc:spChg>
        <pc:spChg chg="del mod topLvl">
          <ac:chgData name="One Skill" userId="8d49c830ac36a521" providerId="LiveId" clId="{250BA3F6-20AF-224D-A224-3EE43FDC11EA}" dt="2022-11-05T19:29:55.755" v="4783" actId="478"/>
          <ac:spMkLst>
            <pc:docMk/>
            <pc:sldMk cId="1817424231" sldId="261"/>
            <ac:spMk id="1066" creationId="{F02D8AD7-0012-E566-E1E2-5D10CF5B2DA4}"/>
          </ac:spMkLst>
        </pc:spChg>
        <pc:spChg chg="del mod topLvl">
          <ac:chgData name="One Skill" userId="8d49c830ac36a521" providerId="LiveId" clId="{250BA3F6-20AF-224D-A224-3EE43FDC11EA}" dt="2022-11-05T19:29:55.755" v="4783" actId="478"/>
          <ac:spMkLst>
            <pc:docMk/>
            <pc:sldMk cId="1817424231" sldId="261"/>
            <ac:spMk id="1067" creationId="{7C559FEF-0BF3-C63D-FB94-CF219E28D7E1}"/>
          </ac:spMkLst>
        </pc:spChg>
        <pc:spChg chg="del mod topLvl">
          <ac:chgData name="One Skill" userId="8d49c830ac36a521" providerId="LiveId" clId="{250BA3F6-20AF-224D-A224-3EE43FDC11EA}" dt="2022-11-05T19:29:55.755" v="4783" actId="478"/>
          <ac:spMkLst>
            <pc:docMk/>
            <pc:sldMk cId="1817424231" sldId="261"/>
            <ac:spMk id="1068" creationId="{44F6EE25-C549-0519-274D-A5418AC7EB93}"/>
          </ac:spMkLst>
        </pc:spChg>
        <pc:spChg chg="del mod topLvl">
          <ac:chgData name="One Skill" userId="8d49c830ac36a521" providerId="LiveId" clId="{250BA3F6-20AF-224D-A224-3EE43FDC11EA}" dt="2022-11-05T19:29:55.755" v="4783" actId="478"/>
          <ac:spMkLst>
            <pc:docMk/>
            <pc:sldMk cId="1817424231" sldId="261"/>
            <ac:spMk id="1069" creationId="{49FE1B14-FDFB-5DAF-7E0E-104770D1DFF9}"/>
          </ac:spMkLst>
        </pc:spChg>
        <pc:spChg chg="del mod">
          <ac:chgData name="One Skill" userId="8d49c830ac36a521" providerId="LiveId" clId="{250BA3F6-20AF-224D-A224-3EE43FDC11EA}" dt="2022-11-05T19:31:43.866" v="4797" actId="478"/>
          <ac:spMkLst>
            <pc:docMk/>
            <pc:sldMk cId="1817424231" sldId="261"/>
            <ac:spMk id="1071" creationId="{C585BDF3-DAD6-96F6-755A-FBEDE76C00BD}"/>
          </ac:spMkLst>
        </pc:spChg>
        <pc:spChg chg="mod">
          <ac:chgData name="One Skill" userId="8d49c830ac36a521" providerId="LiveId" clId="{250BA3F6-20AF-224D-A224-3EE43FDC11EA}" dt="2022-11-05T19:31:37.944" v="4796" actId="571"/>
          <ac:spMkLst>
            <pc:docMk/>
            <pc:sldMk cId="1817424231" sldId="261"/>
            <ac:spMk id="1072" creationId="{84C257C2-A9AA-91C9-D52B-D8C5645D055A}"/>
          </ac:spMkLst>
        </pc:spChg>
        <pc:spChg chg="mod">
          <ac:chgData name="One Skill" userId="8d49c830ac36a521" providerId="LiveId" clId="{250BA3F6-20AF-224D-A224-3EE43FDC11EA}" dt="2022-11-05T19:31:37.944" v="4796" actId="571"/>
          <ac:spMkLst>
            <pc:docMk/>
            <pc:sldMk cId="1817424231" sldId="261"/>
            <ac:spMk id="1073" creationId="{526FBBCF-F7CC-719B-F3EF-9078B0B82C96}"/>
          </ac:spMkLst>
        </pc:spChg>
        <pc:spChg chg="mod topLvl">
          <ac:chgData name="One Skill" userId="8d49c830ac36a521" providerId="LiveId" clId="{250BA3F6-20AF-224D-A224-3EE43FDC11EA}" dt="2022-11-05T19:33:17.931" v="4820" actId="164"/>
          <ac:spMkLst>
            <pc:docMk/>
            <pc:sldMk cId="1817424231" sldId="261"/>
            <ac:spMk id="1080" creationId="{D7700A1D-5689-8E73-A98C-9A7D3413F28E}"/>
          </ac:spMkLst>
        </pc:spChg>
        <pc:spChg chg="mod topLvl">
          <ac:chgData name="One Skill" userId="8d49c830ac36a521" providerId="LiveId" clId="{250BA3F6-20AF-224D-A224-3EE43FDC11EA}" dt="2022-11-05T19:33:17.931" v="4820" actId="164"/>
          <ac:spMkLst>
            <pc:docMk/>
            <pc:sldMk cId="1817424231" sldId="261"/>
            <ac:spMk id="1081" creationId="{57938B2C-75FD-D8A4-C16A-6ABF7FB11F19}"/>
          </ac:spMkLst>
        </pc:spChg>
        <pc:spChg chg="mod topLvl">
          <ac:chgData name="One Skill" userId="8d49c830ac36a521" providerId="LiveId" clId="{250BA3F6-20AF-224D-A224-3EE43FDC11EA}" dt="2022-11-05T19:33:17.931" v="4820" actId="164"/>
          <ac:spMkLst>
            <pc:docMk/>
            <pc:sldMk cId="1817424231" sldId="261"/>
            <ac:spMk id="1082" creationId="{3CF37203-7EFA-0073-8E88-6ED5A8714B67}"/>
          </ac:spMkLst>
        </pc:spChg>
        <pc:spChg chg="mod">
          <ac:chgData name="One Skill" userId="8d49c830ac36a521" providerId="LiveId" clId="{250BA3F6-20AF-224D-A224-3EE43FDC11EA}" dt="2022-11-05T19:33:36.858" v="4823" actId="408"/>
          <ac:spMkLst>
            <pc:docMk/>
            <pc:sldMk cId="1817424231" sldId="261"/>
            <ac:spMk id="1083" creationId="{E41342F0-BFFE-360D-B4DD-EA71022766EE}"/>
          </ac:spMkLst>
        </pc:spChg>
        <pc:spChg chg="mod">
          <ac:chgData name="One Skill" userId="8d49c830ac36a521" providerId="LiveId" clId="{250BA3F6-20AF-224D-A224-3EE43FDC11EA}" dt="2022-11-05T19:33:36.858" v="4823" actId="408"/>
          <ac:spMkLst>
            <pc:docMk/>
            <pc:sldMk cId="1817424231" sldId="261"/>
            <ac:spMk id="1084" creationId="{0994AD4B-22F3-0DAD-801D-E2611F7623A5}"/>
          </ac:spMkLst>
        </pc:spChg>
        <pc:spChg chg="mod">
          <ac:chgData name="One Skill" userId="8d49c830ac36a521" providerId="LiveId" clId="{250BA3F6-20AF-224D-A224-3EE43FDC11EA}" dt="2022-11-05T19:33:36.858" v="4823" actId="408"/>
          <ac:spMkLst>
            <pc:docMk/>
            <pc:sldMk cId="1817424231" sldId="261"/>
            <ac:spMk id="1085" creationId="{025B6567-0107-2D02-77E4-7483FCCA4C51}"/>
          </ac:spMkLst>
        </pc:spChg>
        <pc:spChg chg="mod">
          <ac:chgData name="One Skill" userId="8d49c830ac36a521" providerId="LiveId" clId="{250BA3F6-20AF-224D-A224-3EE43FDC11EA}" dt="2022-11-05T19:33:36.858" v="4823" actId="408"/>
          <ac:spMkLst>
            <pc:docMk/>
            <pc:sldMk cId="1817424231" sldId="261"/>
            <ac:spMk id="1087" creationId="{DDEC7CA9-416C-CC63-CC97-A1ACCC6D91E0}"/>
          </ac:spMkLst>
        </pc:spChg>
        <pc:spChg chg="mod">
          <ac:chgData name="One Skill" userId="8d49c830ac36a521" providerId="LiveId" clId="{250BA3F6-20AF-224D-A224-3EE43FDC11EA}" dt="2022-11-05T19:33:36.858" v="4823" actId="408"/>
          <ac:spMkLst>
            <pc:docMk/>
            <pc:sldMk cId="1817424231" sldId="261"/>
            <ac:spMk id="1088" creationId="{7B4BB2A2-F94D-CD12-A491-90AAB3E7CB4C}"/>
          </ac:spMkLst>
        </pc:spChg>
        <pc:spChg chg="mod">
          <ac:chgData name="One Skill" userId="8d49c830ac36a521" providerId="LiveId" clId="{250BA3F6-20AF-224D-A224-3EE43FDC11EA}" dt="2022-11-05T19:33:36.858" v="4823" actId="408"/>
          <ac:spMkLst>
            <pc:docMk/>
            <pc:sldMk cId="1817424231" sldId="261"/>
            <ac:spMk id="1089" creationId="{45E92122-4B63-FC04-5594-6D67B72D4F78}"/>
          </ac:spMkLst>
        </pc:spChg>
        <pc:spChg chg="mod">
          <ac:chgData name="One Skill" userId="8d49c830ac36a521" providerId="LiveId" clId="{250BA3F6-20AF-224D-A224-3EE43FDC11EA}" dt="2022-11-05T19:32:52.755" v="4809" actId="165"/>
          <ac:spMkLst>
            <pc:docMk/>
            <pc:sldMk cId="1817424231" sldId="261"/>
            <ac:spMk id="1091" creationId="{A42D4DBB-D81F-24AB-B6EB-F4436340645D}"/>
          </ac:spMkLst>
        </pc:spChg>
        <pc:spChg chg="mod">
          <ac:chgData name="One Skill" userId="8d49c830ac36a521" providerId="LiveId" clId="{250BA3F6-20AF-224D-A224-3EE43FDC11EA}" dt="2022-11-05T19:32:52.755" v="4809" actId="165"/>
          <ac:spMkLst>
            <pc:docMk/>
            <pc:sldMk cId="1817424231" sldId="261"/>
            <ac:spMk id="1092" creationId="{F9F49651-C11D-ED12-55BD-4197346C5EF0}"/>
          </ac:spMkLst>
        </pc:spChg>
        <pc:spChg chg="add mod">
          <ac:chgData name="One Skill" userId="8d49c830ac36a521" providerId="LiveId" clId="{250BA3F6-20AF-224D-A224-3EE43FDC11EA}" dt="2022-11-05T19:38:47.885" v="4883" actId="571"/>
          <ac:spMkLst>
            <pc:docMk/>
            <pc:sldMk cId="1817424231" sldId="261"/>
            <ac:spMk id="1101" creationId="{4CC4C3E9-3352-0612-6D22-A01107B6C6F7}"/>
          </ac:spMkLst>
        </pc:spChg>
        <pc:spChg chg="add mod">
          <ac:chgData name="One Skill" userId="8d49c830ac36a521" providerId="LiveId" clId="{250BA3F6-20AF-224D-A224-3EE43FDC11EA}" dt="2022-11-05T20:06:57.877" v="5222" actId="164"/>
          <ac:spMkLst>
            <pc:docMk/>
            <pc:sldMk cId="1817424231" sldId="261"/>
            <ac:spMk id="1102" creationId="{36CD5CD9-A0FB-578D-F704-2E331F2888B6}"/>
          </ac:spMkLst>
        </pc:spChg>
        <pc:spChg chg="add mod">
          <ac:chgData name="One Skill" userId="8d49c830ac36a521" providerId="LiveId" clId="{250BA3F6-20AF-224D-A224-3EE43FDC11EA}" dt="2022-11-05T19:47:33.815" v="5116" actId="164"/>
          <ac:spMkLst>
            <pc:docMk/>
            <pc:sldMk cId="1817424231" sldId="261"/>
            <ac:spMk id="1103" creationId="{849EFF68-75CC-BE9E-053B-42FE262D354F}"/>
          </ac:spMkLst>
        </pc:spChg>
        <pc:spChg chg="add del mod">
          <ac:chgData name="One Skill" userId="8d49c830ac36a521" providerId="LiveId" clId="{250BA3F6-20AF-224D-A224-3EE43FDC11EA}" dt="2022-11-05T19:45:45.204" v="5098" actId="478"/>
          <ac:spMkLst>
            <pc:docMk/>
            <pc:sldMk cId="1817424231" sldId="261"/>
            <ac:spMk id="1104" creationId="{0A3D620E-7859-C8C7-9B32-86E2FAC64206}"/>
          </ac:spMkLst>
        </pc:spChg>
        <pc:spChg chg="add mod">
          <ac:chgData name="One Skill" userId="8d49c830ac36a521" providerId="LiveId" clId="{250BA3F6-20AF-224D-A224-3EE43FDC11EA}" dt="2022-11-05T20:06:57.877" v="5222" actId="164"/>
          <ac:spMkLst>
            <pc:docMk/>
            <pc:sldMk cId="1817424231" sldId="261"/>
            <ac:spMk id="1105" creationId="{E669F18A-402C-66A1-AE61-FFD541F6F48F}"/>
          </ac:spMkLst>
        </pc:spChg>
        <pc:spChg chg="add mod">
          <ac:chgData name="One Skill" userId="8d49c830ac36a521" providerId="LiveId" clId="{250BA3F6-20AF-224D-A224-3EE43FDC11EA}" dt="2022-11-05T19:51:23.104" v="5128" actId="692"/>
          <ac:spMkLst>
            <pc:docMk/>
            <pc:sldMk cId="1817424231" sldId="261"/>
            <ac:spMk id="1106" creationId="{3CEC26FE-C2D9-2594-25F8-9D1933226D1B}"/>
          </ac:spMkLst>
        </pc:spChg>
        <pc:spChg chg="add mod">
          <ac:chgData name="One Skill" userId="8d49c830ac36a521" providerId="LiveId" clId="{250BA3F6-20AF-224D-A224-3EE43FDC11EA}" dt="2022-11-05T19:47:33.815" v="5116" actId="164"/>
          <ac:spMkLst>
            <pc:docMk/>
            <pc:sldMk cId="1817424231" sldId="261"/>
            <ac:spMk id="1107" creationId="{448CCFAB-439A-C041-6F75-C44F9AA948B0}"/>
          </ac:spMkLst>
        </pc:spChg>
        <pc:grpChg chg="add del mod">
          <ac:chgData name="One Skill" userId="8d49c830ac36a521" providerId="LiveId" clId="{250BA3F6-20AF-224D-A224-3EE43FDC11EA}" dt="2022-11-05T20:49:58.294" v="5464" actId="165"/>
          <ac:grpSpMkLst>
            <pc:docMk/>
            <pc:sldMk cId="1817424231" sldId="261"/>
            <ac:grpSpMk id="6" creationId="{54219278-3FF2-7867-5C41-5DB7A1DACAF3}"/>
          </ac:grpSpMkLst>
        </pc:grpChg>
        <pc:grpChg chg="add del mod">
          <ac:chgData name="One Skill" userId="8d49c830ac36a521" providerId="LiveId" clId="{250BA3F6-20AF-224D-A224-3EE43FDC11EA}" dt="2022-11-05T15:55:35.909" v="1537" actId="478"/>
          <ac:grpSpMkLst>
            <pc:docMk/>
            <pc:sldMk cId="1817424231" sldId="261"/>
            <ac:grpSpMk id="14" creationId="{030981A8-A1C8-9D86-14F6-525E7CE802F4}"/>
          </ac:grpSpMkLst>
        </pc:grpChg>
        <pc:grpChg chg="add del mod">
          <ac:chgData name="One Skill" userId="8d49c830ac36a521" providerId="LiveId" clId="{250BA3F6-20AF-224D-A224-3EE43FDC11EA}" dt="2022-11-05T16:44:00.376" v="3668" actId="165"/>
          <ac:grpSpMkLst>
            <pc:docMk/>
            <pc:sldMk cId="1817424231" sldId="261"/>
            <ac:grpSpMk id="31" creationId="{E3BE57CB-021C-4480-C813-13DB02D23D1E}"/>
          </ac:grpSpMkLst>
        </pc:grpChg>
        <pc:grpChg chg="add mod topLvl">
          <ac:chgData name="One Skill" userId="8d49c830ac36a521" providerId="LiveId" clId="{250BA3F6-20AF-224D-A224-3EE43FDC11EA}" dt="2022-11-05T19:32:18.204" v="4804" actId="164"/>
          <ac:grpSpMkLst>
            <pc:docMk/>
            <pc:sldMk cId="1817424231" sldId="261"/>
            <ac:grpSpMk id="47" creationId="{152C0AD8-CBCF-DB32-6276-75155BEB4EB9}"/>
          </ac:grpSpMkLst>
        </pc:grpChg>
        <pc:grpChg chg="add del mod">
          <ac:chgData name="One Skill" userId="8d49c830ac36a521" providerId="LiveId" clId="{250BA3F6-20AF-224D-A224-3EE43FDC11EA}" dt="2022-11-05T16:58:32.128" v="3903" actId="165"/>
          <ac:grpSpMkLst>
            <pc:docMk/>
            <pc:sldMk cId="1817424231" sldId="261"/>
            <ac:grpSpMk id="48" creationId="{FFF3FBFC-9729-ABAE-E431-B30E5AC6F7E9}"/>
          </ac:grpSpMkLst>
        </pc:grpChg>
        <pc:grpChg chg="add del mod">
          <ac:chgData name="One Skill" userId="8d49c830ac36a521" providerId="LiveId" clId="{250BA3F6-20AF-224D-A224-3EE43FDC11EA}" dt="2022-11-05T16:59:54.143" v="3927" actId="165"/>
          <ac:grpSpMkLst>
            <pc:docMk/>
            <pc:sldMk cId="1817424231" sldId="261"/>
            <ac:grpSpMk id="52" creationId="{544C07B9-2BA7-8662-CCF4-6EE2D03A0B5F}"/>
          </ac:grpSpMkLst>
        </pc:grpChg>
        <pc:grpChg chg="add del mod topLvl">
          <ac:chgData name="One Skill" userId="8d49c830ac36a521" providerId="LiveId" clId="{250BA3F6-20AF-224D-A224-3EE43FDC11EA}" dt="2022-11-05T18:29:18.778" v="4133" actId="165"/>
          <ac:grpSpMkLst>
            <pc:docMk/>
            <pc:sldMk cId="1817424231" sldId="261"/>
            <ac:grpSpMk id="59" creationId="{73A787A1-6FEC-9023-EFCE-C3A69912585C}"/>
          </ac:grpSpMkLst>
        </pc:grpChg>
        <pc:grpChg chg="add del mod">
          <ac:chgData name="One Skill" userId="8d49c830ac36a521" providerId="LiveId" clId="{250BA3F6-20AF-224D-A224-3EE43FDC11EA}" dt="2022-11-05T18:28:26.736" v="4123" actId="165"/>
          <ac:grpSpMkLst>
            <pc:docMk/>
            <pc:sldMk cId="1817424231" sldId="261"/>
            <ac:grpSpMk id="60" creationId="{5369A343-4E18-759F-591F-D7E15527E9F9}"/>
          </ac:grpSpMkLst>
        </pc:grpChg>
        <pc:grpChg chg="add mod topLvl">
          <ac:chgData name="One Skill" userId="8d49c830ac36a521" providerId="LiveId" clId="{250BA3F6-20AF-224D-A224-3EE43FDC11EA}" dt="2022-11-05T19:32:18.204" v="4804" actId="164"/>
          <ac:grpSpMkLst>
            <pc:docMk/>
            <pc:sldMk cId="1817424231" sldId="261"/>
            <ac:grpSpMk id="61" creationId="{669F8BEE-D508-9C63-09A3-3F3FF9F6FCC9}"/>
          </ac:grpSpMkLst>
        </pc:grpChg>
        <pc:grpChg chg="add mod topLvl">
          <ac:chgData name="One Skill" userId="8d49c830ac36a521" providerId="LiveId" clId="{250BA3F6-20AF-224D-A224-3EE43FDC11EA}" dt="2022-11-05T19:32:18.204" v="4804" actId="164"/>
          <ac:grpSpMkLst>
            <pc:docMk/>
            <pc:sldMk cId="1817424231" sldId="261"/>
            <ac:grpSpMk id="62" creationId="{2541F1B0-EA47-47FD-CC4C-C3D38E048C91}"/>
          </ac:grpSpMkLst>
        </pc:grpChg>
        <pc:grpChg chg="add del mod">
          <ac:chgData name="One Skill" userId="8d49c830ac36a521" providerId="LiveId" clId="{250BA3F6-20AF-224D-A224-3EE43FDC11EA}" dt="2022-11-05T18:30:10.178" v="4144" actId="165"/>
          <ac:grpSpMkLst>
            <pc:docMk/>
            <pc:sldMk cId="1817424231" sldId="261"/>
            <ac:grpSpMk id="63" creationId="{467A5433-9B67-2CCF-7054-3F0E187B0BF5}"/>
          </ac:grpSpMkLst>
        </pc:grpChg>
        <pc:grpChg chg="add del mod">
          <ac:chgData name="One Skill" userId="8d49c830ac36a521" providerId="LiveId" clId="{250BA3F6-20AF-224D-A224-3EE43FDC11EA}" dt="2022-11-05T19:31:31.962" v="4795" actId="165"/>
          <ac:grpSpMkLst>
            <pc:docMk/>
            <pc:sldMk cId="1817424231" sldId="261"/>
            <ac:grpSpMk id="1029" creationId="{92D2A9FF-9FB6-DFEC-0C23-6F85F69C7340}"/>
          </ac:grpSpMkLst>
        </pc:grpChg>
        <pc:grpChg chg="add del mod">
          <ac:chgData name="One Skill" userId="8d49c830ac36a521" providerId="LiveId" clId="{250BA3F6-20AF-224D-A224-3EE43FDC11EA}" dt="2022-11-05T18:52:20.222" v="4332" actId="165"/>
          <ac:grpSpMkLst>
            <pc:docMk/>
            <pc:sldMk cId="1817424231" sldId="261"/>
            <ac:grpSpMk id="1033" creationId="{EA477188-04ED-D5E4-8D72-757C50DB94DA}"/>
          </ac:grpSpMkLst>
        </pc:grpChg>
        <pc:grpChg chg="del mod topLvl">
          <ac:chgData name="One Skill" userId="8d49c830ac36a521" providerId="LiveId" clId="{250BA3F6-20AF-224D-A224-3EE43FDC11EA}" dt="2022-11-05T18:52:44.511" v="4335" actId="478"/>
          <ac:grpSpMkLst>
            <pc:docMk/>
            <pc:sldMk cId="1817424231" sldId="261"/>
            <ac:grpSpMk id="1038" creationId="{6F4881C6-2E0B-A8A8-E214-20A50C80A0EE}"/>
          </ac:grpSpMkLst>
        </pc:grpChg>
        <pc:grpChg chg="del mod topLvl">
          <ac:chgData name="One Skill" userId="8d49c830ac36a521" providerId="LiveId" clId="{250BA3F6-20AF-224D-A224-3EE43FDC11EA}" dt="2022-11-05T18:52:44.511" v="4335" actId="478"/>
          <ac:grpSpMkLst>
            <pc:docMk/>
            <pc:sldMk cId="1817424231" sldId="261"/>
            <ac:grpSpMk id="1039" creationId="{00410640-8AE9-41F8-B764-36E2FE2AAF1F}"/>
          </ac:grpSpMkLst>
        </pc:grpChg>
        <pc:grpChg chg="del mod topLvl">
          <ac:chgData name="One Skill" userId="8d49c830ac36a521" providerId="LiveId" clId="{250BA3F6-20AF-224D-A224-3EE43FDC11EA}" dt="2022-11-05T18:52:44.511" v="4335" actId="478"/>
          <ac:grpSpMkLst>
            <pc:docMk/>
            <pc:sldMk cId="1817424231" sldId="261"/>
            <ac:grpSpMk id="1040" creationId="{92A7EEF0-8F01-67F0-730E-59668D874632}"/>
          </ac:grpSpMkLst>
        </pc:grpChg>
        <pc:grpChg chg="add del mod">
          <ac:chgData name="One Skill" userId="8d49c830ac36a521" providerId="LiveId" clId="{250BA3F6-20AF-224D-A224-3EE43FDC11EA}" dt="2022-11-05T19:29:52.119" v="4782" actId="165"/>
          <ac:grpSpMkLst>
            <pc:docMk/>
            <pc:sldMk cId="1817424231" sldId="261"/>
            <ac:grpSpMk id="1058" creationId="{E877E6FF-5CEE-702F-E03F-E87DD89E2350}"/>
          </ac:grpSpMkLst>
        </pc:grpChg>
        <pc:grpChg chg="add del mod">
          <ac:chgData name="One Skill" userId="8d49c830ac36a521" providerId="LiveId" clId="{250BA3F6-20AF-224D-A224-3EE43FDC11EA}" dt="2022-11-05T19:32:13.596" v="4803" actId="478"/>
          <ac:grpSpMkLst>
            <pc:docMk/>
            <pc:sldMk cId="1817424231" sldId="261"/>
            <ac:grpSpMk id="1070" creationId="{4172003A-FA1D-031F-C418-7F6AB175AFE5}"/>
          </ac:grpSpMkLst>
        </pc:grpChg>
        <pc:grpChg chg="add mod">
          <ac:chgData name="One Skill" userId="8d49c830ac36a521" providerId="LiveId" clId="{250BA3F6-20AF-224D-A224-3EE43FDC11EA}" dt="2022-11-05T20:08:14.980" v="5234" actId="164"/>
          <ac:grpSpMkLst>
            <pc:docMk/>
            <pc:sldMk cId="1817424231" sldId="261"/>
            <ac:grpSpMk id="1075" creationId="{0B6B0F7D-CDB3-09B1-7471-C0B124B250C5}"/>
          </ac:grpSpMkLst>
        </pc:grpChg>
        <pc:grpChg chg="add del mod">
          <ac:chgData name="One Skill" userId="8d49c830ac36a521" providerId="LiveId" clId="{250BA3F6-20AF-224D-A224-3EE43FDC11EA}" dt="2022-11-05T19:32:52.755" v="4809" actId="165"/>
          <ac:grpSpMkLst>
            <pc:docMk/>
            <pc:sldMk cId="1817424231" sldId="261"/>
            <ac:grpSpMk id="1076" creationId="{6284DE7C-9383-16D6-3769-B218F82E3B0E}"/>
          </ac:grpSpMkLst>
        </pc:grpChg>
        <pc:grpChg chg="mod topLvl">
          <ac:chgData name="One Skill" userId="8d49c830ac36a521" providerId="LiveId" clId="{250BA3F6-20AF-224D-A224-3EE43FDC11EA}" dt="2022-11-05T19:34:43.713" v="4835" actId="164"/>
          <ac:grpSpMkLst>
            <pc:docMk/>
            <pc:sldMk cId="1817424231" sldId="261"/>
            <ac:grpSpMk id="1077" creationId="{1E1DB778-3D75-241A-3E92-4C4E3498575E}"/>
          </ac:grpSpMkLst>
        </pc:grpChg>
        <pc:grpChg chg="mod topLvl">
          <ac:chgData name="One Skill" userId="8d49c830ac36a521" providerId="LiveId" clId="{250BA3F6-20AF-224D-A224-3EE43FDC11EA}" dt="2022-11-05T19:34:43.713" v="4835" actId="164"/>
          <ac:grpSpMkLst>
            <pc:docMk/>
            <pc:sldMk cId="1817424231" sldId="261"/>
            <ac:grpSpMk id="1078" creationId="{A255E73A-F7A8-5E0A-DFEF-FA87BABB25B6}"/>
          </ac:grpSpMkLst>
        </pc:grpChg>
        <pc:grpChg chg="mod topLvl">
          <ac:chgData name="One Skill" userId="8d49c830ac36a521" providerId="LiveId" clId="{250BA3F6-20AF-224D-A224-3EE43FDC11EA}" dt="2022-11-05T19:34:43.713" v="4835" actId="164"/>
          <ac:grpSpMkLst>
            <pc:docMk/>
            <pc:sldMk cId="1817424231" sldId="261"/>
            <ac:grpSpMk id="1079" creationId="{83A7968F-A5CF-F855-058E-0991EDF273DB}"/>
          </ac:grpSpMkLst>
        </pc:grpChg>
        <pc:grpChg chg="add mod">
          <ac:chgData name="One Skill" userId="8d49c830ac36a521" providerId="LiveId" clId="{250BA3F6-20AF-224D-A224-3EE43FDC11EA}" dt="2022-11-05T19:34:43.713" v="4835" actId="164"/>
          <ac:grpSpMkLst>
            <pc:docMk/>
            <pc:sldMk cId="1817424231" sldId="261"/>
            <ac:grpSpMk id="1096" creationId="{08030271-9851-8511-6F24-58E06056EC64}"/>
          </ac:grpSpMkLst>
        </pc:grpChg>
        <pc:grpChg chg="add mod">
          <ac:chgData name="One Skill" userId="8d49c830ac36a521" providerId="LiveId" clId="{250BA3F6-20AF-224D-A224-3EE43FDC11EA}" dt="2022-11-05T19:34:56.302" v="4839" actId="164"/>
          <ac:grpSpMkLst>
            <pc:docMk/>
            <pc:sldMk cId="1817424231" sldId="261"/>
            <ac:grpSpMk id="1099" creationId="{058D89FC-8283-367B-06AC-AF0090437EE1}"/>
          </ac:grpSpMkLst>
        </pc:grpChg>
        <pc:grpChg chg="add mod">
          <ac:chgData name="One Skill" userId="8d49c830ac36a521" providerId="LiveId" clId="{250BA3F6-20AF-224D-A224-3EE43FDC11EA}" dt="2022-11-05T19:34:56.302" v="4839" actId="164"/>
          <ac:grpSpMkLst>
            <pc:docMk/>
            <pc:sldMk cId="1817424231" sldId="261"/>
            <ac:grpSpMk id="1100" creationId="{96055FC7-AC44-214F-6F47-F3626BEA6D7A}"/>
          </ac:grpSpMkLst>
        </pc:grpChg>
        <pc:grpChg chg="add mod">
          <ac:chgData name="One Skill" userId="8d49c830ac36a521" providerId="LiveId" clId="{250BA3F6-20AF-224D-A224-3EE43FDC11EA}" dt="2022-11-05T20:06:57.877" v="5222" actId="164"/>
          <ac:grpSpMkLst>
            <pc:docMk/>
            <pc:sldMk cId="1817424231" sldId="261"/>
            <ac:grpSpMk id="1108" creationId="{8B336149-B5C1-4E03-CE1B-BDC4228369F8}"/>
          </ac:grpSpMkLst>
        </pc:grpChg>
        <pc:grpChg chg="add mod">
          <ac:chgData name="One Skill" userId="8d49c830ac36a521" providerId="LiveId" clId="{250BA3F6-20AF-224D-A224-3EE43FDC11EA}" dt="2022-11-05T20:06:57.877" v="5222" actId="164"/>
          <ac:grpSpMkLst>
            <pc:docMk/>
            <pc:sldMk cId="1817424231" sldId="261"/>
            <ac:grpSpMk id="1112" creationId="{3EF23A6B-6400-09C2-C8B4-4FFABB506F6B}"/>
          </ac:grpSpMkLst>
        </pc:grpChg>
        <pc:grpChg chg="add mod">
          <ac:chgData name="One Skill" userId="8d49c830ac36a521" providerId="LiveId" clId="{250BA3F6-20AF-224D-A224-3EE43FDC11EA}" dt="2022-11-05T20:08:14.980" v="5234" actId="164"/>
          <ac:grpSpMkLst>
            <pc:docMk/>
            <pc:sldMk cId="1817424231" sldId="261"/>
            <ac:grpSpMk id="1113" creationId="{FB7BF7FD-508D-7C11-789B-CD5BBC8C7D80}"/>
          </ac:grpSpMkLst>
        </pc:grpChg>
        <pc:graphicFrameChg chg="add mod modGraphic">
          <ac:chgData name="One Skill" userId="8d49c830ac36a521" providerId="LiveId" clId="{250BA3F6-20AF-224D-A224-3EE43FDC11EA}" dt="2022-11-05T19:04:32.638" v="4533" actId="1035"/>
          <ac:graphicFrameMkLst>
            <pc:docMk/>
            <pc:sldMk cId="1817424231" sldId="261"/>
            <ac:graphicFrameMk id="1055" creationId="{656AC4BF-39A8-6986-B2A3-90E420314003}"/>
          </ac:graphicFrameMkLst>
        </pc:graphicFrameChg>
        <pc:picChg chg="add del mod">
          <ac:chgData name="One Skill" userId="8d49c830ac36a521" providerId="LiveId" clId="{250BA3F6-20AF-224D-A224-3EE43FDC11EA}" dt="2022-11-05T16:44:56.134" v="3710" actId="478"/>
          <ac:picMkLst>
            <pc:docMk/>
            <pc:sldMk cId="1817424231" sldId="261"/>
            <ac:picMk id="28" creationId="{A6F67598-E065-BC42-76D4-40D5169EA6E0}"/>
          </ac:picMkLst>
        </pc:picChg>
        <pc:picChg chg="add del mod">
          <ac:chgData name="One Skill" userId="8d49c830ac36a521" providerId="LiveId" clId="{250BA3F6-20AF-224D-A224-3EE43FDC11EA}" dt="2022-11-05T16:42:16.741" v="3644"/>
          <ac:picMkLst>
            <pc:docMk/>
            <pc:sldMk cId="1817424231" sldId="261"/>
            <ac:picMk id="29" creationId="{DED5E09B-D1E4-48C8-5D23-EE21914AB14C}"/>
          </ac:picMkLst>
        </pc:picChg>
        <pc:picChg chg="add mod">
          <ac:chgData name="One Skill" userId="8d49c830ac36a521" providerId="LiveId" clId="{250BA3F6-20AF-224D-A224-3EE43FDC11EA}" dt="2022-11-05T19:31:31.962" v="4795" actId="165"/>
          <ac:picMkLst>
            <pc:docMk/>
            <pc:sldMk cId="1817424231" sldId="261"/>
            <ac:picMk id="46" creationId="{D387DC53-06BF-0164-397E-1B9A7DCC4DCB}"/>
          </ac:picMkLst>
        </pc:picChg>
        <pc:picChg chg="mod topLvl">
          <ac:chgData name="One Skill" userId="8d49c830ac36a521" providerId="LiveId" clId="{250BA3F6-20AF-224D-A224-3EE43FDC11EA}" dt="2022-11-05T19:31:31.962" v="4795" actId="165"/>
          <ac:picMkLst>
            <pc:docMk/>
            <pc:sldMk cId="1817424231" sldId="261"/>
            <ac:picMk id="51" creationId="{68DA82B6-5DC5-C031-7A1E-59C87D8F76DB}"/>
          </ac:picMkLst>
        </pc:picChg>
        <pc:picChg chg="del mod topLvl">
          <ac:chgData name="One Skill" userId="8d49c830ac36a521" providerId="LiveId" clId="{250BA3F6-20AF-224D-A224-3EE43FDC11EA}" dt="2022-11-05T17:00:12.380" v="3932" actId="478"/>
          <ac:picMkLst>
            <pc:docMk/>
            <pc:sldMk cId="1817424231" sldId="261"/>
            <ac:picMk id="55" creationId="{25015903-70D0-8F6A-932E-70B6EA68410C}"/>
          </ac:picMkLst>
        </pc:picChg>
        <pc:picChg chg="add mod topLvl">
          <ac:chgData name="One Skill" userId="8d49c830ac36a521" providerId="LiveId" clId="{250BA3F6-20AF-224D-A224-3EE43FDC11EA}" dt="2022-11-05T19:31:31.962" v="4795" actId="165"/>
          <ac:picMkLst>
            <pc:docMk/>
            <pc:sldMk cId="1817424231" sldId="261"/>
            <ac:picMk id="58" creationId="{5D390777-85D2-815A-7DE8-1B947B47285A}"/>
          </ac:picMkLst>
        </pc:picChg>
        <pc:picChg chg="add del mod">
          <ac:chgData name="One Skill" userId="8d49c830ac36a521" providerId="LiveId" clId="{250BA3F6-20AF-224D-A224-3EE43FDC11EA}" dt="2022-11-05T18:46:06.489" v="4309" actId="21"/>
          <ac:picMkLst>
            <pc:docMk/>
            <pc:sldMk cId="1817424231" sldId="261"/>
            <ac:picMk id="1026" creationId="{0D18203C-4953-EDE9-2AC6-CB3D8D734151}"/>
          </ac:picMkLst>
        </pc:picChg>
        <pc:picChg chg="add del mod topLvl">
          <ac:chgData name="One Skill" userId="8d49c830ac36a521" providerId="LiveId" clId="{250BA3F6-20AF-224D-A224-3EE43FDC11EA}" dt="2022-11-05T18:30:23.176" v="4147" actId="478"/>
          <ac:picMkLst>
            <pc:docMk/>
            <pc:sldMk cId="1817424231" sldId="261"/>
            <ac:picMk id="1028" creationId="{3481C3E2-B10D-AB17-5D65-1993799E93C5}"/>
          </ac:picMkLst>
        </pc:picChg>
        <pc:picChg chg="add del mod">
          <ac:chgData name="One Skill" userId="8d49c830ac36a521" providerId="LiveId" clId="{250BA3F6-20AF-224D-A224-3EE43FDC11EA}" dt="2022-11-05T19:05:13.889" v="4534" actId="478"/>
          <ac:picMkLst>
            <pc:docMk/>
            <pc:sldMk cId="1817424231" sldId="261"/>
            <ac:picMk id="1032" creationId="{1F209D7B-81E1-23A0-998E-3D6395353977}"/>
          </ac:picMkLst>
        </pc:picChg>
        <pc:picChg chg="mod">
          <ac:chgData name="One Skill" userId="8d49c830ac36a521" providerId="LiveId" clId="{250BA3F6-20AF-224D-A224-3EE43FDC11EA}" dt="2022-11-05T18:52:20.222" v="4332" actId="165"/>
          <ac:picMkLst>
            <pc:docMk/>
            <pc:sldMk cId="1817424231" sldId="261"/>
            <ac:picMk id="1047" creationId="{93F8CD74-D206-E8BE-F5F6-42893EB88CFD}"/>
          </ac:picMkLst>
        </pc:picChg>
        <pc:picChg chg="mod">
          <ac:chgData name="One Skill" userId="8d49c830ac36a521" providerId="LiveId" clId="{250BA3F6-20AF-224D-A224-3EE43FDC11EA}" dt="2022-11-05T18:52:20.222" v="4332" actId="165"/>
          <ac:picMkLst>
            <pc:docMk/>
            <pc:sldMk cId="1817424231" sldId="261"/>
            <ac:picMk id="1051" creationId="{281BA5B2-BFD5-9F90-24A6-F35D5A62F133}"/>
          </ac:picMkLst>
        </pc:picChg>
        <pc:picChg chg="mod">
          <ac:chgData name="One Skill" userId="8d49c830ac36a521" providerId="LiveId" clId="{250BA3F6-20AF-224D-A224-3EE43FDC11EA}" dt="2022-11-05T18:52:20.222" v="4332" actId="165"/>
          <ac:picMkLst>
            <pc:docMk/>
            <pc:sldMk cId="1817424231" sldId="261"/>
            <ac:picMk id="1054" creationId="{71D3B119-DEF0-090C-2067-5163EC95BFA0}"/>
          </ac:picMkLst>
        </pc:picChg>
        <pc:picChg chg="add del mod">
          <ac:chgData name="One Skill" userId="8d49c830ac36a521" providerId="LiveId" clId="{250BA3F6-20AF-224D-A224-3EE43FDC11EA}" dt="2022-11-05T19:47:51.124" v="5119" actId="478"/>
          <ac:picMkLst>
            <pc:docMk/>
            <pc:sldMk cId="1817424231" sldId="261"/>
            <ac:picMk id="1057" creationId="{4C078971-9914-EEF2-8ED8-D7ACB4B90A89}"/>
          </ac:picMkLst>
        </pc:picChg>
        <pc:picChg chg="mod">
          <ac:chgData name="One Skill" userId="8d49c830ac36a521" providerId="LiveId" clId="{250BA3F6-20AF-224D-A224-3EE43FDC11EA}" dt="2022-11-05T19:31:37.944" v="4796" actId="571"/>
          <ac:picMkLst>
            <pc:docMk/>
            <pc:sldMk cId="1817424231" sldId="261"/>
            <ac:picMk id="1074" creationId="{9939DD6C-84EB-B0E0-2696-4C80912951AB}"/>
          </ac:picMkLst>
        </pc:picChg>
        <pc:picChg chg="mod">
          <ac:chgData name="One Skill" userId="8d49c830ac36a521" providerId="LiveId" clId="{250BA3F6-20AF-224D-A224-3EE43FDC11EA}" dt="2022-11-05T19:33:36.858" v="4823" actId="408"/>
          <ac:picMkLst>
            <pc:docMk/>
            <pc:sldMk cId="1817424231" sldId="261"/>
            <ac:picMk id="1086" creationId="{3F543F63-0F06-AB9C-1998-181A78EE3137}"/>
          </ac:picMkLst>
        </pc:picChg>
        <pc:picChg chg="mod">
          <ac:chgData name="One Skill" userId="8d49c830ac36a521" providerId="LiveId" clId="{250BA3F6-20AF-224D-A224-3EE43FDC11EA}" dt="2022-11-05T19:33:36.858" v="4823" actId="408"/>
          <ac:picMkLst>
            <pc:docMk/>
            <pc:sldMk cId="1817424231" sldId="261"/>
            <ac:picMk id="1090" creationId="{CB27D7A8-745C-1E96-B831-503E8DF4DF0A}"/>
          </ac:picMkLst>
        </pc:picChg>
        <pc:picChg chg="mod">
          <ac:chgData name="One Skill" userId="8d49c830ac36a521" providerId="LiveId" clId="{250BA3F6-20AF-224D-A224-3EE43FDC11EA}" dt="2022-11-05T19:32:52.755" v="4809" actId="165"/>
          <ac:picMkLst>
            <pc:docMk/>
            <pc:sldMk cId="1817424231" sldId="261"/>
            <ac:picMk id="1093" creationId="{E89E93BB-3A72-FD3E-8635-29700EE352AA}"/>
          </ac:picMkLst>
        </pc:picChg>
        <pc:picChg chg="add mod">
          <ac:chgData name="One Skill" userId="8d49c830ac36a521" providerId="LiveId" clId="{250BA3F6-20AF-224D-A224-3EE43FDC11EA}" dt="2022-11-05T19:49:15.292" v="5121" actId="1076"/>
          <ac:picMkLst>
            <pc:docMk/>
            <pc:sldMk cId="1817424231" sldId="261"/>
            <ac:picMk id="1109" creationId="{43DA77A1-6C0B-345D-2D71-1677FDA77678}"/>
          </ac:picMkLst>
        </pc:picChg>
        <pc:picChg chg="add mod">
          <ac:chgData name="One Skill" userId="8d49c830ac36a521" providerId="LiveId" clId="{250BA3F6-20AF-224D-A224-3EE43FDC11EA}" dt="2022-11-05T19:49:41.953" v="5124" actId="14100"/>
          <ac:picMkLst>
            <pc:docMk/>
            <pc:sldMk cId="1817424231" sldId="261"/>
            <ac:picMk id="1110" creationId="{EA74A1BA-AB61-81CB-4BFB-34751C101FE4}"/>
          </ac:picMkLst>
        </pc:picChg>
        <pc:picChg chg="add mod">
          <ac:chgData name="One Skill" userId="8d49c830ac36a521" providerId="LiveId" clId="{250BA3F6-20AF-224D-A224-3EE43FDC11EA}" dt="2022-11-05T19:49:58.946" v="5126" actId="1076"/>
          <ac:picMkLst>
            <pc:docMk/>
            <pc:sldMk cId="1817424231" sldId="261"/>
            <ac:picMk id="1111" creationId="{719FDB9F-2CCC-0ECF-AC8B-BC0751773271}"/>
          </ac:picMkLst>
        </pc:picChg>
        <pc:cxnChg chg="add del">
          <ac:chgData name="One Skill" userId="8d49c830ac36a521" providerId="LiveId" clId="{250BA3F6-20AF-224D-A224-3EE43FDC11EA}" dt="2022-11-05T19:33:24.160" v="4822" actId="478"/>
          <ac:cxnSpMkLst>
            <pc:docMk/>
            <pc:sldMk cId="1817424231" sldId="261"/>
            <ac:cxnSpMk id="1095" creationId="{7CF9C6A6-4171-9991-2FE4-56D8F6960415}"/>
          </ac:cxnSpMkLst>
        </pc:cxnChg>
        <pc:cxnChg chg="add del">
          <ac:chgData name="One Skill" userId="8d49c830ac36a521" providerId="LiveId" clId="{250BA3F6-20AF-224D-A224-3EE43FDC11EA}" dt="2022-11-05T19:34:33.658" v="4831" actId="11529"/>
          <ac:cxnSpMkLst>
            <pc:docMk/>
            <pc:sldMk cId="1817424231" sldId="261"/>
            <ac:cxnSpMk id="1098" creationId="{7D9E581D-C113-75DC-4218-E4635C558C9D}"/>
          </ac:cxnSpMkLst>
        </pc:cxnChg>
      </pc:sldChg>
      <pc:sldChg chg="addSp delSp modSp add del mod setBg">
        <pc:chgData name="One Skill" userId="8d49c830ac36a521" providerId="LiveId" clId="{250BA3F6-20AF-224D-A224-3EE43FDC11EA}" dt="2022-11-05T18:42:14.072" v="4286" actId="2696"/>
        <pc:sldMkLst>
          <pc:docMk/>
          <pc:sldMk cId="3038198531" sldId="262"/>
        </pc:sldMkLst>
        <pc:spChg chg="add del mod">
          <ac:chgData name="One Skill" userId="8d49c830ac36a521" providerId="LiveId" clId="{250BA3F6-20AF-224D-A224-3EE43FDC11EA}" dt="2022-11-05T15:51:36.744" v="1458" actId="478"/>
          <ac:spMkLst>
            <pc:docMk/>
            <pc:sldMk cId="3038198531" sldId="262"/>
            <ac:spMk id="2" creationId="{24B39505-C434-6E03-24B9-667DD6261561}"/>
          </ac:spMkLst>
        </pc:spChg>
        <pc:spChg chg="add del mod">
          <ac:chgData name="One Skill" userId="8d49c830ac36a521" providerId="LiveId" clId="{250BA3F6-20AF-224D-A224-3EE43FDC11EA}" dt="2022-11-05T15:52:12.032" v="1467" actId="478"/>
          <ac:spMkLst>
            <pc:docMk/>
            <pc:sldMk cId="3038198531" sldId="262"/>
            <ac:spMk id="4" creationId="{6A2A5A70-C7DF-4E9D-12C0-E44C5F372FFB}"/>
          </ac:spMkLst>
        </pc:spChg>
        <pc:spChg chg="del mod">
          <ac:chgData name="One Skill" userId="8d49c830ac36a521" providerId="LiveId" clId="{250BA3F6-20AF-224D-A224-3EE43FDC11EA}" dt="2022-11-05T16:28:56.481" v="2005" actId="478"/>
          <ac:spMkLst>
            <pc:docMk/>
            <pc:sldMk cId="3038198531" sldId="262"/>
            <ac:spMk id="5" creationId="{EC4B15BE-4B38-1966-20B8-12548F282D77}"/>
          </ac:spMkLst>
        </pc:spChg>
        <pc:spChg chg="del mod topLvl">
          <ac:chgData name="One Skill" userId="8d49c830ac36a521" providerId="LiveId" clId="{250BA3F6-20AF-224D-A224-3EE43FDC11EA}" dt="2022-11-05T16:17:14.529" v="1972" actId="478"/>
          <ac:spMkLst>
            <pc:docMk/>
            <pc:sldMk cId="3038198531" sldId="262"/>
            <ac:spMk id="7" creationId="{A5172663-4A57-F873-0AD3-06E59A63946C}"/>
          </ac:spMkLst>
        </pc:spChg>
        <pc:spChg chg="add del mod topLvl">
          <ac:chgData name="One Skill" userId="8d49c830ac36a521" providerId="LiveId" clId="{250BA3F6-20AF-224D-A224-3EE43FDC11EA}" dt="2022-11-05T16:00:02.827" v="1676" actId="478"/>
          <ac:spMkLst>
            <pc:docMk/>
            <pc:sldMk cId="3038198531" sldId="262"/>
            <ac:spMk id="9" creationId="{C53BCAFD-A117-8981-3C2B-2F3E4502AD27}"/>
          </ac:spMkLst>
        </pc:spChg>
        <pc:spChg chg="del mod topLvl">
          <ac:chgData name="One Skill" userId="8d49c830ac36a521" providerId="LiveId" clId="{250BA3F6-20AF-224D-A224-3EE43FDC11EA}" dt="2022-11-05T16:17:12.489" v="1971" actId="21"/>
          <ac:spMkLst>
            <pc:docMk/>
            <pc:sldMk cId="3038198531" sldId="262"/>
            <ac:spMk id="10" creationId="{FF66CD36-C54B-D6BB-475E-A7D1A0D5005D}"/>
          </ac:spMkLst>
        </pc:spChg>
        <pc:spChg chg="del mod topLvl">
          <ac:chgData name="One Skill" userId="8d49c830ac36a521" providerId="LiveId" clId="{250BA3F6-20AF-224D-A224-3EE43FDC11EA}" dt="2022-11-05T15:52:36.054" v="1474" actId="478"/>
          <ac:spMkLst>
            <pc:docMk/>
            <pc:sldMk cId="3038198531" sldId="262"/>
            <ac:spMk id="11" creationId="{88DAFB39-C011-9651-B98C-18D10EFBEA25}"/>
          </ac:spMkLst>
        </pc:spChg>
        <pc:spChg chg="del mod topLvl">
          <ac:chgData name="One Skill" userId="8d49c830ac36a521" providerId="LiveId" clId="{250BA3F6-20AF-224D-A224-3EE43FDC11EA}" dt="2022-11-05T15:52:36.054" v="1474" actId="478"/>
          <ac:spMkLst>
            <pc:docMk/>
            <pc:sldMk cId="3038198531" sldId="262"/>
            <ac:spMk id="12" creationId="{DA26861B-CB7F-480F-B103-BB0FF058A94C}"/>
          </ac:spMkLst>
        </pc:spChg>
        <pc:spChg chg="del mod">
          <ac:chgData name="One Skill" userId="8d49c830ac36a521" providerId="LiveId" clId="{250BA3F6-20AF-224D-A224-3EE43FDC11EA}" dt="2022-11-05T16:28:56.481" v="2005" actId="478"/>
          <ac:spMkLst>
            <pc:docMk/>
            <pc:sldMk cId="3038198531" sldId="262"/>
            <ac:spMk id="13" creationId="{AE69C09B-0B41-0EF1-340E-08CF1C7EEDE6}"/>
          </ac:spMkLst>
        </pc:spChg>
        <pc:spChg chg="del mod topLvl">
          <ac:chgData name="One Skill" userId="8d49c830ac36a521" providerId="LiveId" clId="{250BA3F6-20AF-224D-A224-3EE43FDC11EA}" dt="2022-11-05T15:52:36.054" v="1474" actId="478"/>
          <ac:spMkLst>
            <pc:docMk/>
            <pc:sldMk cId="3038198531" sldId="262"/>
            <ac:spMk id="14" creationId="{3AEB85C7-02F2-3FA8-6231-63186C7C4AD9}"/>
          </ac:spMkLst>
        </pc:spChg>
        <pc:spChg chg="del">
          <ac:chgData name="One Skill" userId="8d49c830ac36a521" providerId="LiveId" clId="{250BA3F6-20AF-224D-A224-3EE43FDC11EA}" dt="2022-11-05T15:29:45.335" v="846" actId="478"/>
          <ac:spMkLst>
            <pc:docMk/>
            <pc:sldMk cId="3038198531" sldId="262"/>
            <ac:spMk id="15" creationId="{3F450BEA-71AB-D6CF-B6F6-864B575B920C}"/>
          </ac:spMkLst>
        </pc:spChg>
        <pc:spChg chg="del mod topLvl">
          <ac:chgData name="One Skill" userId="8d49c830ac36a521" providerId="LiveId" clId="{250BA3F6-20AF-224D-A224-3EE43FDC11EA}" dt="2022-11-05T15:52:36.054" v="1474" actId="478"/>
          <ac:spMkLst>
            <pc:docMk/>
            <pc:sldMk cId="3038198531" sldId="262"/>
            <ac:spMk id="15" creationId="{994E775C-857C-BFE3-B815-E06E433B7172}"/>
          </ac:spMkLst>
        </pc:spChg>
        <pc:spChg chg="del mod topLvl">
          <ac:chgData name="One Skill" userId="8d49c830ac36a521" providerId="LiveId" clId="{250BA3F6-20AF-224D-A224-3EE43FDC11EA}" dt="2022-11-05T15:52:36.054" v="1474" actId="478"/>
          <ac:spMkLst>
            <pc:docMk/>
            <pc:sldMk cId="3038198531" sldId="262"/>
            <ac:spMk id="16" creationId="{EBBFD012-6DE1-E258-A25C-AB73A14DDD64}"/>
          </ac:spMkLst>
        </pc:spChg>
        <pc:spChg chg="del mod topLvl">
          <ac:chgData name="One Skill" userId="8d49c830ac36a521" providerId="LiveId" clId="{250BA3F6-20AF-224D-A224-3EE43FDC11EA}" dt="2022-11-05T15:52:36.054" v="1474" actId="478"/>
          <ac:spMkLst>
            <pc:docMk/>
            <pc:sldMk cId="3038198531" sldId="262"/>
            <ac:spMk id="17" creationId="{D7923CA9-2FE6-51F9-F53B-90CAFB0C2595}"/>
          </ac:spMkLst>
        </pc:spChg>
        <pc:spChg chg="del mod topLvl">
          <ac:chgData name="One Skill" userId="8d49c830ac36a521" providerId="LiveId" clId="{250BA3F6-20AF-224D-A224-3EE43FDC11EA}" dt="2022-11-05T15:52:36.054" v="1474" actId="478"/>
          <ac:spMkLst>
            <pc:docMk/>
            <pc:sldMk cId="3038198531" sldId="262"/>
            <ac:spMk id="18" creationId="{04607C77-A848-A8AB-B820-1DA5A457FCC8}"/>
          </ac:spMkLst>
        </pc:spChg>
        <pc:spChg chg="del mod topLvl">
          <ac:chgData name="One Skill" userId="8d49c830ac36a521" providerId="LiveId" clId="{250BA3F6-20AF-224D-A224-3EE43FDC11EA}" dt="2022-11-05T15:52:36.054" v="1474" actId="478"/>
          <ac:spMkLst>
            <pc:docMk/>
            <pc:sldMk cId="3038198531" sldId="262"/>
            <ac:spMk id="19" creationId="{A39ED032-8BB4-511C-7155-E66C19251D50}"/>
          </ac:spMkLst>
        </pc:spChg>
        <pc:spChg chg="mod">
          <ac:chgData name="One Skill" userId="8d49c830ac36a521" providerId="LiveId" clId="{250BA3F6-20AF-224D-A224-3EE43FDC11EA}" dt="2022-11-05T15:57:16.270" v="1594" actId="108"/>
          <ac:spMkLst>
            <pc:docMk/>
            <pc:sldMk cId="3038198531" sldId="262"/>
            <ac:spMk id="23" creationId="{2E97AA50-4478-A7CC-6CA5-FB7C9E777125}"/>
          </ac:spMkLst>
        </pc:spChg>
        <pc:spChg chg="mod">
          <ac:chgData name="One Skill" userId="8d49c830ac36a521" providerId="LiveId" clId="{250BA3F6-20AF-224D-A224-3EE43FDC11EA}" dt="2022-11-05T15:57:16.270" v="1594" actId="108"/>
          <ac:spMkLst>
            <pc:docMk/>
            <pc:sldMk cId="3038198531" sldId="262"/>
            <ac:spMk id="24" creationId="{7F4B8CA8-68A9-A550-9857-55D60877B199}"/>
          </ac:spMkLst>
        </pc:spChg>
        <pc:spChg chg="mod">
          <ac:chgData name="One Skill" userId="8d49c830ac36a521" providerId="LiveId" clId="{250BA3F6-20AF-224D-A224-3EE43FDC11EA}" dt="2022-11-05T15:57:16.270" v="1594" actId="108"/>
          <ac:spMkLst>
            <pc:docMk/>
            <pc:sldMk cId="3038198531" sldId="262"/>
            <ac:spMk id="25" creationId="{1728AFA2-0AE4-FBC3-9AEC-2613DA2CFCC6}"/>
          </ac:spMkLst>
        </pc:spChg>
        <pc:spChg chg="mod">
          <ac:chgData name="One Skill" userId="8d49c830ac36a521" providerId="LiveId" clId="{250BA3F6-20AF-224D-A224-3EE43FDC11EA}" dt="2022-11-05T15:57:16.270" v="1594" actId="108"/>
          <ac:spMkLst>
            <pc:docMk/>
            <pc:sldMk cId="3038198531" sldId="262"/>
            <ac:spMk id="26" creationId="{1282A988-09A4-4B85-FB8D-7E197B24951D}"/>
          </ac:spMkLst>
        </pc:spChg>
        <pc:spChg chg="mod">
          <ac:chgData name="One Skill" userId="8d49c830ac36a521" providerId="LiveId" clId="{250BA3F6-20AF-224D-A224-3EE43FDC11EA}" dt="2022-11-05T15:57:16.270" v="1594" actId="108"/>
          <ac:spMkLst>
            <pc:docMk/>
            <pc:sldMk cId="3038198531" sldId="262"/>
            <ac:spMk id="27" creationId="{55E186F3-5F82-0901-BC6A-F16E690A604D}"/>
          </ac:spMkLst>
        </pc:spChg>
        <pc:spChg chg="mod">
          <ac:chgData name="One Skill" userId="8d49c830ac36a521" providerId="LiveId" clId="{250BA3F6-20AF-224D-A224-3EE43FDC11EA}" dt="2022-11-05T15:57:16.270" v="1594" actId="108"/>
          <ac:spMkLst>
            <pc:docMk/>
            <pc:sldMk cId="3038198531" sldId="262"/>
            <ac:spMk id="28" creationId="{23EA2AB1-8DC9-1BC4-67DB-285681811059}"/>
          </ac:spMkLst>
        </pc:spChg>
        <pc:spChg chg="mod">
          <ac:chgData name="One Skill" userId="8d49c830ac36a521" providerId="LiveId" clId="{250BA3F6-20AF-224D-A224-3EE43FDC11EA}" dt="2022-11-05T15:57:16.270" v="1594" actId="108"/>
          <ac:spMkLst>
            <pc:docMk/>
            <pc:sldMk cId="3038198531" sldId="262"/>
            <ac:spMk id="29" creationId="{051188E7-DCE5-1288-66CC-F0977FFA7EA6}"/>
          </ac:spMkLst>
        </pc:spChg>
        <pc:spChg chg="mod">
          <ac:chgData name="One Skill" userId="8d49c830ac36a521" providerId="LiveId" clId="{250BA3F6-20AF-224D-A224-3EE43FDC11EA}" dt="2022-11-05T15:57:16.270" v="1594" actId="108"/>
          <ac:spMkLst>
            <pc:docMk/>
            <pc:sldMk cId="3038198531" sldId="262"/>
            <ac:spMk id="30" creationId="{C99CF4F4-8D99-6277-A24F-F1077BA47E1E}"/>
          </ac:spMkLst>
        </pc:spChg>
        <pc:spChg chg="mod">
          <ac:chgData name="One Skill" userId="8d49c830ac36a521" providerId="LiveId" clId="{250BA3F6-20AF-224D-A224-3EE43FDC11EA}" dt="2022-11-05T15:57:16.270" v="1594" actId="108"/>
          <ac:spMkLst>
            <pc:docMk/>
            <pc:sldMk cId="3038198531" sldId="262"/>
            <ac:spMk id="31" creationId="{658167EC-270E-9740-D2C9-453FA82B3D02}"/>
          </ac:spMkLst>
        </pc:spChg>
        <pc:spChg chg="mod">
          <ac:chgData name="One Skill" userId="8d49c830ac36a521" providerId="LiveId" clId="{250BA3F6-20AF-224D-A224-3EE43FDC11EA}" dt="2022-11-05T15:57:16.270" v="1594" actId="108"/>
          <ac:spMkLst>
            <pc:docMk/>
            <pc:sldMk cId="3038198531" sldId="262"/>
            <ac:spMk id="32" creationId="{EF079480-4CDF-C6F5-CCF1-0F29493F47AE}"/>
          </ac:spMkLst>
        </pc:spChg>
        <pc:spChg chg="mod">
          <ac:chgData name="One Skill" userId="8d49c830ac36a521" providerId="LiveId" clId="{250BA3F6-20AF-224D-A224-3EE43FDC11EA}" dt="2022-11-05T15:57:16.270" v="1594" actId="108"/>
          <ac:spMkLst>
            <pc:docMk/>
            <pc:sldMk cId="3038198531" sldId="262"/>
            <ac:spMk id="33" creationId="{FBA00FC9-753B-6AE7-3287-90E6AB4C5001}"/>
          </ac:spMkLst>
        </pc:spChg>
        <pc:spChg chg="mod">
          <ac:chgData name="One Skill" userId="8d49c830ac36a521" providerId="LiveId" clId="{250BA3F6-20AF-224D-A224-3EE43FDC11EA}" dt="2022-11-05T15:57:16.270" v="1594" actId="108"/>
          <ac:spMkLst>
            <pc:docMk/>
            <pc:sldMk cId="3038198531" sldId="262"/>
            <ac:spMk id="34" creationId="{2CCFAAA7-8362-802B-AC08-20E41D224E6E}"/>
          </ac:spMkLst>
        </pc:spChg>
        <pc:spChg chg="mod">
          <ac:chgData name="One Skill" userId="8d49c830ac36a521" providerId="LiveId" clId="{250BA3F6-20AF-224D-A224-3EE43FDC11EA}" dt="2022-11-05T15:57:16.270" v="1594" actId="108"/>
          <ac:spMkLst>
            <pc:docMk/>
            <pc:sldMk cId="3038198531" sldId="262"/>
            <ac:spMk id="35" creationId="{76A155D6-E4E9-4E3B-402C-BDE07CE61DA2}"/>
          </ac:spMkLst>
        </pc:spChg>
        <pc:spChg chg="mod">
          <ac:chgData name="One Skill" userId="8d49c830ac36a521" providerId="LiveId" clId="{250BA3F6-20AF-224D-A224-3EE43FDC11EA}" dt="2022-11-05T15:57:16.270" v="1594" actId="108"/>
          <ac:spMkLst>
            <pc:docMk/>
            <pc:sldMk cId="3038198531" sldId="262"/>
            <ac:spMk id="36" creationId="{4275AB93-56C5-5257-FE1A-FFC75843BC52}"/>
          </ac:spMkLst>
        </pc:spChg>
        <pc:spChg chg="mod">
          <ac:chgData name="One Skill" userId="8d49c830ac36a521" providerId="LiveId" clId="{250BA3F6-20AF-224D-A224-3EE43FDC11EA}" dt="2022-11-05T15:57:16.270" v="1594" actId="108"/>
          <ac:spMkLst>
            <pc:docMk/>
            <pc:sldMk cId="3038198531" sldId="262"/>
            <ac:spMk id="37" creationId="{74A93696-7C3C-AAC2-5273-C47351612602}"/>
          </ac:spMkLst>
        </pc:spChg>
        <pc:spChg chg="mod">
          <ac:chgData name="One Skill" userId="8d49c830ac36a521" providerId="LiveId" clId="{250BA3F6-20AF-224D-A224-3EE43FDC11EA}" dt="2022-11-05T15:57:16.270" v="1594" actId="108"/>
          <ac:spMkLst>
            <pc:docMk/>
            <pc:sldMk cId="3038198531" sldId="262"/>
            <ac:spMk id="38" creationId="{801C5212-E4B2-6F0B-A56C-70FF2FC3AB71}"/>
          </ac:spMkLst>
        </pc:spChg>
        <pc:spChg chg="mod">
          <ac:chgData name="One Skill" userId="8d49c830ac36a521" providerId="LiveId" clId="{250BA3F6-20AF-224D-A224-3EE43FDC11EA}" dt="2022-11-05T15:57:16.270" v="1594" actId="108"/>
          <ac:spMkLst>
            <pc:docMk/>
            <pc:sldMk cId="3038198531" sldId="262"/>
            <ac:spMk id="39" creationId="{C6A27889-B3CD-FAF1-49B1-4C6D9D78C640}"/>
          </ac:spMkLst>
        </pc:spChg>
        <pc:spChg chg="mod">
          <ac:chgData name="One Skill" userId="8d49c830ac36a521" providerId="LiveId" clId="{250BA3F6-20AF-224D-A224-3EE43FDC11EA}" dt="2022-11-05T15:57:16.270" v="1594" actId="108"/>
          <ac:spMkLst>
            <pc:docMk/>
            <pc:sldMk cId="3038198531" sldId="262"/>
            <ac:spMk id="40" creationId="{A5B8129D-DFB8-C3D4-69C9-8BCD229388E4}"/>
          </ac:spMkLst>
        </pc:spChg>
        <pc:spChg chg="mod">
          <ac:chgData name="One Skill" userId="8d49c830ac36a521" providerId="LiveId" clId="{250BA3F6-20AF-224D-A224-3EE43FDC11EA}" dt="2022-11-05T15:57:16.270" v="1594" actId="108"/>
          <ac:spMkLst>
            <pc:docMk/>
            <pc:sldMk cId="3038198531" sldId="262"/>
            <ac:spMk id="41" creationId="{994DBCEF-5249-289A-E6B2-83BBC8D9D8DB}"/>
          </ac:spMkLst>
        </pc:spChg>
        <pc:spChg chg="mod">
          <ac:chgData name="One Skill" userId="8d49c830ac36a521" providerId="LiveId" clId="{250BA3F6-20AF-224D-A224-3EE43FDC11EA}" dt="2022-11-05T15:57:16.270" v="1594" actId="108"/>
          <ac:spMkLst>
            <pc:docMk/>
            <pc:sldMk cId="3038198531" sldId="262"/>
            <ac:spMk id="42" creationId="{FA1EF615-2CD9-7234-924B-2CA10B6A0B85}"/>
          </ac:spMkLst>
        </pc:spChg>
        <pc:spChg chg="mod">
          <ac:chgData name="One Skill" userId="8d49c830ac36a521" providerId="LiveId" clId="{250BA3F6-20AF-224D-A224-3EE43FDC11EA}" dt="2022-11-05T16:03:05.825" v="1818"/>
          <ac:spMkLst>
            <pc:docMk/>
            <pc:sldMk cId="3038198531" sldId="262"/>
            <ac:spMk id="45" creationId="{885A2AFA-580C-A939-3FEA-C9BA36F41FDB}"/>
          </ac:spMkLst>
        </pc:spChg>
        <pc:spChg chg="mod">
          <ac:chgData name="One Skill" userId="8d49c830ac36a521" providerId="LiveId" clId="{250BA3F6-20AF-224D-A224-3EE43FDC11EA}" dt="2022-11-05T16:03:05.825" v="1818"/>
          <ac:spMkLst>
            <pc:docMk/>
            <pc:sldMk cId="3038198531" sldId="262"/>
            <ac:spMk id="46" creationId="{8F95FF25-D1E0-567E-4E5C-CA9791A93941}"/>
          </ac:spMkLst>
        </pc:spChg>
        <pc:spChg chg="mod">
          <ac:chgData name="One Skill" userId="8d49c830ac36a521" providerId="LiveId" clId="{250BA3F6-20AF-224D-A224-3EE43FDC11EA}" dt="2022-11-05T16:03:05.825" v="1818"/>
          <ac:spMkLst>
            <pc:docMk/>
            <pc:sldMk cId="3038198531" sldId="262"/>
            <ac:spMk id="47" creationId="{E899A9EE-2344-1FA3-408E-C62C7144C40D}"/>
          </ac:spMkLst>
        </pc:spChg>
        <pc:spChg chg="mod">
          <ac:chgData name="One Skill" userId="8d49c830ac36a521" providerId="LiveId" clId="{250BA3F6-20AF-224D-A224-3EE43FDC11EA}" dt="2022-11-05T16:03:05.825" v="1818"/>
          <ac:spMkLst>
            <pc:docMk/>
            <pc:sldMk cId="3038198531" sldId="262"/>
            <ac:spMk id="48" creationId="{C0703D89-0940-BD39-219A-995DE7345F82}"/>
          </ac:spMkLst>
        </pc:spChg>
        <pc:spChg chg="mod">
          <ac:chgData name="One Skill" userId="8d49c830ac36a521" providerId="LiveId" clId="{250BA3F6-20AF-224D-A224-3EE43FDC11EA}" dt="2022-11-05T16:03:05.825" v="1818"/>
          <ac:spMkLst>
            <pc:docMk/>
            <pc:sldMk cId="3038198531" sldId="262"/>
            <ac:spMk id="49" creationId="{3034AB0C-5343-6E15-D757-9AB1C4140B83}"/>
          </ac:spMkLst>
        </pc:spChg>
        <pc:spChg chg="mod">
          <ac:chgData name="One Skill" userId="8d49c830ac36a521" providerId="LiveId" clId="{250BA3F6-20AF-224D-A224-3EE43FDC11EA}" dt="2022-11-05T16:03:05.825" v="1818"/>
          <ac:spMkLst>
            <pc:docMk/>
            <pc:sldMk cId="3038198531" sldId="262"/>
            <ac:spMk id="50" creationId="{EE2F0D39-D3BC-4D94-2F8E-74BF91E5D460}"/>
          </ac:spMkLst>
        </pc:spChg>
        <pc:spChg chg="mod">
          <ac:chgData name="One Skill" userId="8d49c830ac36a521" providerId="LiveId" clId="{250BA3F6-20AF-224D-A224-3EE43FDC11EA}" dt="2022-11-05T16:03:05.825" v="1818"/>
          <ac:spMkLst>
            <pc:docMk/>
            <pc:sldMk cId="3038198531" sldId="262"/>
            <ac:spMk id="51" creationId="{F808752B-B363-8A76-27EF-188EB23B1DB4}"/>
          </ac:spMkLst>
        </pc:spChg>
        <pc:spChg chg="mod">
          <ac:chgData name="One Skill" userId="8d49c830ac36a521" providerId="LiveId" clId="{250BA3F6-20AF-224D-A224-3EE43FDC11EA}" dt="2022-11-05T16:03:05.825" v="1818"/>
          <ac:spMkLst>
            <pc:docMk/>
            <pc:sldMk cId="3038198531" sldId="262"/>
            <ac:spMk id="52" creationId="{8E471EF1-9608-69B2-65B9-C1A8858A6AD1}"/>
          </ac:spMkLst>
        </pc:spChg>
        <pc:spChg chg="mod">
          <ac:chgData name="One Skill" userId="8d49c830ac36a521" providerId="LiveId" clId="{250BA3F6-20AF-224D-A224-3EE43FDC11EA}" dt="2022-11-05T16:03:05.825" v="1818"/>
          <ac:spMkLst>
            <pc:docMk/>
            <pc:sldMk cId="3038198531" sldId="262"/>
            <ac:spMk id="53" creationId="{6265651F-B2B5-D4C3-A7B2-00A7F6CB7772}"/>
          </ac:spMkLst>
        </pc:spChg>
        <pc:spChg chg="mod">
          <ac:chgData name="One Skill" userId="8d49c830ac36a521" providerId="LiveId" clId="{250BA3F6-20AF-224D-A224-3EE43FDC11EA}" dt="2022-11-05T16:03:05.825" v="1818"/>
          <ac:spMkLst>
            <pc:docMk/>
            <pc:sldMk cId="3038198531" sldId="262"/>
            <ac:spMk id="54" creationId="{95D0AD58-BDB6-2C76-3C50-2C04198DA032}"/>
          </ac:spMkLst>
        </pc:spChg>
        <pc:spChg chg="mod">
          <ac:chgData name="One Skill" userId="8d49c830ac36a521" providerId="LiveId" clId="{250BA3F6-20AF-224D-A224-3EE43FDC11EA}" dt="2022-11-05T16:03:05.825" v="1818"/>
          <ac:spMkLst>
            <pc:docMk/>
            <pc:sldMk cId="3038198531" sldId="262"/>
            <ac:spMk id="55" creationId="{397A932F-A9CD-30E4-C874-C9D896490A52}"/>
          </ac:spMkLst>
        </pc:spChg>
        <pc:spChg chg="add del mod">
          <ac:chgData name="One Skill" userId="8d49c830ac36a521" providerId="LiveId" clId="{250BA3F6-20AF-224D-A224-3EE43FDC11EA}" dt="2022-11-05T16:04:58.397" v="1859" actId="478"/>
          <ac:spMkLst>
            <pc:docMk/>
            <pc:sldMk cId="3038198531" sldId="262"/>
            <ac:spMk id="56" creationId="{631DD517-46B8-53B2-F29C-025FDE0CBF71}"/>
          </ac:spMkLst>
        </pc:spChg>
        <pc:spChg chg="add del mod">
          <ac:chgData name="One Skill" userId="8d49c830ac36a521" providerId="LiveId" clId="{250BA3F6-20AF-224D-A224-3EE43FDC11EA}" dt="2022-11-05T16:06:49.601" v="1886" actId="478"/>
          <ac:spMkLst>
            <pc:docMk/>
            <pc:sldMk cId="3038198531" sldId="262"/>
            <ac:spMk id="57" creationId="{050B5FFD-2504-5F88-1614-3DE44B79E454}"/>
          </ac:spMkLst>
        </pc:spChg>
        <pc:spChg chg="add del mod">
          <ac:chgData name="One Skill" userId="8d49c830ac36a521" providerId="LiveId" clId="{250BA3F6-20AF-224D-A224-3EE43FDC11EA}" dt="2022-11-05T16:17:09.454" v="1970" actId="478"/>
          <ac:spMkLst>
            <pc:docMk/>
            <pc:sldMk cId="3038198531" sldId="262"/>
            <ac:spMk id="62" creationId="{9DB86AF1-C017-664B-846B-A6B6A66C0BE4}"/>
          </ac:spMkLst>
        </pc:spChg>
        <pc:spChg chg="add del mod">
          <ac:chgData name="One Skill" userId="8d49c830ac36a521" providerId="LiveId" clId="{250BA3F6-20AF-224D-A224-3EE43FDC11EA}" dt="2022-11-05T16:19:33.182" v="1991" actId="478"/>
          <ac:spMkLst>
            <pc:docMk/>
            <pc:sldMk cId="3038198531" sldId="262"/>
            <ac:spMk id="64" creationId="{837BA2EC-817F-ADBC-4976-220808818589}"/>
          </ac:spMkLst>
        </pc:spChg>
        <pc:spChg chg="add mod">
          <ac:chgData name="One Skill" userId="8d49c830ac36a521" providerId="LiveId" clId="{250BA3F6-20AF-224D-A224-3EE43FDC11EA}" dt="2022-11-05T16:28:56.904" v="2006"/>
          <ac:spMkLst>
            <pc:docMk/>
            <pc:sldMk cId="3038198531" sldId="262"/>
            <ac:spMk id="66" creationId="{9008FF05-ED52-2936-E820-9CE0C6B4EB7D}"/>
          </ac:spMkLst>
        </pc:spChg>
        <pc:spChg chg="add mod">
          <ac:chgData name="One Skill" userId="8d49c830ac36a521" providerId="LiveId" clId="{250BA3F6-20AF-224D-A224-3EE43FDC11EA}" dt="2022-11-05T16:28:56.904" v="2006"/>
          <ac:spMkLst>
            <pc:docMk/>
            <pc:sldMk cId="3038198531" sldId="262"/>
            <ac:spMk id="67" creationId="{4D230286-EA8D-19A9-8FE5-1FCD54451FBE}"/>
          </ac:spMkLst>
        </pc:spChg>
        <pc:spChg chg="add mod">
          <ac:chgData name="One Skill" userId="8d49c830ac36a521" providerId="LiveId" clId="{250BA3F6-20AF-224D-A224-3EE43FDC11EA}" dt="2022-11-05T16:40:59.339" v="3633" actId="164"/>
          <ac:spMkLst>
            <pc:docMk/>
            <pc:sldMk cId="3038198531" sldId="262"/>
            <ac:spMk id="68" creationId="{60AF33D1-FA6B-851F-73ED-625D38D7348B}"/>
          </ac:spMkLst>
        </pc:spChg>
        <pc:spChg chg="add mod">
          <ac:chgData name="One Skill" userId="8d49c830ac36a521" providerId="LiveId" clId="{250BA3F6-20AF-224D-A224-3EE43FDC11EA}" dt="2022-11-05T16:40:59.339" v="3633" actId="164"/>
          <ac:spMkLst>
            <pc:docMk/>
            <pc:sldMk cId="3038198531" sldId="262"/>
            <ac:spMk id="69" creationId="{3CFC2D7B-68BE-6D53-CBEC-9AD048DB02B8}"/>
          </ac:spMkLst>
        </pc:spChg>
        <pc:spChg chg="add mod">
          <ac:chgData name="One Skill" userId="8d49c830ac36a521" providerId="LiveId" clId="{250BA3F6-20AF-224D-A224-3EE43FDC11EA}" dt="2022-11-05T16:40:59.339" v="3633" actId="164"/>
          <ac:spMkLst>
            <pc:docMk/>
            <pc:sldMk cId="3038198531" sldId="262"/>
            <ac:spMk id="71" creationId="{B8B991DA-16F1-0411-5BAB-B8EB160EAD58}"/>
          </ac:spMkLst>
        </pc:spChg>
        <pc:spChg chg="add del mod">
          <ac:chgData name="One Skill" userId="8d49c830ac36a521" providerId="LiveId" clId="{250BA3F6-20AF-224D-A224-3EE43FDC11EA}" dt="2022-11-05T16:43:09.587" v="3656" actId="21"/>
          <ac:spMkLst>
            <pc:docMk/>
            <pc:sldMk cId="3038198531" sldId="262"/>
            <ac:spMk id="73" creationId="{0937FADF-EF7B-EE49-9522-0F4C23438838}"/>
          </ac:spMkLst>
        </pc:spChg>
        <pc:spChg chg="add mod">
          <ac:chgData name="One Skill" userId="8d49c830ac36a521" providerId="LiveId" clId="{250BA3F6-20AF-224D-A224-3EE43FDC11EA}" dt="2022-11-05T17:05:31.739" v="4014" actId="20577"/>
          <ac:spMkLst>
            <pc:docMk/>
            <pc:sldMk cId="3038198531" sldId="262"/>
            <ac:spMk id="74" creationId="{42773302-51CB-62E7-B25D-D2D1FFD5F0BB}"/>
          </ac:spMkLst>
        </pc:spChg>
        <pc:spChg chg="mod">
          <ac:chgData name="One Skill" userId="8d49c830ac36a521" providerId="LiveId" clId="{250BA3F6-20AF-224D-A224-3EE43FDC11EA}" dt="2022-11-05T16:51:52.101" v="3855"/>
          <ac:spMkLst>
            <pc:docMk/>
            <pc:sldMk cId="3038198531" sldId="262"/>
            <ac:spMk id="76" creationId="{3EE43E5A-732C-9830-169F-11D1231964AC}"/>
          </ac:spMkLst>
        </pc:spChg>
        <pc:spChg chg="mod">
          <ac:chgData name="One Skill" userId="8d49c830ac36a521" providerId="LiveId" clId="{250BA3F6-20AF-224D-A224-3EE43FDC11EA}" dt="2022-11-05T16:51:52.101" v="3855"/>
          <ac:spMkLst>
            <pc:docMk/>
            <pc:sldMk cId="3038198531" sldId="262"/>
            <ac:spMk id="77" creationId="{09717E8E-7110-C657-F620-1DE55C156CCC}"/>
          </ac:spMkLst>
        </pc:spChg>
        <pc:spChg chg="mod">
          <ac:chgData name="One Skill" userId="8d49c830ac36a521" providerId="LiveId" clId="{250BA3F6-20AF-224D-A224-3EE43FDC11EA}" dt="2022-11-05T16:51:52.101" v="3855"/>
          <ac:spMkLst>
            <pc:docMk/>
            <pc:sldMk cId="3038198531" sldId="262"/>
            <ac:spMk id="78" creationId="{2B9D6352-80F2-8226-7A00-83C1BF198E55}"/>
          </ac:spMkLst>
        </pc:spChg>
        <pc:spChg chg="mod">
          <ac:chgData name="One Skill" userId="8d49c830ac36a521" providerId="LiveId" clId="{250BA3F6-20AF-224D-A224-3EE43FDC11EA}" dt="2022-11-05T16:51:52.101" v="3855"/>
          <ac:spMkLst>
            <pc:docMk/>
            <pc:sldMk cId="3038198531" sldId="262"/>
            <ac:spMk id="79" creationId="{FF8E47A1-5A73-C78C-E720-B6A1F646631B}"/>
          </ac:spMkLst>
        </pc:spChg>
        <pc:spChg chg="mod">
          <ac:chgData name="One Skill" userId="8d49c830ac36a521" providerId="LiveId" clId="{250BA3F6-20AF-224D-A224-3EE43FDC11EA}" dt="2022-11-05T16:51:52.101" v="3855"/>
          <ac:spMkLst>
            <pc:docMk/>
            <pc:sldMk cId="3038198531" sldId="262"/>
            <ac:spMk id="80" creationId="{C269996D-8458-6208-98D3-2EA31AA16B56}"/>
          </ac:spMkLst>
        </pc:spChg>
        <pc:spChg chg="mod">
          <ac:chgData name="One Skill" userId="8d49c830ac36a521" providerId="LiveId" clId="{250BA3F6-20AF-224D-A224-3EE43FDC11EA}" dt="2022-11-05T16:51:52.101" v="3855"/>
          <ac:spMkLst>
            <pc:docMk/>
            <pc:sldMk cId="3038198531" sldId="262"/>
            <ac:spMk id="81" creationId="{7DE2166D-14C1-CE21-5819-6356C6D5D577}"/>
          </ac:spMkLst>
        </pc:spChg>
        <pc:spChg chg="mod">
          <ac:chgData name="One Skill" userId="8d49c830ac36a521" providerId="LiveId" clId="{250BA3F6-20AF-224D-A224-3EE43FDC11EA}" dt="2022-11-05T16:51:52.101" v="3855"/>
          <ac:spMkLst>
            <pc:docMk/>
            <pc:sldMk cId="3038198531" sldId="262"/>
            <ac:spMk id="82" creationId="{67ADB548-E32B-C3BC-A149-5D78E21D6F84}"/>
          </ac:spMkLst>
        </pc:spChg>
        <pc:spChg chg="mod">
          <ac:chgData name="One Skill" userId="8d49c830ac36a521" providerId="LiveId" clId="{250BA3F6-20AF-224D-A224-3EE43FDC11EA}" dt="2022-11-05T16:51:52.101" v="3855"/>
          <ac:spMkLst>
            <pc:docMk/>
            <pc:sldMk cId="3038198531" sldId="262"/>
            <ac:spMk id="83" creationId="{0D6950C3-79E6-B8F4-DC72-B15A48C0AFF7}"/>
          </ac:spMkLst>
        </pc:spChg>
        <pc:spChg chg="mod">
          <ac:chgData name="One Skill" userId="8d49c830ac36a521" providerId="LiveId" clId="{250BA3F6-20AF-224D-A224-3EE43FDC11EA}" dt="2022-11-05T16:51:52.101" v="3855"/>
          <ac:spMkLst>
            <pc:docMk/>
            <pc:sldMk cId="3038198531" sldId="262"/>
            <ac:spMk id="84" creationId="{12807E8D-A435-83D1-C8C8-6AC2432D3E92}"/>
          </ac:spMkLst>
        </pc:spChg>
        <pc:spChg chg="mod">
          <ac:chgData name="One Skill" userId="8d49c830ac36a521" providerId="LiveId" clId="{250BA3F6-20AF-224D-A224-3EE43FDC11EA}" dt="2022-11-05T16:51:52.101" v="3855"/>
          <ac:spMkLst>
            <pc:docMk/>
            <pc:sldMk cId="3038198531" sldId="262"/>
            <ac:spMk id="85" creationId="{6E0BD946-F280-C8BB-E53E-35EE56052FDF}"/>
          </ac:spMkLst>
        </pc:spChg>
        <pc:spChg chg="mod">
          <ac:chgData name="One Skill" userId="8d49c830ac36a521" providerId="LiveId" clId="{250BA3F6-20AF-224D-A224-3EE43FDC11EA}" dt="2022-11-05T16:51:52.101" v="3855"/>
          <ac:spMkLst>
            <pc:docMk/>
            <pc:sldMk cId="3038198531" sldId="262"/>
            <ac:spMk id="86" creationId="{632EBD5F-F078-EA2B-BD76-3673E511B2E9}"/>
          </ac:spMkLst>
        </pc:spChg>
        <pc:grpChg chg="del">
          <ac:chgData name="One Skill" userId="8d49c830ac36a521" providerId="LiveId" clId="{250BA3F6-20AF-224D-A224-3EE43FDC11EA}" dt="2022-11-05T15:29:51.821" v="847" actId="478"/>
          <ac:grpSpMkLst>
            <pc:docMk/>
            <pc:sldMk cId="3038198531" sldId="262"/>
            <ac:grpSpMk id="6" creationId="{5B2F854D-BBC4-ABEB-8E1C-85A6B2B46949}"/>
          </ac:grpSpMkLst>
        </pc:grpChg>
        <pc:grpChg chg="add del mod">
          <ac:chgData name="One Skill" userId="8d49c830ac36a521" providerId="LiveId" clId="{250BA3F6-20AF-224D-A224-3EE43FDC11EA}" dt="2022-11-05T15:52:27.771" v="1471" actId="165"/>
          <ac:grpSpMkLst>
            <pc:docMk/>
            <pc:sldMk cId="3038198531" sldId="262"/>
            <ac:grpSpMk id="6" creationId="{5CF4AAF2-0FB6-AFC1-91A5-D09C15A134B2}"/>
          </ac:grpSpMkLst>
        </pc:grpChg>
        <pc:grpChg chg="del">
          <ac:chgData name="One Skill" userId="8d49c830ac36a521" providerId="LiveId" clId="{250BA3F6-20AF-224D-A224-3EE43FDC11EA}" dt="2022-11-05T15:29:42.570" v="845" actId="478"/>
          <ac:grpSpMkLst>
            <pc:docMk/>
            <pc:sldMk cId="3038198531" sldId="262"/>
            <ac:grpSpMk id="17" creationId="{16974608-93A1-DC43-712E-88DADADC8C88}"/>
          </ac:grpSpMkLst>
        </pc:grpChg>
        <pc:grpChg chg="add mod modVis">
          <ac:chgData name="One Skill" userId="8d49c830ac36a521" providerId="LiveId" clId="{250BA3F6-20AF-224D-A224-3EE43FDC11EA}" dt="2022-11-05T16:51:58.143" v="3859" actId="14430"/>
          <ac:grpSpMkLst>
            <pc:docMk/>
            <pc:sldMk cId="3038198531" sldId="262"/>
            <ac:grpSpMk id="20" creationId="{60123EE5-96BA-A2D3-5AD9-4D2517FB1DCD}"/>
          </ac:grpSpMkLst>
        </pc:grpChg>
        <pc:grpChg chg="mod">
          <ac:chgData name="One Skill" userId="8d49c830ac36a521" providerId="LiveId" clId="{250BA3F6-20AF-224D-A224-3EE43FDC11EA}" dt="2022-11-05T15:57:13.596" v="1592"/>
          <ac:grpSpMkLst>
            <pc:docMk/>
            <pc:sldMk cId="3038198531" sldId="262"/>
            <ac:grpSpMk id="21" creationId="{4B8C01E2-674F-146B-2D34-2EAD54B7E477}"/>
          </ac:grpSpMkLst>
        </pc:grpChg>
        <pc:grpChg chg="mod">
          <ac:chgData name="One Skill" userId="8d49c830ac36a521" providerId="LiveId" clId="{250BA3F6-20AF-224D-A224-3EE43FDC11EA}" dt="2022-11-05T15:57:13.596" v="1592"/>
          <ac:grpSpMkLst>
            <pc:docMk/>
            <pc:sldMk cId="3038198531" sldId="262"/>
            <ac:grpSpMk id="22" creationId="{66F4EBBA-D661-7171-6BB0-4CC004D8FB64}"/>
          </ac:grpSpMkLst>
        </pc:grpChg>
        <pc:grpChg chg="add del mod">
          <ac:chgData name="One Skill" userId="8d49c830ac36a521" providerId="LiveId" clId="{250BA3F6-20AF-224D-A224-3EE43FDC11EA}" dt="2022-11-05T16:00:02.827" v="1676" actId="478"/>
          <ac:grpSpMkLst>
            <pc:docMk/>
            <pc:sldMk cId="3038198531" sldId="262"/>
            <ac:grpSpMk id="43" creationId="{D3B2137A-B5EF-51ED-007C-4681C03BB15A}"/>
          </ac:grpSpMkLst>
        </pc:grpChg>
        <pc:grpChg chg="add del mod">
          <ac:chgData name="One Skill" userId="8d49c830ac36a521" providerId="LiveId" clId="{250BA3F6-20AF-224D-A224-3EE43FDC11EA}" dt="2022-11-05T16:03:24.915" v="1821" actId="478"/>
          <ac:grpSpMkLst>
            <pc:docMk/>
            <pc:sldMk cId="3038198531" sldId="262"/>
            <ac:grpSpMk id="44" creationId="{19E0BA0E-E42A-5080-C0CB-06743E94ECAF}"/>
          </ac:grpSpMkLst>
        </pc:grpChg>
        <pc:grpChg chg="add mod">
          <ac:chgData name="One Skill" userId="8d49c830ac36a521" providerId="LiveId" clId="{250BA3F6-20AF-224D-A224-3EE43FDC11EA}" dt="2022-11-05T16:07:29.236" v="1895"/>
          <ac:grpSpMkLst>
            <pc:docMk/>
            <pc:sldMk cId="3038198531" sldId="262"/>
            <ac:grpSpMk id="58" creationId="{6640C9B1-4B3A-85E6-6B88-ADE9EE1E23ED}"/>
          </ac:grpSpMkLst>
        </pc:grpChg>
        <pc:grpChg chg="add del mod">
          <ac:chgData name="One Skill" userId="8d49c830ac36a521" providerId="LiveId" clId="{250BA3F6-20AF-224D-A224-3EE43FDC11EA}" dt="2022-11-05T16:41:45.104" v="3639" actId="21"/>
          <ac:grpSpMkLst>
            <pc:docMk/>
            <pc:sldMk cId="3038198531" sldId="262"/>
            <ac:grpSpMk id="72" creationId="{D4AA66CA-32DB-9163-A3F3-8F5047F3C852}"/>
          </ac:grpSpMkLst>
        </pc:grpChg>
        <pc:grpChg chg="add mod">
          <ac:chgData name="One Skill" userId="8d49c830ac36a521" providerId="LiveId" clId="{250BA3F6-20AF-224D-A224-3EE43FDC11EA}" dt="2022-11-05T17:05:43.156" v="4015" actId="1076"/>
          <ac:grpSpMkLst>
            <pc:docMk/>
            <pc:sldMk cId="3038198531" sldId="262"/>
            <ac:grpSpMk id="75" creationId="{10EFCD43-62B0-2515-40A8-9A8C5FA8A10F}"/>
          </ac:grpSpMkLst>
        </pc:grpChg>
        <pc:picChg chg="mod">
          <ac:chgData name="One Skill" userId="8d49c830ac36a521" providerId="LiveId" clId="{250BA3F6-20AF-224D-A224-3EE43FDC11EA}" dt="2022-11-05T17:05:23.474" v="4012" actId="166"/>
          <ac:picMkLst>
            <pc:docMk/>
            <pc:sldMk cId="3038198531" sldId="262"/>
            <ac:picMk id="3" creationId="{D433BA10-FA5A-6A61-E512-4BCC8A380320}"/>
          </ac:picMkLst>
        </pc:picChg>
        <pc:picChg chg="del mod">
          <ac:chgData name="One Skill" userId="8d49c830ac36a521" providerId="LiveId" clId="{250BA3F6-20AF-224D-A224-3EE43FDC11EA}" dt="2022-11-05T16:13:37.052" v="1928" actId="478"/>
          <ac:picMkLst>
            <pc:docMk/>
            <pc:sldMk cId="3038198531" sldId="262"/>
            <ac:picMk id="8" creationId="{A8149719-7E20-EC6A-CB34-DF0FAA217B04}"/>
          </ac:picMkLst>
        </pc:picChg>
        <pc:picChg chg="add del mod">
          <ac:chgData name="One Skill" userId="8d49c830ac36a521" providerId="LiveId" clId="{250BA3F6-20AF-224D-A224-3EE43FDC11EA}" dt="2022-11-05T16:13:55.168" v="1931" actId="21"/>
          <ac:picMkLst>
            <pc:docMk/>
            <pc:sldMk cId="3038198531" sldId="262"/>
            <ac:picMk id="63" creationId="{8A4AE8CC-6677-32C9-4469-7E475D1B2C39}"/>
          </ac:picMkLst>
        </pc:picChg>
        <pc:picChg chg="add mod modCrop">
          <ac:chgData name="One Skill" userId="8d49c830ac36a521" providerId="LiveId" clId="{250BA3F6-20AF-224D-A224-3EE43FDC11EA}" dt="2022-11-05T17:05:21.001" v="4011" actId="167"/>
          <ac:picMkLst>
            <pc:docMk/>
            <pc:sldMk cId="3038198531" sldId="262"/>
            <ac:picMk id="65" creationId="{2FC72AA6-A5DD-114D-FD95-8E184F71E803}"/>
          </ac:picMkLst>
        </pc:picChg>
        <pc:picChg chg="add mod">
          <ac:chgData name="One Skill" userId="8d49c830ac36a521" providerId="LiveId" clId="{250BA3F6-20AF-224D-A224-3EE43FDC11EA}" dt="2022-11-05T16:40:23.103" v="3623" actId="571"/>
          <ac:picMkLst>
            <pc:docMk/>
            <pc:sldMk cId="3038198531" sldId="262"/>
            <ac:picMk id="70" creationId="{F53FC0D5-D18A-33E8-7A06-8903A3DA7A9E}"/>
          </ac:picMkLst>
        </pc:picChg>
        <pc:cxnChg chg="mod">
          <ac:chgData name="One Skill" userId="8d49c830ac36a521" providerId="LiveId" clId="{250BA3F6-20AF-224D-A224-3EE43FDC11EA}" dt="2022-11-05T16:07:29.236" v="1895"/>
          <ac:cxnSpMkLst>
            <pc:docMk/>
            <pc:sldMk cId="3038198531" sldId="262"/>
            <ac:cxnSpMk id="59" creationId="{1BCD51F2-F94F-D28D-168A-905E7CD37E33}"/>
          </ac:cxnSpMkLst>
        </pc:cxnChg>
        <pc:cxnChg chg="mod">
          <ac:chgData name="One Skill" userId="8d49c830ac36a521" providerId="LiveId" clId="{250BA3F6-20AF-224D-A224-3EE43FDC11EA}" dt="2022-11-05T16:07:29.236" v="1895"/>
          <ac:cxnSpMkLst>
            <pc:docMk/>
            <pc:sldMk cId="3038198531" sldId="262"/>
            <ac:cxnSpMk id="60" creationId="{787E5157-0E8E-145D-92DB-665274F43D01}"/>
          </ac:cxnSpMkLst>
        </pc:cxnChg>
        <pc:cxnChg chg="mod">
          <ac:chgData name="One Skill" userId="8d49c830ac36a521" providerId="LiveId" clId="{250BA3F6-20AF-224D-A224-3EE43FDC11EA}" dt="2022-11-05T16:07:29.236" v="1895"/>
          <ac:cxnSpMkLst>
            <pc:docMk/>
            <pc:sldMk cId="3038198531" sldId="262"/>
            <ac:cxnSpMk id="61" creationId="{331DE75C-2596-5A86-D860-1594538E45F6}"/>
          </ac:cxnSpMkLst>
        </pc:cxnChg>
      </pc:sldChg>
      <pc:sldChg chg="addSp delSp modSp new mod setBg">
        <pc:chgData name="One Skill" userId="8d49c830ac36a521" providerId="LiveId" clId="{250BA3F6-20AF-224D-A224-3EE43FDC11EA}" dt="2022-11-05T21:38:57.520" v="5900" actId="21"/>
        <pc:sldMkLst>
          <pc:docMk/>
          <pc:sldMk cId="209559846" sldId="263"/>
        </pc:sldMkLst>
        <pc:spChg chg="add mod">
          <ac:chgData name="One Skill" userId="8d49c830ac36a521" providerId="LiveId" clId="{250BA3F6-20AF-224D-A224-3EE43FDC11EA}" dt="2022-11-05T16:43:28.391" v="3662" actId="1076"/>
          <ac:spMkLst>
            <pc:docMk/>
            <pc:sldMk cId="209559846" sldId="263"/>
            <ac:spMk id="2" creationId="{044CE162-3C47-333B-DD01-D828204156EC}"/>
          </ac:spMkLst>
        </pc:spChg>
        <pc:spChg chg="add del mod">
          <ac:chgData name="One Skill" userId="8d49c830ac36a521" providerId="LiveId" clId="{250BA3F6-20AF-224D-A224-3EE43FDC11EA}" dt="2022-11-05T21:38:44.584" v="5895"/>
          <ac:spMkLst>
            <pc:docMk/>
            <pc:sldMk cId="209559846" sldId="263"/>
            <ac:spMk id="5" creationId="{AAF8886A-8162-26E0-5011-F2DDE6D14EE1}"/>
          </ac:spMkLst>
        </pc:spChg>
        <pc:spChg chg="del mod">
          <ac:chgData name="One Skill" userId="8d49c830ac36a521" providerId="LiveId" clId="{250BA3F6-20AF-224D-A224-3EE43FDC11EA}" dt="2022-11-05T21:38:57.520" v="5900" actId="21"/>
          <ac:spMkLst>
            <pc:docMk/>
            <pc:sldMk cId="209559846" sldId="263"/>
            <ac:spMk id="7" creationId="{6AAE7DF1-3187-FCE0-DD18-5F598D222980}"/>
          </ac:spMkLst>
        </pc:spChg>
        <pc:picChg chg="add mod">
          <ac:chgData name="One Skill" userId="8d49c830ac36a521" providerId="LiveId" clId="{250BA3F6-20AF-224D-A224-3EE43FDC11EA}" dt="2022-11-05T21:38:52.356" v="5897" actId="108"/>
          <ac:picMkLst>
            <pc:docMk/>
            <pc:sldMk cId="209559846" sldId="263"/>
            <ac:picMk id="3" creationId="{4CCB46FF-EF22-5F51-D72C-92A9DC9C42B7}"/>
          </ac:picMkLst>
        </pc:picChg>
        <pc:picChg chg="add mod">
          <ac:chgData name="One Skill" userId="8d49c830ac36a521" providerId="LiveId" clId="{250BA3F6-20AF-224D-A224-3EE43FDC11EA}" dt="2022-11-05T18:46:16.137" v="4313" actId="1076"/>
          <ac:picMkLst>
            <pc:docMk/>
            <pc:sldMk cId="209559846" sldId="263"/>
            <ac:picMk id="4" creationId="{B2CFBB2A-AFD6-B29C-94B3-1B9D11197620}"/>
          </ac:picMkLst>
        </pc:picChg>
        <pc:picChg chg="add del mod">
          <ac:chgData name="One Skill" userId="8d49c830ac36a521" providerId="LiveId" clId="{250BA3F6-20AF-224D-A224-3EE43FDC11EA}" dt="2022-11-05T21:38:44.584" v="5895"/>
          <ac:picMkLst>
            <pc:docMk/>
            <pc:sldMk cId="209559846" sldId="263"/>
            <ac:picMk id="6" creationId="{C57D5C73-2BEE-4444-D3D1-20FD96274258}"/>
          </ac:picMkLst>
        </pc:picChg>
      </pc:sldChg>
      <pc:sldChg chg="add setBg">
        <pc:chgData name="One Skill" userId="8d49c830ac36a521" providerId="LiveId" clId="{250BA3F6-20AF-224D-A224-3EE43FDC11EA}" dt="2022-11-05T19:22:13.512" v="4691"/>
        <pc:sldMkLst>
          <pc:docMk/>
          <pc:sldMk cId="2195717579" sldId="264"/>
        </pc:sldMkLst>
      </pc:sldChg>
      <pc:sldChg chg="addSp delSp modSp add del mod">
        <pc:chgData name="One Skill" userId="8d49c830ac36a521" providerId="LiveId" clId="{250BA3F6-20AF-224D-A224-3EE43FDC11EA}" dt="2022-11-05T19:19:48.140" v="4666" actId="2696"/>
        <pc:sldMkLst>
          <pc:docMk/>
          <pc:sldMk cId="2338564468" sldId="264"/>
        </pc:sldMkLst>
        <pc:spChg chg="add del mod">
          <ac:chgData name="One Skill" userId="8d49c830ac36a521" providerId="LiveId" clId="{250BA3F6-20AF-224D-A224-3EE43FDC11EA}" dt="2022-11-05T18:37:01.748" v="4188" actId="478"/>
          <ac:spMkLst>
            <pc:docMk/>
            <pc:sldMk cId="2338564468" sldId="264"/>
            <ac:spMk id="2" creationId="{3D358BED-DC8C-2A13-558D-C99C34FE0AED}"/>
          </ac:spMkLst>
        </pc:spChg>
        <pc:spChg chg="mod">
          <ac:chgData name="One Skill" userId="8d49c830ac36a521" providerId="LiveId" clId="{250BA3F6-20AF-224D-A224-3EE43FDC11EA}" dt="2022-11-05T18:19:36.462" v="4077"/>
          <ac:spMkLst>
            <pc:docMk/>
            <pc:sldMk cId="2338564468" sldId="264"/>
            <ac:spMk id="5" creationId="{B5FDA746-8EE0-3C39-3DF5-4B4FAC9E091B}"/>
          </ac:spMkLst>
        </pc:spChg>
        <pc:spChg chg="mod">
          <ac:chgData name="One Skill" userId="8d49c830ac36a521" providerId="LiveId" clId="{250BA3F6-20AF-224D-A224-3EE43FDC11EA}" dt="2022-11-05T18:19:36.462" v="4077"/>
          <ac:spMkLst>
            <pc:docMk/>
            <pc:sldMk cId="2338564468" sldId="264"/>
            <ac:spMk id="6" creationId="{E284DEE8-6B49-2CD7-E446-796C2782748A}"/>
          </ac:spMkLst>
        </pc:spChg>
        <pc:spChg chg="mod">
          <ac:chgData name="One Skill" userId="8d49c830ac36a521" providerId="LiveId" clId="{250BA3F6-20AF-224D-A224-3EE43FDC11EA}" dt="2022-11-05T18:19:36.462" v="4077"/>
          <ac:spMkLst>
            <pc:docMk/>
            <pc:sldMk cId="2338564468" sldId="264"/>
            <ac:spMk id="7" creationId="{839B3EDC-6986-296D-8315-EB6AABBE8FC9}"/>
          </ac:spMkLst>
        </pc:spChg>
        <pc:spChg chg="mod">
          <ac:chgData name="One Skill" userId="8d49c830ac36a521" providerId="LiveId" clId="{250BA3F6-20AF-224D-A224-3EE43FDC11EA}" dt="2022-11-05T18:19:36.462" v="4077"/>
          <ac:spMkLst>
            <pc:docMk/>
            <pc:sldMk cId="2338564468" sldId="264"/>
            <ac:spMk id="8" creationId="{D81FBF67-67E4-D4EE-1040-CBA921E683EA}"/>
          </ac:spMkLst>
        </pc:spChg>
        <pc:spChg chg="mod">
          <ac:chgData name="One Skill" userId="8d49c830ac36a521" providerId="LiveId" clId="{250BA3F6-20AF-224D-A224-3EE43FDC11EA}" dt="2022-11-05T18:19:36.462" v="4077"/>
          <ac:spMkLst>
            <pc:docMk/>
            <pc:sldMk cId="2338564468" sldId="264"/>
            <ac:spMk id="11" creationId="{CF73D286-A60A-84B7-313D-805FA4A72C6B}"/>
          </ac:spMkLst>
        </pc:spChg>
        <pc:spChg chg="mod">
          <ac:chgData name="One Skill" userId="8d49c830ac36a521" providerId="LiveId" clId="{250BA3F6-20AF-224D-A224-3EE43FDC11EA}" dt="2022-11-05T18:19:36.462" v="4077"/>
          <ac:spMkLst>
            <pc:docMk/>
            <pc:sldMk cId="2338564468" sldId="264"/>
            <ac:spMk id="12" creationId="{F13AF06E-FE4C-C280-C854-FACFBD27A1B3}"/>
          </ac:spMkLst>
        </pc:spChg>
        <pc:spChg chg="mod">
          <ac:chgData name="One Skill" userId="8d49c830ac36a521" providerId="LiveId" clId="{250BA3F6-20AF-224D-A224-3EE43FDC11EA}" dt="2022-11-05T18:19:36.462" v="4077"/>
          <ac:spMkLst>
            <pc:docMk/>
            <pc:sldMk cId="2338564468" sldId="264"/>
            <ac:spMk id="13" creationId="{F850B2EF-474C-A1C5-9AAC-CFF34EE5BED5}"/>
          </ac:spMkLst>
        </pc:spChg>
        <pc:spChg chg="mod">
          <ac:chgData name="One Skill" userId="8d49c830ac36a521" providerId="LiveId" clId="{250BA3F6-20AF-224D-A224-3EE43FDC11EA}" dt="2022-11-05T18:19:36.462" v="4077"/>
          <ac:spMkLst>
            <pc:docMk/>
            <pc:sldMk cId="2338564468" sldId="264"/>
            <ac:spMk id="14" creationId="{E65D8EA3-369A-C7CC-B18C-07B0FD3F82E7}"/>
          </ac:spMkLst>
        </pc:spChg>
        <pc:spChg chg="mod">
          <ac:chgData name="One Skill" userId="8d49c830ac36a521" providerId="LiveId" clId="{250BA3F6-20AF-224D-A224-3EE43FDC11EA}" dt="2022-11-05T18:19:36.462" v="4077"/>
          <ac:spMkLst>
            <pc:docMk/>
            <pc:sldMk cId="2338564468" sldId="264"/>
            <ac:spMk id="15" creationId="{1C523DB9-1B45-FD98-93B5-B6E1719F29BB}"/>
          </ac:spMkLst>
        </pc:spChg>
        <pc:spChg chg="mod">
          <ac:chgData name="One Skill" userId="8d49c830ac36a521" providerId="LiveId" clId="{250BA3F6-20AF-224D-A224-3EE43FDC11EA}" dt="2022-11-05T18:19:36.462" v="4077"/>
          <ac:spMkLst>
            <pc:docMk/>
            <pc:sldMk cId="2338564468" sldId="264"/>
            <ac:spMk id="17" creationId="{89A30AC2-AF23-DEC6-E18C-AE09CFA4B2E9}"/>
          </ac:spMkLst>
        </pc:spChg>
        <pc:spChg chg="mod">
          <ac:chgData name="One Skill" userId="8d49c830ac36a521" providerId="LiveId" clId="{250BA3F6-20AF-224D-A224-3EE43FDC11EA}" dt="2022-11-05T18:19:36.462" v="4077"/>
          <ac:spMkLst>
            <pc:docMk/>
            <pc:sldMk cId="2338564468" sldId="264"/>
            <ac:spMk id="19" creationId="{208E8A3A-51C4-95AC-111C-7C0481955397}"/>
          </ac:spMkLst>
        </pc:spChg>
        <pc:spChg chg="mod">
          <ac:chgData name="One Skill" userId="8d49c830ac36a521" providerId="LiveId" clId="{250BA3F6-20AF-224D-A224-3EE43FDC11EA}" dt="2022-11-05T18:19:36.462" v="4077"/>
          <ac:spMkLst>
            <pc:docMk/>
            <pc:sldMk cId="2338564468" sldId="264"/>
            <ac:spMk id="43" creationId="{43CED72F-26F5-6B7C-350A-9836F15520FC}"/>
          </ac:spMkLst>
        </pc:spChg>
        <pc:spChg chg="add mod">
          <ac:chgData name="One Skill" userId="8d49c830ac36a521" providerId="LiveId" clId="{250BA3F6-20AF-224D-A224-3EE43FDC11EA}" dt="2022-11-05T19:19:27.765" v="4652" actId="1076"/>
          <ac:spMkLst>
            <pc:docMk/>
            <pc:sldMk cId="2338564468" sldId="264"/>
            <ac:spMk id="45" creationId="{2345E512-0EB8-A39A-6A38-EBF9689711F8}"/>
          </ac:spMkLst>
        </pc:spChg>
        <pc:spChg chg="add mod topLvl">
          <ac:chgData name="One Skill" userId="8d49c830ac36a521" providerId="LiveId" clId="{250BA3F6-20AF-224D-A224-3EE43FDC11EA}" dt="2022-11-05T19:15:08.420" v="4565" actId="20577"/>
          <ac:spMkLst>
            <pc:docMk/>
            <pc:sldMk cId="2338564468" sldId="264"/>
            <ac:spMk id="49" creationId="{526D197B-EA98-6C36-106C-EC34CB0FF42A}"/>
          </ac:spMkLst>
        </pc:spChg>
        <pc:spChg chg="add mod topLvl">
          <ac:chgData name="One Skill" userId="8d49c830ac36a521" providerId="LiveId" clId="{250BA3F6-20AF-224D-A224-3EE43FDC11EA}" dt="2022-11-05T19:15:07.880" v="4564" actId="20577"/>
          <ac:spMkLst>
            <pc:docMk/>
            <pc:sldMk cId="2338564468" sldId="264"/>
            <ac:spMk id="50" creationId="{7642CD9D-C49A-EDDA-F56E-A794F8E5EA64}"/>
          </ac:spMkLst>
        </pc:spChg>
        <pc:spChg chg="add del mod">
          <ac:chgData name="One Skill" userId="8d49c830ac36a521" providerId="LiveId" clId="{250BA3F6-20AF-224D-A224-3EE43FDC11EA}" dt="2022-11-05T18:40:27.781" v="4282" actId="478"/>
          <ac:spMkLst>
            <pc:docMk/>
            <pc:sldMk cId="2338564468" sldId="264"/>
            <ac:spMk id="51" creationId="{D6038D90-20C0-70B6-59C1-BB507CCDF59C}"/>
          </ac:spMkLst>
        </pc:spChg>
        <pc:spChg chg="add del mod">
          <ac:chgData name="One Skill" userId="8d49c830ac36a521" providerId="LiveId" clId="{250BA3F6-20AF-224D-A224-3EE43FDC11EA}" dt="2022-11-05T18:40:27.781" v="4282" actId="478"/>
          <ac:spMkLst>
            <pc:docMk/>
            <pc:sldMk cId="2338564468" sldId="264"/>
            <ac:spMk id="52" creationId="{F44D22D9-4764-478E-485C-6327F613AE4A}"/>
          </ac:spMkLst>
        </pc:spChg>
        <pc:spChg chg="mod">
          <ac:chgData name="One Skill" userId="8d49c830ac36a521" providerId="LiveId" clId="{250BA3F6-20AF-224D-A224-3EE43FDC11EA}" dt="2022-11-05T18:38:17.085" v="4202"/>
          <ac:spMkLst>
            <pc:docMk/>
            <pc:sldMk cId="2338564468" sldId="264"/>
            <ac:spMk id="54" creationId="{13B8F431-DF00-1F61-08DC-8E01C883366F}"/>
          </ac:spMkLst>
        </pc:spChg>
        <pc:spChg chg="mod">
          <ac:chgData name="One Skill" userId="8d49c830ac36a521" providerId="LiveId" clId="{250BA3F6-20AF-224D-A224-3EE43FDC11EA}" dt="2022-11-05T18:38:17.085" v="4202"/>
          <ac:spMkLst>
            <pc:docMk/>
            <pc:sldMk cId="2338564468" sldId="264"/>
            <ac:spMk id="55" creationId="{CD8A7458-24A8-7F30-CA6A-4CF530473BAF}"/>
          </ac:spMkLst>
        </pc:spChg>
        <pc:spChg chg="mod">
          <ac:chgData name="One Skill" userId="8d49c830ac36a521" providerId="LiveId" clId="{250BA3F6-20AF-224D-A224-3EE43FDC11EA}" dt="2022-11-05T18:38:17.085" v="4202"/>
          <ac:spMkLst>
            <pc:docMk/>
            <pc:sldMk cId="2338564468" sldId="264"/>
            <ac:spMk id="56" creationId="{69E025D8-BE1E-0ECB-9D52-4726E45EE3DB}"/>
          </ac:spMkLst>
        </pc:spChg>
        <pc:spChg chg="mod">
          <ac:chgData name="One Skill" userId="8d49c830ac36a521" providerId="LiveId" clId="{250BA3F6-20AF-224D-A224-3EE43FDC11EA}" dt="2022-11-05T18:38:17.085" v="4202"/>
          <ac:spMkLst>
            <pc:docMk/>
            <pc:sldMk cId="2338564468" sldId="264"/>
            <ac:spMk id="57" creationId="{00831D79-AAB1-B2F3-84D6-09257332CC4E}"/>
          </ac:spMkLst>
        </pc:spChg>
        <pc:spChg chg="mod">
          <ac:chgData name="One Skill" userId="8d49c830ac36a521" providerId="LiveId" clId="{250BA3F6-20AF-224D-A224-3EE43FDC11EA}" dt="2022-11-05T18:44:00.048" v="4299" actId="1076"/>
          <ac:spMkLst>
            <pc:docMk/>
            <pc:sldMk cId="2338564468" sldId="264"/>
            <ac:spMk id="66" creationId="{9008FF05-ED52-2936-E820-9CE0C6B4EB7D}"/>
          </ac:spMkLst>
        </pc:spChg>
        <pc:spChg chg="del mod">
          <ac:chgData name="One Skill" userId="8d49c830ac36a521" providerId="LiveId" clId="{250BA3F6-20AF-224D-A224-3EE43FDC11EA}" dt="2022-11-05T19:01:01.865" v="4472" actId="478"/>
          <ac:spMkLst>
            <pc:docMk/>
            <pc:sldMk cId="2338564468" sldId="264"/>
            <ac:spMk id="67" creationId="{4D230286-EA8D-19A9-8FE5-1FCD54451FBE}"/>
          </ac:spMkLst>
        </pc:spChg>
        <pc:spChg chg="mod">
          <ac:chgData name="One Skill" userId="8d49c830ac36a521" providerId="LiveId" clId="{250BA3F6-20AF-224D-A224-3EE43FDC11EA}" dt="2022-11-05T18:38:17.085" v="4202"/>
          <ac:spMkLst>
            <pc:docMk/>
            <pc:sldMk cId="2338564468" sldId="264"/>
            <ac:spMk id="68" creationId="{526F0C42-4A0D-6D4D-5678-6EFA0A4AFD7D}"/>
          </ac:spMkLst>
        </pc:spChg>
        <pc:spChg chg="mod">
          <ac:chgData name="One Skill" userId="8d49c830ac36a521" providerId="LiveId" clId="{250BA3F6-20AF-224D-A224-3EE43FDC11EA}" dt="2022-11-05T18:38:17.085" v="4202"/>
          <ac:spMkLst>
            <pc:docMk/>
            <pc:sldMk cId="2338564468" sldId="264"/>
            <ac:spMk id="69" creationId="{963BD1C6-8483-B730-D640-EDE2D8B8706B}"/>
          </ac:spMkLst>
        </pc:spChg>
        <pc:spChg chg="mod">
          <ac:chgData name="One Skill" userId="8d49c830ac36a521" providerId="LiveId" clId="{250BA3F6-20AF-224D-A224-3EE43FDC11EA}" dt="2022-11-05T18:38:17.085" v="4202"/>
          <ac:spMkLst>
            <pc:docMk/>
            <pc:sldMk cId="2338564468" sldId="264"/>
            <ac:spMk id="70" creationId="{CC17B822-387F-173F-3AA7-50458394B3FE}"/>
          </ac:spMkLst>
        </pc:spChg>
        <pc:spChg chg="mod">
          <ac:chgData name="One Skill" userId="8d49c830ac36a521" providerId="LiveId" clId="{250BA3F6-20AF-224D-A224-3EE43FDC11EA}" dt="2022-11-05T18:38:17.085" v="4202"/>
          <ac:spMkLst>
            <pc:docMk/>
            <pc:sldMk cId="2338564468" sldId="264"/>
            <ac:spMk id="71" creationId="{8AA83EE0-3076-3287-C11C-A3F4304517E9}"/>
          </ac:spMkLst>
        </pc:spChg>
        <pc:spChg chg="mod">
          <ac:chgData name="One Skill" userId="8d49c830ac36a521" providerId="LiveId" clId="{250BA3F6-20AF-224D-A224-3EE43FDC11EA}" dt="2022-11-05T18:38:17.085" v="4202"/>
          <ac:spMkLst>
            <pc:docMk/>
            <pc:sldMk cId="2338564468" sldId="264"/>
            <ac:spMk id="72" creationId="{B7E5A35C-A8BE-90F6-255B-11167D147DAF}"/>
          </ac:spMkLst>
        </pc:spChg>
        <pc:spChg chg="mod">
          <ac:chgData name="One Skill" userId="8d49c830ac36a521" providerId="LiveId" clId="{250BA3F6-20AF-224D-A224-3EE43FDC11EA}" dt="2022-11-05T18:38:17.085" v="4202"/>
          <ac:spMkLst>
            <pc:docMk/>
            <pc:sldMk cId="2338564468" sldId="264"/>
            <ac:spMk id="73" creationId="{1F92B9E7-B29E-CB78-46E6-57A2D2D98F3C}"/>
          </ac:spMkLst>
        </pc:spChg>
        <pc:spChg chg="mod">
          <ac:chgData name="One Skill" userId="8d49c830ac36a521" providerId="LiveId" clId="{250BA3F6-20AF-224D-A224-3EE43FDC11EA}" dt="2022-11-05T19:19:31.394" v="4662" actId="113"/>
          <ac:spMkLst>
            <pc:docMk/>
            <pc:sldMk cId="2338564468" sldId="264"/>
            <ac:spMk id="74" creationId="{42773302-51CB-62E7-B25D-D2D1FFD5F0BB}"/>
          </ac:spMkLst>
        </pc:spChg>
        <pc:spChg chg="mod topLvl">
          <ac:chgData name="One Skill" userId="8d49c830ac36a521" providerId="LiveId" clId="{250BA3F6-20AF-224D-A224-3EE43FDC11EA}" dt="2022-11-05T18:38:29.040" v="4205" actId="1076"/>
          <ac:spMkLst>
            <pc:docMk/>
            <pc:sldMk cId="2338564468" sldId="264"/>
            <ac:spMk id="76" creationId="{3EE43E5A-732C-9830-169F-11D1231964AC}"/>
          </ac:spMkLst>
        </pc:spChg>
        <pc:spChg chg="mod topLvl">
          <ac:chgData name="One Skill" userId="8d49c830ac36a521" providerId="LiveId" clId="{250BA3F6-20AF-224D-A224-3EE43FDC11EA}" dt="2022-11-05T18:35:35.582" v="4176" actId="165"/>
          <ac:spMkLst>
            <pc:docMk/>
            <pc:sldMk cId="2338564468" sldId="264"/>
            <ac:spMk id="77" creationId="{09717E8E-7110-C657-F620-1DE55C156CCC}"/>
          </ac:spMkLst>
        </pc:spChg>
        <pc:spChg chg="mod topLvl">
          <ac:chgData name="One Skill" userId="8d49c830ac36a521" providerId="LiveId" clId="{250BA3F6-20AF-224D-A224-3EE43FDC11EA}" dt="2022-11-05T18:35:35.582" v="4176" actId="165"/>
          <ac:spMkLst>
            <pc:docMk/>
            <pc:sldMk cId="2338564468" sldId="264"/>
            <ac:spMk id="78" creationId="{2B9D6352-80F2-8226-7A00-83C1BF198E55}"/>
          </ac:spMkLst>
        </pc:spChg>
        <pc:spChg chg="mod topLvl">
          <ac:chgData name="One Skill" userId="8d49c830ac36a521" providerId="LiveId" clId="{250BA3F6-20AF-224D-A224-3EE43FDC11EA}" dt="2022-11-05T18:35:35.582" v="4176" actId="165"/>
          <ac:spMkLst>
            <pc:docMk/>
            <pc:sldMk cId="2338564468" sldId="264"/>
            <ac:spMk id="79" creationId="{FF8E47A1-5A73-C78C-E720-B6A1F646631B}"/>
          </ac:spMkLst>
        </pc:spChg>
        <pc:spChg chg="mod topLvl">
          <ac:chgData name="One Skill" userId="8d49c830ac36a521" providerId="LiveId" clId="{250BA3F6-20AF-224D-A224-3EE43FDC11EA}" dt="2022-11-05T18:35:35.582" v="4176" actId="165"/>
          <ac:spMkLst>
            <pc:docMk/>
            <pc:sldMk cId="2338564468" sldId="264"/>
            <ac:spMk id="80" creationId="{C269996D-8458-6208-98D3-2EA31AA16B56}"/>
          </ac:spMkLst>
        </pc:spChg>
        <pc:spChg chg="mod topLvl">
          <ac:chgData name="One Skill" userId="8d49c830ac36a521" providerId="LiveId" clId="{250BA3F6-20AF-224D-A224-3EE43FDC11EA}" dt="2022-11-05T18:35:35.582" v="4176" actId="165"/>
          <ac:spMkLst>
            <pc:docMk/>
            <pc:sldMk cId="2338564468" sldId="264"/>
            <ac:spMk id="81" creationId="{7DE2166D-14C1-CE21-5819-6356C6D5D577}"/>
          </ac:spMkLst>
        </pc:spChg>
        <pc:spChg chg="mod topLvl">
          <ac:chgData name="One Skill" userId="8d49c830ac36a521" providerId="LiveId" clId="{250BA3F6-20AF-224D-A224-3EE43FDC11EA}" dt="2022-11-05T18:35:35.582" v="4176" actId="165"/>
          <ac:spMkLst>
            <pc:docMk/>
            <pc:sldMk cId="2338564468" sldId="264"/>
            <ac:spMk id="82" creationId="{67ADB548-E32B-C3BC-A149-5D78E21D6F84}"/>
          </ac:spMkLst>
        </pc:spChg>
        <pc:spChg chg="mod topLvl">
          <ac:chgData name="One Skill" userId="8d49c830ac36a521" providerId="LiveId" clId="{250BA3F6-20AF-224D-A224-3EE43FDC11EA}" dt="2022-11-05T18:35:35.582" v="4176" actId="165"/>
          <ac:spMkLst>
            <pc:docMk/>
            <pc:sldMk cId="2338564468" sldId="264"/>
            <ac:spMk id="83" creationId="{0D6950C3-79E6-B8F4-DC72-B15A48C0AFF7}"/>
          </ac:spMkLst>
        </pc:spChg>
        <pc:spChg chg="mod topLvl">
          <ac:chgData name="One Skill" userId="8d49c830ac36a521" providerId="LiveId" clId="{250BA3F6-20AF-224D-A224-3EE43FDC11EA}" dt="2022-11-05T18:35:35.582" v="4176" actId="165"/>
          <ac:spMkLst>
            <pc:docMk/>
            <pc:sldMk cId="2338564468" sldId="264"/>
            <ac:spMk id="84" creationId="{12807E8D-A435-83D1-C8C8-6AC2432D3E92}"/>
          </ac:spMkLst>
        </pc:spChg>
        <pc:spChg chg="mod topLvl">
          <ac:chgData name="One Skill" userId="8d49c830ac36a521" providerId="LiveId" clId="{250BA3F6-20AF-224D-A224-3EE43FDC11EA}" dt="2022-11-05T18:35:35.582" v="4176" actId="165"/>
          <ac:spMkLst>
            <pc:docMk/>
            <pc:sldMk cId="2338564468" sldId="264"/>
            <ac:spMk id="85" creationId="{6E0BD946-F280-C8BB-E53E-35EE56052FDF}"/>
          </ac:spMkLst>
        </pc:spChg>
        <pc:spChg chg="mod topLvl">
          <ac:chgData name="One Skill" userId="8d49c830ac36a521" providerId="LiveId" clId="{250BA3F6-20AF-224D-A224-3EE43FDC11EA}" dt="2022-11-05T18:35:35.582" v="4176" actId="165"/>
          <ac:spMkLst>
            <pc:docMk/>
            <pc:sldMk cId="2338564468" sldId="264"/>
            <ac:spMk id="86" creationId="{632EBD5F-F078-EA2B-BD76-3673E511B2E9}"/>
          </ac:spMkLst>
        </pc:spChg>
        <pc:spChg chg="mod">
          <ac:chgData name="One Skill" userId="8d49c830ac36a521" providerId="LiveId" clId="{250BA3F6-20AF-224D-A224-3EE43FDC11EA}" dt="2022-11-05T18:38:17.085" v="4202"/>
          <ac:spMkLst>
            <pc:docMk/>
            <pc:sldMk cId="2338564468" sldId="264"/>
            <ac:spMk id="88" creationId="{80F3F8CB-12E1-E8A4-0E24-9E8E0422B2A3}"/>
          </ac:spMkLst>
        </pc:spChg>
        <pc:spChg chg="mod">
          <ac:chgData name="One Skill" userId="8d49c830ac36a521" providerId="LiveId" clId="{250BA3F6-20AF-224D-A224-3EE43FDC11EA}" dt="2022-11-05T18:38:17.085" v="4202"/>
          <ac:spMkLst>
            <pc:docMk/>
            <pc:sldMk cId="2338564468" sldId="264"/>
            <ac:spMk id="89" creationId="{FEC25D93-6096-E78A-0EB4-2031B92466BA}"/>
          </ac:spMkLst>
        </pc:spChg>
        <pc:spChg chg="mod">
          <ac:chgData name="One Skill" userId="8d49c830ac36a521" providerId="LiveId" clId="{250BA3F6-20AF-224D-A224-3EE43FDC11EA}" dt="2022-11-05T18:38:17.085" v="4202"/>
          <ac:spMkLst>
            <pc:docMk/>
            <pc:sldMk cId="2338564468" sldId="264"/>
            <ac:spMk id="90" creationId="{CFF81387-F9E8-76B5-EFD6-39BCF27CF86C}"/>
          </ac:spMkLst>
        </pc:spChg>
        <pc:spChg chg="mod">
          <ac:chgData name="One Skill" userId="8d49c830ac36a521" providerId="LiveId" clId="{250BA3F6-20AF-224D-A224-3EE43FDC11EA}" dt="2022-11-05T18:38:17.085" v="4202"/>
          <ac:spMkLst>
            <pc:docMk/>
            <pc:sldMk cId="2338564468" sldId="264"/>
            <ac:spMk id="92" creationId="{9F7F5883-9D33-1228-B8D5-CAFFDC145B46}"/>
          </ac:spMkLst>
        </pc:spChg>
        <pc:spChg chg="mod">
          <ac:chgData name="One Skill" userId="8d49c830ac36a521" providerId="LiveId" clId="{250BA3F6-20AF-224D-A224-3EE43FDC11EA}" dt="2022-11-05T18:38:17.085" v="4202"/>
          <ac:spMkLst>
            <pc:docMk/>
            <pc:sldMk cId="2338564468" sldId="264"/>
            <ac:spMk id="93" creationId="{9765DFB7-D28D-1960-0CAF-597A36C05BA5}"/>
          </ac:spMkLst>
        </pc:spChg>
        <pc:spChg chg="add del mod">
          <ac:chgData name="One Skill" userId="8d49c830ac36a521" providerId="LiveId" clId="{250BA3F6-20AF-224D-A224-3EE43FDC11EA}" dt="2022-11-05T18:39:25.432" v="4218" actId="478"/>
          <ac:spMkLst>
            <pc:docMk/>
            <pc:sldMk cId="2338564468" sldId="264"/>
            <ac:spMk id="95" creationId="{E56F8E16-4E4A-DFC5-740B-CC67A759C398}"/>
          </ac:spMkLst>
        </pc:spChg>
        <pc:spChg chg="add del mod">
          <ac:chgData name="One Skill" userId="8d49c830ac36a521" providerId="LiveId" clId="{250BA3F6-20AF-224D-A224-3EE43FDC11EA}" dt="2022-11-05T19:15:11.601" v="4567" actId="21"/>
          <ac:spMkLst>
            <pc:docMk/>
            <pc:sldMk cId="2338564468" sldId="264"/>
            <ac:spMk id="101" creationId="{44043101-6E82-B98F-1DC4-F5A77176381B}"/>
          </ac:spMkLst>
        </pc:spChg>
        <pc:grpChg chg="add del mod">
          <ac:chgData name="One Skill" userId="8d49c830ac36a521" providerId="LiveId" clId="{250BA3F6-20AF-224D-A224-3EE43FDC11EA}" dt="2022-11-05T18:37:58.881" v="4200" actId="478"/>
          <ac:grpSpMkLst>
            <pc:docMk/>
            <pc:sldMk cId="2338564468" sldId="264"/>
            <ac:grpSpMk id="4" creationId="{D70C1D8F-706B-FCE3-BBE1-1260A4B59D59}"/>
          </ac:grpSpMkLst>
        </pc:grpChg>
        <pc:grpChg chg="mod">
          <ac:chgData name="One Skill" userId="8d49c830ac36a521" providerId="LiveId" clId="{250BA3F6-20AF-224D-A224-3EE43FDC11EA}" dt="2022-11-05T18:19:36.462" v="4077"/>
          <ac:grpSpMkLst>
            <pc:docMk/>
            <pc:sldMk cId="2338564468" sldId="264"/>
            <ac:grpSpMk id="9" creationId="{18DE03E9-154D-7523-8910-6EB994096985}"/>
          </ac:grpSpMkLst>
        </pc:grpChg>
        <pc:grpChg chg="mod">
          <ac:chgData name="One Skill" userId="8d49c830ac36a521" providerId="LiveId" clId="{250BA3F6-20AF-224D-A224-3EE43FDC11EA}" dt="2022-11-05T18:19:36.462" v="4077"/>
          <ac:grpSpMkLst>
            <pc:docMk/>
            <pc:sldMk cId="2338564468" sldId="264"/>
            <ac:grpSpMk id="10" creationId="{86CEF47D-5093-091C-FEC3-C82E422929F4}"/>
          </ac:grpSpMkLst>
        </pc:grpChg>
        <pc:grpChg chg="mod modVis">
          <ac:chgData name="One Skill" userId="8d49c830ac36a521" providerId="LiveId" clId="{250BA3F6-20AF-224D-A224-3EE43FDC11EA}" dt="2022-11-05T18:45:51.790" v="4304" actId="14430"/>
          <ac:grpSpMkLst>
            <pc:docMk/>
            <pc:sldMk cId="2338564468" sldId="264"/>
            <ac:grpSpMk id="20" creationId="{60123EE5-96BA-A2D3-5AD9-4D2517FB1DCD}"/>
          </ac:grpSpMkLst>
        </pc:grpChg>
        <pc:grpChg chg="add mod">
          <ac:chgData name="One Skill" userId="8d49c830ac36a521" providerId="LiveId" clId="{250BA3F6-20AF-224D-A224-3EE43FDC11EA}" dt="2022-11-05T18:42:48.665" v="4293" actId="1076"/>
          <ac:grpSpMkLst>
            <pc:docMk/>
            <pc:sldMk cId="2338564468" sldId="264"/>
            <ac:grpSpMk id="53" creationId="{44930821-DDBA-35C8-4FCE-A706160A4B9F}"/>
          </ac:grpSpMkLst>
        </pc:grpChg>
        <pc:grpChg chg="mod">
          <ac:chgData name="One Skill" userId="8d49c830ac36a521" providerId="LiveId" clId="{250BA3F6-20AF-224D-A224-3EE43FDC11EA}" dt="2022-11-05T18:38:17.085" v="4202"/>
          <ac:grpSpMkLst>
            <pc:docMk/>
            <pc:sldMk cId="2338564468" sldId="264"/>
            <ac:grpSpMk id="62" creationId="{28A50E62-8CC5-A681-0E08-201956F1FDC4}"/>
          </ac:grpSpMkLst>
        </pc:grpChg>
        <pc:grpChg chg="mod">
          <ac:chgData name="One Skill" userId="8d49c830ac36a521" providerId="LiveId" clId="{250BA3F6-20AF-224D-A224-3EE43FDC11EA}" dt="2022-11-05T18:38:17.085" v="4202"/>
          <ac:grpSpMkLst>
            <pc:docMk/>
            <pc:sldMk cId="2338564468" sldId="264"/>
            <ac:grpSpMk id="63" creationId="{E7EF8C56-4B89-5E3C-CFA4-5CD7F4AA49B9}"/>
          </ac:grpSpMkLst>
        </pc:grpChg>
        <pc:grpChg chg="mod">
          <ac:chgData name="One Skill" userId="8d49c830ac36a521" providerId="LiveId" clId="{250BA3F6-20AF-224D-A224-3EE43FDC11EA}" dt="2022-11-05T18:38:17.085" v="4202"/>
          <ac:grpSpMkLst>
            <pc:docMk/>
            <pc:sldMk cId="2338564468" sldId="264"/>
            <ac:grpSpMk id="64" creationId="{A0F574E2-D4BF-1F5E-6ADE-D960001AB47D}"/>
          </ac:grpSpMkLst>
        </pc:grpChg>
        <pc:grpChg chg="del mod">
          <ac:chgData name="One Skill" userId="8d49c830ac36a521" providerId="LiveId" clId="{250BA3F6-20AF-224D-A224-3EE43FDC11EA}" dt="2022-11-05T18:35:35.582" v="4176" actId="165"/>
          <ac:grpSpMkLst>
            <pc:docMk/>
            <pc:sldMk cId="2338564468" sldId="264"/>
            <ac:grpSpMk id="75" creationId="{10EFCD43-62B0-2515-40A8-9A8C5FA8A10F}"/>
          </ac:grpSpMkLst>
        </pc:grpChg>
        <pc:grpChg chg="add del mod">
          <ac:chgData name="One Skill" userId="8d49c830ac36a521" providerId="LiveId" clId="{250BA3F6-20AF-224D-A224-3EE43FDC11EA}" dt="2022-11-05T19:15:07.036" v="4563" actId="165"/>
          <ac:grpSpMkLst>
            <pc:docMk/>
            <pc:sldMk cId="2338564468" sldId="264"/>
            <ac:grpSpMk id="96" creationId="{A3B08E49-49D0-4C4D-57B8-0A2C14758C4C}"/>
          </ac:grpSpMkLst>
        </pc:grpChg>
        <pc:picChg chg="mod">
          <ac:chgData name="One Skill" userId="8d49c830ac36a521" providerId="LiveId" clId="{250BA3F6-20AF-224D-A224-3EE43FDC11EA}" dt="2022-11-05T18:38:45.568" v="4208" actId="166"/>
          <ac:picMkLst>
            <pc:docMk/>
            <pc:sldMk cId="2338564468" sldId="264"/>
            <ac:picMk id="3" creationId="{D433BA10-FA5A-6A61-E512-4BCC8A380320}"/>
          </ac:picMkLst>
        </pc:picChg>
        <pc:picChg chg="mod">
          <ac:chgData name="One Skill" userId="8d49c830ac36a521" providerId="LiveId" clId="{250BA3F6-20AF-224D-A224-3EE43FDC11EA}" dt="2022-11-05T18:19:36.462" v="4077"/>
          <ac:picMkLst>
            <pc:docMk/>
            <pc:sldMk cId="2338564468" sldId="264"/>
            <ac:picMk id="16" creationId="{3E016B4E-C38D-A96C-A139-EF59B0F05F43}"/>
          </ac:picMkLst>
        </pc:picChg>
        <pc:picChg chg="mod">
          <ac:chgData name="One Skill" userId="8d49c830ac36a521" providerId="LiveId" clId="{250BA3F6-20AF-224D-A224-3EE43FDC11EA}" dt="2022-11-05T18:19:36.462" v="4077"/>
          <ac:picMkLst>
            <pc:docMk/>
            <pc:sldMk cId="2338564468" sldId="264"/>
            <ac:picMk id="18" creationId="{BDD0E74C-A755-AA6A-0C9D-E86E8D3FB43A}"/>
          </ac:picMkLst>
        </pc:picChg>
        <pc:picChg chg="mod">
          <ac:chgData name="One Skill" userId="8d49c830ac36a521" providerId="LiveId" clId="{250BA3F6-20AF-224D-A224-3EE43FDC11EA}" dt="2022-11-05T18:19:36.462" v="4077"/>
          <ac:picMkLst>
            <pc:docMk/>
            <pc:sldMk cId="2338564468" sldId="264"/>
            <ac:picMk id="44" creationId="{DB1841E6-8055-C9D6-5631-20E40A1FDA2D}"/>
          </ac:picMkLst>
        </pc:picChg>
        <pc:picChg chg="mod">
          <ac:chgData name="One Skill" userId="8d49c830ac36a521" providerId="LiveId" clId="{250BA3F6-20AF-224D-A224-3EE43FDC11EA}" dt="2022-11-05T19:18:12.722" v="4630" actId="1076"/>
          <ac:picMkLst>
            <pc:docMk/>
            <pc:sldMk cId="2338564468" sldId="264"/>
            <ac:picMk id="65" creationId="{2FC72AA6-A5DD-114D-FD95-8E184F71E803}"/>
          </ac:picMkLst>
        </pc:picChg>
        <pc:picChg chg="mod">
          <ac:chgData name="One Skill" userId="8d49c830ac36a521" providerId="LiveId" clId="{250BA3F6-20AF-224D-A224-3EE43FDC11EA}" dt="2022-11-05T18:38:17.085" v="4202"/>
          <ac:picMkLst>
            <pc:docMk/>
            <pc:sldMk cId="2338564468" sldId="264"/>
            <ac:picMk id="87" creationId="{4FCBFAB5-5129-EEB0-7128-EC36E8A863FE}"/>
          </ac:picMkLst>
        </pc:picChg>
        <pc:picChg chg="mod">
          <ac:chgData name="One Skill" userId="8d49c830ac36a521" providerId="LiveId" clId="{250BA3F6-20AF-224D-A224-3EE43FDC11EA}" dt="2022-11-05T18:38:17.085" v="4202"/>
          <ac:picMkLst>
            <pc:docMk/>
            <pc:sldMk cId="2338564468" sldId="264"/>
            <ac:picMk id="91" creationId="{8F736FE8-309C-2D6E-87A8-8985FEC9D408}"/>
          </ac:picMkLst>
        </pc:picChg>
        <pc:picChg chg="mod">
          <ac:chgData name="One Skill" userId="8d49c830ac36a521" providerId="LiveId" clId="{250BA3F6-20AF-224D-A224-3EE43FDC11EA}" dt="2022-11-05T18:38:17.085" v="4202"/>
          <ac:picMkLst>
            <pc:docMk/>
            <pc:sldMk cId="2338564468" sldId="264"/>
            <ac:picMk id="94" creationId="{8586DEEE-E4A3-B6C9-ABFE-4AEB3236425F}"/>
          </ac:picMkLst>
        </pc:picChg>
        <pc:cxnChg chg="add del mod">
          <ac:chgData name="One Skill" userId="8d49c830ac36a521" providerId="LiveId" clId="{250BA3F6-20AF-224D-A224-3EE43FDC11EA}" dt="2022-11-05T18:40:29.716" v="4283" actId="478"/>
          <ac:cxnSpMkLst>
            <pc:docMk/>
            <pc:sldMk cId="2338564468" sldId="264"/>
            <ac:cxnSpMk id="47" creationId="{B4F59185-CDEA-7EB6-8E43-24A7D2FFA16D}"/>
          </ac:cxnSpMkLst>
        </pc:cxnChg>
        <pc:cxnChg chg="add del mod">
          <ac:chgData name="One Skill" userId="8d49c830ac36a521" providerId="LiveId" clId="{250BA3F6-20AF-224D-A224-3EE43FDC11EA}" dt="2022-11-05T18:47:32.849" v="4322" actId="478"/>
          <ac:cxnSpMkLst>
            <pc:docMk/>
            <pc:sldMk cId="2338564468" sldId="264"/>
            <ac:cxnSpMk id="98" creationId="{102BE7A9-1946-77A7-8AE1-1648D2B92D94}"/>
          </ac:cxnSpMkLst>
        </pc:cxnChg>
        <pc:cxnChg chg="add del">
          <ac:chgData name="One Skill" userId="8d49c830ac36a521" providerId="LiveId" clId="{250BA3F6-20AF-224D-A224-3EE43FDC11EA}" dt="2022-11-05T18:47:40.403" v="4324" actId="478"/>
          <ac:cxnSpMkLst>
            <pc:docMk/>
            <pc:sldMk cId="2338564468" sldId="264"/>
            <ac:cxnSpMk id="100" creationId="{4ADE4921-35E2-56A7-67E6-0FBB72DEB54F}"/>
          </ac:cxnSpMkLst>
        </pc:cxnChg>
      </pc:sldChg>
      <pc:sldChg chg="add setBg">
        <pc:chgData name="One Skill" userId="8d49c830ac36a521" providerId="LiveId" clId="{250BA3F6-20AF-224D-A224-3EE43FDC11EA}" dt="2022-11-05T18:47:12.991" v="4318"/>
        <pc:sldMkLst>
          <pc:docMk/>
          <pc:sldMk cId="1706054463" sldId="265"/>
        </pc:sldMkLst>
      </pc:sldChg>
      <pc:sldChg chg="add del ord">
        <pc:chgData name="One Skill" userId="8d49c830ac36a521" providerId="LiveId" clId="{250BA3F6-20AF-224D-A224-3EE43FDC11EA}" dt="2022-11-05T18:47:02.971" v="4316" actId="2696"/>
        <pc:sldMkLst>
          <pc:docMk/>
          <pc:sldMk cId="2139125450" sldId="265"/>
        </pc:sldMkLst>
      </pc:sldChg>
      <pc:sldChg chg="addSp modSp add del mod">
        <pc:chgData name="One Skill" userId="8d49c830ac36a521" providerId="LiveId" clId="{250BA3F6-20AF-224D-A224-3EE43FDC11EA}" dt="2022-11-05T19:19:42.568" v="4664" actId="2696"/>
        <pc:sldMkLst>
          <pc:docMk/>
          <pc:sldMk cId="825244813" sldId="266"/>
        </pc:sldMkLst>
        <pc:spChg chg="add mod">
          <ac:chgData name="One Skill" userId="8d49c830ac36a521" providerId="LiveId" clId="{250BA3F6-20AF-224D-A224-3EE43FDC11EA}" dt="2022-11-05T19:15:19.406" v="4570" actId="1076"/>
          <ac:spMkLst>
            <pc:docMk/>
            <pc:sldMk cId="825244813" sldId="266"/>
            <ac:spMk id="2" creationId="{2C871E06-488B-23BB-5952-2B20C304DEC3}"/>
          </ac:spMkLst>
        </pc:spChg>
        <pc:spChg chg="mod">
          <ac:chgData name="One Skill" userId="8d49c830ac36a521" providerId="LiveId" clId="{250BA3F6-20AF-224D-A224-3EE43FDC11EA}" dt="2022-11-05T19:15:25.193" v="4575" actId="20577"/>
          <ac:spMkLst>
            <pc:docMk/>
            <pc:sldMk cId="825244813" sldId="266"/>
            <ac:spMk id="45" creationId="{2345E512-0EB8-A39A-6A38-EBF9689711F8}"/>
          </ac:spMkLst>
        </pc:spChg>
        <pc:spChg chg="mod">
          <ac:chgData name="One Skill" userId="8d49c830ac36a521" providerId="LiveId" clId="{250BA3F6-20AF-224D-A224-3EE43FDC11EA}" dt="2022-11-05T19:16:03.011" v="4603" actId="403"/>
          <ac:spMkLst>
            <pc:docMk/>
            <pc:sldMk cId="825244813" sldId="266"/>
            <ac:spMk id="74" creationId="{42773302-51CB-62E7-B25D-D2D1FFD5F0BB}"/>
          </ac:spMkLst>
        </pc:spChg>
      </pc:sldChg>
      <pc:sldChg chg="addSp delSp modSp add mod">
        <pc:chgData name="One Skill" userId="8d49c830ac36a521" providerId="LiveId" clId="{250BA3F6-20AF-224D-A224-3EE43FDC11EA}" dt="2022-11-06T08:09:52.684" v="6842" actId="18131"/>
        <pc:sldMkLst>
          <pc:docMk/>
          <pc:sldMk cId="1401197732" sldId="266"/>
        </pc:sldMkLst>
        <pc:spChg chg="mod topLvl">
          <ac:chgData name="One Skill" userId="8d49c830ac36a521" providerId="LiveId" clId="{250BA3F6-20AF-224D-A224-3EE43FDC11EA}" dt="2022-11-05T19:30:36.758" v="4793" actId="164"/>
          <ac:spMkLst>
            <pc:docMk/>
            <pc:sldMk cId="1401197732" sldId="266"/>
            <ac:spMk id="9" creationId="{B9E242DF-5EF6-DDB6-E431-55F4F7C934E1}"/>
          </ac:spMkLst>
        </pc:spChg>
        <pc:spChg chg="mod topLvl">
          <ac:chgData name="One Skill" userId="8d49c830ac36a521" providerId="LiveId" clId="{250BA3F6-20AF-224D-A224-3EE43FDC11EA}" dt="2022-11-05T19:30:36.758" v="4793" actId="164"/>
          <ac:spMkLst>
            <pc:docMk/>
            <pc:sldMk cId="1401197732" sldId="266"/>
            <ac:spMk id="10" creationId="{7E5E4F20-EE3C-990C-A68E-39D0A314DFD9}"/>
          </ac:spMkLst>
        </pc:spChg>
        <pc:spChg chg="mod topLvl">
          <ac:chgData name="One Skill" userId="8d49c830ac36a521" providerId="LiveId" clId="{250BA3F6-20AF-224D-A224-3EE43FDC11EA}" dt="2022-11-05T19:30:36.758" v="4793" actId="164"/>
          <ac:spMkLst>
            <pc:docMk/>
            <pc:sldMk cId="1401197732" sldId="266"/>
            <ac:spMk id="11" creationId="{32A92095-C741-D89D-0BA4-DEA9CBB34B7D}"/>
          </ac:spMkLst>
        </pc:spChg>
        <pc:spChg chg="mod topLvl">
          <ac:chgData name="One Skill" userId="8d49c830ac36a521" providerId="LiveId" clId="{250BA3F6-20AF-224D-A224-3EE43FDC11EA}" dt="2022-11-05T19:30:36.758" v="4793" actId="164"/>
          <ac:spMkLst>
            <pc:docMk/>
            <pc:sldMk cId="1401197732" sldId="266"/>
            <ac:spMk id="12" creationId="{F55A29A5-B72D-8730-3F93-5646B854C68F}"/>
          </ac:spMkLst>
        </pc:spChg>
        <pc:spChg chg="mod topLvl">
          <ac:chgData name="One Skill" userId="8d49c830ac36a521" providerId="LiveId" clId="{250BA3F6-20AF-224D-A224-3EE43FDC11EA}" dt="2022-11-05T19:30:36.758" v="4793" actId="164"/>
          <ac:spMkLst>
            <pc:docMk/>
            <pc:sldMk cId="1401197732" sldId="266"/>
            <ac:spMk id="13" creationId="{1D943571-3BCE-5C06-9288-8A67935274C0}"/>
          </ac:spMkLst>
        </pc:spChg>
        <pc:spChg chg="mod topLvl">
          <ac:chgData name="One Skill" userId="8d49c830ac36a521" providerId="LiveId" clId="{250BA3F6-20AF-224D-A224-3EE43FDC11EA}" dt="2022-11-05T19:30:36.758" v="4793" actId="164"/>
          <ac:spMkLst>
            <pc:docMk/>
            <pc:sldMk cId="1401197732" sldId="266"/>
            <ac:spMk id="14" creationId="{5272D563-2A28-AFDB-956D-750DF60E8847}"/>
          </ac:spMkLst>
        </pc:spChg>
        <pc:spChg chg="mod topLvl">
          <ac:chgData name="One Skill" userId="8d49c830ac36a521" providerId="LiveId" clId="{250BA3F6-20AF-224D-A224-3EE43FDC11EA}" dt="2022-11-05T19:30:36.758" v="4793" actId="164"/>
          <ac:spMkLst>
            <pc:docMk/>
            <pc:sldMk cId="1401197732" sldId="266"/>
            <ac:spMk id="15" creationId="{6085B946-715B-C693-DE49-4E268565C8AA}"/>
          </ac:spMkLst>
        </pc:spChg>
        <pc:spChg chg="mod topLvl">
          <ac:chgData name="One Skill" userId="8d49c830ac36a521" providerId="LiveId" clId="{250BA3F6-20AF-224D-A224-3EE43FDC11EA}" dt="2022-11-05T19:30:36.758" v="4793" actId="164"/>
          <ac:spMkLst>
            <pc:docMk/>
            <pc:sldMk cId="1401197732" sldId="266"/>
            <ac:spMk id="16" creationId="{98CB7380-EA60-6572-7C2F-C582F11CE7B4}"/>
          </ac:spMkLst>
        </pc:spChg>
        <pc:spChg chg="mod topLvl">
          <ac:chgData name="One Skill" userId="8d49c830ac36a521" providerId="LiveId" clId="{250BA3F6-20AF-224D-A224-3EE43FDC11EA}" dt="2022-11-05T19:30:36.758" v="4793" actId="164"/>
          <ac:spMkLst>
            <pc:docMk/>
            <pc:sldMk cId="1401197732" sldId="266"/>
            <ac:spMk id="17" creationId="{8D626FF9-FB31-0727-4744-5AF5A304B502}"/>
          </ac:spMkLst>
        </pc:spChg>
        <pc:spChg chg="mod topLvl">
          <ac:chgData name="One Skill" userId="8d49c830ac36a521" providerId="LiveId" clId="{250BA3F6-20AF-224D-A224-3EE43FDC11EA}" dt="2022-11-05T19:30:36.758" v="4793" actId="164"/>
          <ac:spMkLst>
            <pc:docMk/>
            <pc:sldMk cId="1401197732" sldId="266"/>
            <ac:spMk id="18" creationId="{2932AEEC-8240-84C5-C040-E9F7B02F5450}"/>
          </ac:spMkLst>
        </pc:spChg>
        <pc:spChg chg="mod topLvl">
          <ac:chgData name="One Skill" userId="8d49c830ac36a521" providerId="LiveId" clId="{250BA3F6-20AF-224D-A224-3EE43FDC11EA}" dt="2022-11-05T19:30:36.758" v="4793" actId="164"/>
          <ac:spMkLst>
            <pc:docMk/>
            <pc:sldMk cId="1401197732" sldId="266"/>
            <ac:spMk id="19" creationId="{F49C8C3A-A72B-72DF-3CCF-707A06A6F15D}"/>
          </ac:spMkLst>
        </pc:spChg>
        <pc:spChg chg="add del mod">
          <ac:chgData name="One Skill" userId="8d49c830ac36a521" providerId="LiveId" clId="{250BA3F6-20AF-224D-A224-3EE43FDC11EA}" dt="2022-11-05T19:24:05.688" v="4708" actId="478"/>
          <ac:spMkLst>
            <pc:docMk/>
            <pc:sldMk cId="1401197732" sldId="266"/>
            <ac:spMk id="43" creationId="{71CD08F6-5B9E-1819-20C9-AA9CA2EF73D4}"/>
          </ac:spMkLst>
        </pc:spChg>
        <pc:spChg chg="add mod topLvl">
          <ac:chgData name="One Skill" userId="8d49c830ac36a521" providerId="LiveId" clId="{250BA3F6-20AF-224D-A224-3EE43FDC11EA}" dt="2022-11-06T08:09:32.867" v="6840" actId="1076"/>
          <ac:spMkLst>
            <pc:docMk/>
            <pc:sldMk cId="1401197732" sldId="266"/>
            <ac:spMk id="44" creationId="{6B29B240-561E-3042-D9A1-E3760053AEBC}"/>
          </ac:spMkLst>
        </pc:spChg>
        <pc:spChg chg="mod topLvl">
          <ac:chgData name="One Skill" userId="8d49c830ac36a521" providerId="LiveId" clId="{250BA3F6-20AF-224D-A224-3EE43FDC11EA}" dt="2022-11-06T08:09:20.854" v="6837" actId="1076"/>
          <ac:spMkLst>
            <pc:docMk/>
            <pc:sldMk cId="1401197732" sldId="266"/>
            <ac:spMk id="45" creationId="{2345E512-0EB8-A39A-6A38-EBF9689711F8}"/>
          </ac:spMkLst>
        </pc:spChg>
        <pc:spChg chg="add del mod topLvl">
          <ac:chgData name="One Skill" userId="8d49c830ac36a521" providerId="LiveId" clId="{250BA3F6-20AF-224D-A224-3EE43FDC11EA}" dt="2022-11-05T19:54:02.806" v="5149" actId="478"/>
          <ac:spMkLst>
            <pc:docMk/>
            <pc:sldMk cId="1401197732" sldId="266"/>
            <ac:spMk id="46" creationId="{DE22FEC3-BD37-A754-4E66-5ED2C1F30964}"/>
          </ac:spMkLst>
        </pc:spChg>
        <pc:spChg chg="mod topLvl">
          <ac:chgData name="One Skill" userId="8d49c830ac36a521" providerId="LiveId" clId="{250BA3F6-20AF-224D-A224-3EE43FDC11EA}" dt="2022-11-05T20:00:50.449" v="5177" actId="164"/>
          <ac:spMkLst>
            <pc:docMk/>
            <pc:sldMk cId="1401197732" sldId="266"/>
            <ac:spMk id="51" creationId="{046A05FD-BDC4-C4BD-20E4-BBB927A2694F}"/>
          </ac:spMkLst>
        </pc:spChg>
        <pc:spChg chg="mod topLvl">
          <ac:chgData name="One Skill" userId="8d49c830ac36a521" providerId="LiveId" clId="{250BA3F6-20AF-224D-A224-3EE43FDC11EA}" dt="2022-11-05T20:00:50.449" v="5177" actId="164"/>
          <ac:spMkLst>
            <pc:docMk/>
            <pc:sldMk cId="1401197732" sldId="266"/>
            <ac:spMk id="52" creationId="{41FA78DE-727A-2E35-02ED-AA230864E75C}"/>
          </ac:spMkLst>
        </pc:spChg>
        <pc:spChg chg="mod topLvl">
          <ac:chgData name="One Skill" userId="8d49c830ac36a521" providerId="LiveId" clId="{250BA3F6-20AF-224D-A224-3EE43FDC11EA}" dt="2022-11-05T20:05:01.121" v="5191" actId="14100"/>
          <ac:spMkLst>
            <pc:docMk/>
            <pc:sldMk cId="1401197732" sldId="266"/>
            <ac:spMk id="67" creationId="{5001FFD3-E7D9-45AC-F3D4-E91F4D321E16}"/>
          </ac:spMkLst>
        </pc:spChg>
        <pc:spChg chg="mod topLvl">
          <ac:chgData name="One Skill" userId="8d49c830ac36a521" providerId="LiveId" clId="{250BA3F6-20AF-224D-A224-3EE43FDC11EA}" dt="2022-11-06T08:09:24.319" v="6838" actId="1076"/>
          <ac:spMkLst>
            <pc:docMk/>
            <pc:sldMk cId="1401197732" sldId="266"/>
            <ac:spMk id="74" creationId="{42773302-51CB-62E7-B25D-D2D1FFD5F0BB}"/>
          </ac:spMkLst>
        </pc:spChg>
        <pc:spChg chg="mod">
          <ac:chgData name="One Skill" userId="8d49c830ac36a521" providerId="LiveId" clId="{250BA3F6-20AF-224D-A224-3EE43FDC11EA}" dt="2022-11-05T19:22:50.720" v="4695" actId="164"/>
          <ac:spMkLst>
            <pc:docMk/>
            <pc:sldMk cId="1401197732" sldId="266"/>
            <ac:spMk id="76" creationId="{3EE43E5A-732C-9830-169F-11D1231964AC}"/>
          </ac:spMkLst>
        </pc:spChg>
        <pc:spChg chg="mod">
          <ac:chgData name="One Skill" userId="8d49c830ac36a521" providerId="LiveId" clId="{250BA3F6-20AF-224D-A224-3EE43FDC11EA}" dt="2022-11-05T19:22:50.720" v="4695" actId="164"/>
          <ac:spMkLst>
            <pc:docMk/>
            <pc:sldMk cId="1401197732" sldId="266"/>
            <ac:spMk id="77" creationId="{09717E8E-7110-C657-F620-1DE55C156CCC}"/>
          </ac:spMkLst>
        </pc:spChg>
        <pc:spChg chg="mod">
          <ac:chgData name="One Skill" userId="8d49c830ac36a521" providerId="LiveId" clId="{250BA3F6-20AF-224D-A224-3EE43FDC11EA}" dt="2022-11-05T19:22:50.720" v="4695" actId="164"/>
          <ac:spMkLst>
            <pc:docMk/>
            <pc:sldMk cId="1401197732" sldId="266"/>
            <ac:spMk id="78" creationId="{2B9D6352-80F2-8226-7A00-83C1BF198E55}"/>
          </ac:spMkLst>
        </pc:spChg>
        <pc:spChg chg="mod">
          <ac:chgData name="One Skill" userId="8d49c830ac36a521" providerId="LiveId" clId="{250BA3F6-20AF-224D-A224-3EE43FDC11EA}" dt="2022-11-05T19:22:50.720" v="4695" actId="164"/>
          <ac:spMkLst>
            <pc:docMk/>
            <pc:sldMk cId="1401197732" sldId="266"/>
            <ac:spMk id="79" creationId="{FF8E47A1-5A73-C78C-E720-B6A1F646631B}"/>
          </ac:spMkLst>
        </pc:spChg>
        <pc:spChg chg="mod">
          <ac:chgData name="One Skill" userId="8d49c830ac36a521" providerId="LiveId" clId="{250BA3F6-20AF-224D-A224-3EE43FDC11EA}" dt="2022-11-05T19:22:50.720" v="4695" actId="164"/>
          <ac:spMkLst>
            <pc:docMk/>
            <pc:sldMk cId="1401197732" sldId="266"/>
            <ac:spMk id="80" creationId="{C269996D-8458-6208-98D3-2EA31AA16B56}"/>
          </ac:spMkLst>
        </pc:spChg>
        <pc:spChg chg="mod">
          <ac:chgData name="One Skill" userId="8d49c830ac36a521" providerId="LiveId" clId="{250BA3F6-20AF-224D-A224-3EE43FDC11EA}" dt="2022-11-05T19:22:50.720" v="4695" actId="164"/>
          <ac:spMkLst>
            <pc:docMk/>
            <pc:sldMk cId="1401197732" sldId="266"/>
            <ac:spMk id="81" creationId="{7DE2166D-14C1-CE21-5819-6356C6D5D577}"/>
          </ac:spMkLst>
        </pc:spChg>
        <pc:spChg chg="mod">
          <ac:chgData name="One Skill" userId="8d49c830ac36a521" providerId="LiveId" clId="{250BA3F6-20AF-224D-A224-3EE43FDC11EA}" dt="2022-11-05T19:22:50.720" v="4695" actId="164"/>
          <ac:spMkLst>
            <pc:docMk/>
            <pc:sldMk cId="1401197732" sldId="266"/>
            <ac:spMk id="82" creationId="{67ADB548-E32B-C3BC-A149-5D78E21D6F84}"/>
          </ac:spMkLst>
        </pc:spChg>
        <pc:spChg chg="mod">
          <ac:chgData name="One Skill" userId="8d49c830ac36a521" providerId="LiveId" clId="{250BA3F6-20AF-224D-A224-3EE43FDC11EA}" dt="2022-11-05T19:22:50.720" v="4695" actId="164"/>
          <ac:spMkLst>
            <pc:docMk/>
            <pc:sldMk cId="1401197732" sldId="266"/>
            <ac:spMk id="83" creationId="{0D6950C3-79E6-B8F4-DC72-B15A48C0AFF7}"/>
          </ac:spMkLst>
        </pc:spChg>
        <pc:spChg chg="mod">
          <ac:chgData name="One Skill" userId="8d49c830ac36a521" providerId="LiveId" clId="{250BA3F6-20AF-224D-A224-3EE43FDC11EA}" dt="2022-11-05T19:22:50.720" v="4695" actId="164"/>
          <ac:spMkLst>
            <pc:docMk/>
            <pc:sldMk cId="1401197732" sldId="266"/>
            <ac:spMk id="84" creationId="{12807E8D-A435-83D1-C8C8-6AC2432D3E92}"/>
          </ac:spMkLst>
        </pc:spChg>
        <pc:spChg chg="mod">
          <ac:chgData name="One Skill" userId="8d49c830ac36a521" providerId="LiveId" clId="{250BA3F6-20AF-224D-A224-3EE43FDC11EA}" dt="2022-11-05T19:22:50.720" v="4695" actId="164"/>
          <ac:spMkLst>
            <pc:docMk/>
            <pc:sldMk cId="1401197732" sldId="266"/>
            <ac:spMk id="85" creationId="{6E0BD946-F280-C8BB-E53E-35EE56052FDF}"/>
          </ac:spMkLst>
        </pc:spChg>
        <pc:spChg chg="mod">
          <ac:chgData name="One Skill" userId="8d49c830ac36a521" providerId="LiveId" clId="{250BA3F6-20AF-224D-A224-3EE43FDC11EA}" dt="2022-11-05T19:22:50.720" v="4695" actId="164"/>
          <ac:spMkLst>
            <pc:docMk/>
            <pc:sldMk cId="1401197732" sldId="266"/>
            <ac:spMk id="86" creationId="{632EBD5F-F078-EA2B-BD76-3673E511B2E9}"/>
          </ac:spMkLst>
        </pc:spChg>
        <pc:spChg chg="mod">
          <ac:chgData name="One Skill" userId="8d49c830ac36a521" providerId="LiveId" clId="{250BA3F6-20AF-224D-A224-3EE43FDC11EA}" dt="2022-11-05T19:56:00.626" v="5171" actId="165"/>
          <ac:spMkLst>
            <pc:docMk/>
            <pc:sldMk cId="1401197732" sldId="266"/>
            <ac:spMk id="100" creationId="{8AF8BE5A-BCB6-2A88-BBAB-8874310906F3}"/>
          </ac:spMkLst>
        </pc:spChg>
        <pc:spChg chg="mod">
          <ac:chgData name="One Skill" userId="8d49c830ac36a521" providerId="LiveId" clId="{250BA3F6-20AF-224D-A224-3EE43FDC11EA}" dt="2022-11-05T19:56:00.626" v="5171" actId="165"/>
          <ac:spMkLst>
            <pc:docMk/>
            <pc:sldMk cId="1401197732" sldId="266"/>
            <ac:spMk id="101" creationId="{3DF08C32-60A4-9A4F-1D60-AD35AEA9FF5A}"/>
          </ac:spMkLst>
        </pc:spChg>
        <pc:spChg chg="mod">
          <ac:chgData name="One Skill" userId="8d49c830ac36a521" providerId="LiveId" clId="{250BA3F6-20AF-224D-A224-3EE43FDC11EA}" dt="2022-11-05T19:56:00.626" v="5171" actId="165"/>
          <ac:spMkLst>
            <pc:docMk/>
            <pc:sldMk cId="1401197732" sldId="266"/>
            <ac:spMk id="102" creationId="{02ACB740-B7B9-5FF0-30F4-524037FD9DBD}"/>
          </ac:spMkLst>
        </pc:spChg>
        <pc:spChg chg="mod">
          <ac:chgData name="One Skill" userId="8d49c830ac36a521" providerId="LiveId" clId="{250BA3F6-20AF-224D-A224-3EE43FDC11EA}" dt="2022-11-05T19:56:00.626" v="5171" actId="165"/>
          <ac:spMkLst>
            <pc:docMk/>
            <pc:sldMk cId="1401197732" sldId="266"/>
            <ac:spMk id="103" creationId="{3EA66ABA-4281-A87E-C295-C100A772251E}"/>
          </ac:spMkLst>
        </pc:spChg>
        <pc:spChg chg="mod">
          <ac:chgData name="One Skill" userId="8d49c830ac36a521" providerId="LiveId" clId="{250BA3F6-20AF-224D-A224-3EE43FDC11EA}" dt="2022-11-05T19:56:00.626" v="5171" actId="165"/>
          <ac:spMkLst>
            <pc:docMk/>
            <pc:sldMk cId="1401197732" sldId="266"/>
            <ac:spMk id="104" creationId="{39C5F58C-16E0-DC60-94CC-61D69B73478F}"/>
          </ac:spMkLst>
        </pc:spChg>
        <pc:spChg chg="mod">
          <ac:chgData name="One Skill" userId="8d49c830ac36a521" providerId="LiveId" clId="{250BA3F6-20AF-224D-A224-3EE43FDC11EA}" dt="2022-11-05T19:56:00.626" v="5171" actId="165"/>
          <ac:spMkLst>
            <pc:docMk/>
            <pc:sldMk cId="1401197732" sldId="266"/>
            <ac:spMk id="105" creationId="{40E6C9C1-7E97-AE2A-6F8C-A07F92A916B9}"/>
          </ac:spMkLst>
        </pc:spChg>
        <pc:spChg chg="mod">
          <ac:chgData name="One Skill" userId="8d49c830ac36a521" providerId="LiveId" clId="{250BA3F6-20AF-224D-A224-3EE43FDC11EA}" dt="2022-11-05T19:56:00.626" v="5171" actId="165"/>
          <ac:spMkLst>
            <pc:docMk/>
            <pc:sldMk cId="1401197732" sldId="266"/>
            <ac:spMk id="107" creationId="{9931E007-267A-0999-45F0-2FD761013E42}"/>
          </ac:spMkLst>
        </pc:spChg>
        <pc:spChg chg="mod">
          <ac:chgData name="One Skill" userId="8d49c830ac36a521" providerId="LiveId" clId="{250BA3F6-20AF-224D-A224-3EE43FDC11EA}" dt="2022-11-05T19:56:00.626" v="5171" actId="165"/>
          <ac:spMkLst>
            <pc:docMk/>
            <pc:sldMk cId="1401197732" sldId="266"/>
            <ac:spMk id="108" creationId="{AAAA2D90-7B94-943E-F055-BD22ABD7F23A}"/>
          </ac:spMkLst>
        </pc:spChg>
        <pc:spChg chg="mod">
          <ac:chgData name="One Skill" userId="8d49c830ac36a521" providerId="LiveId" clId="{250BA3F6-20AF-224D-A224-3EE43FDC11EA}" dt="2022-11-05T19:56:00.626" v="5171" actId="165"/>
          <ac:spMkLst>
            <pc:docMk/>
            <pc:sldMk cId="1401197732" sldId="266"/>
            <ac:spMk id="109" creationId="{77D681C2-C906-D9C1-2990-2B6A6CDFC50C}"/>
          </ac:spMkLst>
        </pc:spChg>
        <pc:spChg chg="mod">
          <ac:chgData name="One Skill" userId="8d49c830ac36a521" providerId="LiveId" clId="{250BA3F6-20AF-224D-A224-3EE43FDC11EA}" dt="2022-11-05T19:56:00.626" v="5171" actId="165"/>
          <ac:spMkLst>
            <pc:docMk/>
            <pc:sldMk cId="1401197732" sldId="266"/>
            <ac:spMk id="111" creationId="{7BF1D1D8-1425-F77A-B245-9A8C3CA24098}"/>
          </ac:spMkLst>
        </pc:spChg>
        <pc:spChg chg="mod">
          <ac:chgData name="One Skill" userId="8d49c830ac36a521" providerId="LiveId" clId="{250BA3F6-20AF-224D-A224-3EE43FDC11EA}" dt="2022-11-05T19:56:00.626" v="5171" actId="165"/>
          <ac:spMkLst>
            <pc:docMk/>
            <pc:sldMk cId="1401197732" sldId="266"/>
            <ac:spMk id="112" creationId="{92642EF9-DFD5-A722-BBE9-C7A5AFB7598F}"/>
          </ac:spMkLst>
        </pc:spChg>
        <pc:spChg chg="add del mod">
          <ac:chgData name="One Skill" userId="8d49c830ac36a521" providerId="LiveId" clId="{250BA3F6-20AF-224D-A224-3EE43FDC11EA}" dt="2022-11-06T08:09:13.580" v="6836" actId="478"/>
          <ac:spMkLst>
            <pc:docMk/>
            <pc:sldMk cId="1401197732" sldId="266"/>
            <ac:spMk id="123" creationId="{D86F0F91-33AE-0992-DF71-A67B1866699A}"/>
          </ac:spMkLst>
        </pc:spChg>
        <pc:spChg chg="add del mod">
          <ac:chgData name="One Skill" userId="8d49c830ac36a521" providerId="LiveId" clId="{250BA3F6-20AF-224D-A224-3EE43FDC11EA}" dt="2022-11-06T08:09:13.580" v="6836" actId="478"/>
          <ac:spMkLst>
            <pc:docMk/>
            <pc:sldMk cId="1401197732" sldId="266"/>
            <ac:spMk id="124" creationId="{28132D8D-EC3B-0126-06E7-951CAB0C248E}"/>
          </ac:spMkLst>
        </pc:spChg>
        <pc:spChg chg="add del mod">
          <ac:chgData name="One Skill" userId="8d49c830ac36a521" providerId="LiveId" clId="{250BA3F6-20AF-224D-A224-3EE43FDC11EA}" dt="2022-11-06T08:09:13.580" v="6836" actId="478"/>
          <ac:spMkLst>
            <pc:docMk/>
            <pc:sldMk cId="1401197732" sldId="266"/>
            <ac:spMk id="125" creationId="{E531705A-F40D-C41D-D0E9-DA6F706A3AF9}"/>
          </ac:spMkLst>
        </pc:spChg>
        <pc:spChg chg="mod">
          <ac:chgData name="One Skill" userId="8d49c830ac36a521" providerId="LiveId" clId="{250BA3F6-20AF-224D-A224-3EE43FDC11EA}" dt="2022-11-05T20:25:14.332" v="5442"/>
          <ac:spMkLst>
            <pc:docMk/>
            <pc:sldMk cId="1401197732" sldId="266"/>
            <ac:spMk id="128" creationId="{CE63E617-1A28-28D4-A5CB-C3B1C3861892}"/>
          </ac:spMkLst>
        </pc:spChg>
        <pc:spChg chg="mod">
          <ac:chgData name="One Skill" userId="8d49c830ac36a521" providerId="LiveId" clId="{250BA3F6-20AF-224D-A224-3EE43FDC11EA}" dt="2022-11-05T20:25:14.332" v="5442"/>
          <ac:spMkLst>
            <pc:docMk/>
            <pc:sldMk cId="1401197732" sldId="266"/>
            <ac:spMk id="129" creationId="{833195F5-F29C-B6DE-4722-8CCDEB275A64}"/>
          </ac:spMkLst>
        </pc:spChg>
        <pc:spChg chg="mod">
          <ac:chgData name="One Skill" userId="8d49c830ac36a521" providerId="LiveId" clId="{250BA3F6-20AF-224D-A224-3EE43FDC11EA}" dt="2022-11-05T20:25:14.332" v="5442"/>
          <ac:spMkLst>
            <pc:docMk/>
            <pc:sldMk cId="1401197732" sldId="266"/>
            <ac:spMk id="130" creationId="{5ADBC662-A97A-E6CD-5892-21CB1EBD59D5}"/>
          </ac:spMkLst>
        </pc:spChg>
        <pc:spChg chg="mod">
          <ac:chgData name="One Skill" userId="8d49c830ac36a521" providerId="LiveId" clId="{250BA3F6-20AF-224D-A224-3EE43FDC11EA}" dt="2022-11-05T20:25:14.332" v="5442"/>
          <ac:spMkLst>
            <pc:docMk/>
            <pc:sldMk cId="1401197732" sldId="266"/>
            <ac:spMk id="131" creationId="{01CB1B60-ECFA-0A24-6E79-A6FEBA82155D}"/>
          </ac:spMkLst>
        </pc:spChg>
        <pc:spChg chg="mod">
          <ac:chgData name="One Skill" userId="8d49c830ac36a521" providerId="LiveId" clId="{250BA3F6-20AF-224D-A224-3EE43FDC11EA}" dt="2022-11-05T20:25:14.332" v="5442"/>
          <ac:spMkLst>
            <pc:docMk/>
            <pc:sldMk cId="1401197732" sldId="266"/>
            <ac:spMk id="132" creationId="{DB57D0A5-2C39-2246-A7E8-BAD0430B7685}"/>
          </ac:spMkLst>
        </pc:spChg>
        <pc:spChg chg="mod">
          <ac:chgData name="One Skill" userId="8d49c830ac36a521" providerId="LiveId" clId="{250BA3F6-20AF-224D-A224-3EE43FDC11EA}" dt="2022-11-05T20:25:14.332" v="5442"/>
          <ac:spMkLst>
            <pc:docMk/>
            <pc:sldMk cId="1401197732" sldId="266"/>
            <ac:spMk id="133" creationId="{B2EBE216-C61C-6D09-DBFF-033CACE21912}"/>
          </ac:spMkLst>
        </pc:spChg>
        <pc:spChg chg="mod">
          <ac:chgData name="One Skill" userId="8d49c830ac36a521" providerId="LiveId" clId="{250BA3F6-20AF-224D-A224-3EE43FDC11EA}" dt="2022-11-05T20:25:14.332" v="5442"/>
          <ac:spMkLst>
            <pc:docMk/>
            <pc:sldMk cId="1401197732" sldId="266"/>
            <ac:spMk id="135" creationId="{D7853E1F-4F2B-E973-2419-57A1A800C88C}"/>
          </ac:spMkLst>
        </pc:spChg>
        <pc:spChg chg="mod">
          <ac:chgData name="One Skill" userId="8d49c830ac36a521" providerId="LiveId" clId="{250BA3F6-20AF-224D-A224-3EE43FDC11EA}" dt="2022-11-05T20:25:14.332" v="5442"/>
          <ac:spMkLst>
            <pc:docMk/>
            <pc:sldMk cId="1401197732" sldId="266"/>
            <ac:spMk id="141" creationId="{7CA25D7D-8DF1-773D-AD71-DBCE02FB86D4}"/>
          </ac:spMkLst>
        </pc:spChg>
        <pc:spChg chg="mod">
          <ac:chgData name="One Skill" userId="8d49c830ac36a521" providerId="LiveId" clId="{250BA3F6-20AF-224D-A224-3EE43FDC11EA}" dt="2022-11-05T20:25:14.332" v="5442"/>
          <ac:spMkLst>
            <pc:docMk/>
            <pc:sldMk cId="1401197732" sldId="266"/>
            <ac:spMk id="142" creationId="{39105342-9202-8BC9-B7C3-64E0CE10CEE2}"/>
          </ac:spMkLst>
        </pc:spChg>
        <pc:spChg chg="mod">
          <ac:chgData name="One Skill" userId="8d49c830ac36a521" providerId="LiveId" clId="{250BA3F6-20AF-224D-A224-3EE43FDC11EA}" dt="2022-11-05T20:25:14.332" v="5442"/>
          <ac:spMkLst>
            <pc:docMk/>
            <pc:sldMk cId="1401197732" sldId="266"/>
            <ac:spMk id="143" creationId="{4723C065-9D50-2E65-D237-2C110AFC106C}"/>
          </ac:spMkLst>
        </pc:spChg>
        <pc:spChg chg="mod">
          <ac:chgData name="One Skill" userId="8d49c830ac36a521" providerId="LiveId" clId="{250BA3F6-20AF-224D-A224-3EE43FDC11EA}" dt="2022-11-05T20:25:14.332" v="5442"/>
          <ac:spMkLst>
            <pc:docMk/>
            <pc:sldMk cId="1401197732" sldId="266"/>
            <ac:spMk id="144" creationId="{40BA5931-A8FB-6FAA-1891-8CE84D96D048}"/>
          </ac:spMkLst>
        </pc:spChg>
        <pc:spChg chg="mod">
          <ac:chgData name="One Skill" userId="8d49c830ac36a521" providerId="LiveId" clId="{250BA3F6-20AF-224D-A224-3EE43FDC11EA}" dt="2022-11-05T20:25:14.332" v="5442"/>
          <ac:spMkLst>
            <pc:docMk/>
            <pc:sldMk cId="1401197732" sldId="266"/>
            <ac:spMk id="145" creationId="{62ECF9AB-1B8D-68E4-DA85-001F191356FE}"/>
          </ac:spMkLst>
        </pc:spChg>
        <pc:spChg chg="mod">
          <ac:chgData name="One Skill" userId="8d49c830ac36a521" providerId="LiveId" clId="{250BA3F6-20AF-224D-A224-3EE43FDC11EA}" dt="2022-11-05T20:25:14.332" v="5442"/>
          <ac:spMkLst>
            <pc:docMk/>
            <pc:sldMk cId="1401197732" sldId="266"/>
            <ac:spMk id="146" creationId="{F15DE865-9E1D-AAD4-6257-FD145726E1F9}"/>
          </ac:spMkLst>
        </pc:spChg>
        <pc:spChg chg="mod">
          <ac:chgData name="One Skill" userId="8d49c830ac36a521" providerId="LiveId" clId="{250BA3F6-20AF-224D-A224-3EE43FDC11EA}" dt="2022-11-05T20:25:14.332" v="5442"/>
          <ac:spMkLst>
            <pc:docMk/>
            <pc:sldMk cId="1401197732" sldId="266"/>
            <ac:spMk id="147" creationId="{82242C6B-BCD6-F3B6-BA17-8E382468027F}"/>
          </ac:spMkLst>
        </pc:spChg>
        <pc:spChg chg="mod">
          <ac:chgData name="One Skill" userId="8d49c830ac36a521" providerId="LiveId" clId="{250BA3F6-20AF-224D-A224-3EE43FDC11EA}" dt="2022-11-05T20:25:14.332" v="5442"/>
          <ac:spMkLst>
            <pc:docMk/>
            <pc:sldMk cId="1401197732" sldId="266"/>
            <ac:spMk id="148" creationId="{15EC6D27-5A75-A71E-8927-F99DE9C70914}"/>
          </ac:spMkLst>
        </pc:spChg>
        <pc:spChg chg="mod">
          <ac:chgData name="One Skill" userId="8d49c830ac36a521" providerId="LiveId" clId="{250BA3F6-20AF-224D-A224-3EE43FDC11EA}" dt="2022-11-05T20:25:14.332" v="5442"/>
          <ac:spMkLst>
            <pc:docMk/>
            <pc:sldMk cId="1401197732" sldId="266"/>
            <ac:spMk id="149" creationId="{DE54FF29-06FA-2D27-A0EB-920C31F1C77F}"/>
          </ac:spMkLst>
        </pc:spChg>
        <pc:spChg chg="mod">
          <ac:chgData name="One Skill" userId="8d49c830ac36a521" providerId="LiveId" clId="{250BA3F6-20AF-224D-A224-3EE43FDC11EA}" dt="2022-11-05T20:25:14.332" v="5442"/>
          <ac:spMkLst>
            <pc:docMk/>
            <pc:sldMk cId="1401197732" sldId="266"/>
            <ac:spMk id="150" creationId="{819A465A-9330-9A03-1CF6-22A1014175C7}"/>
          </ac:spMkLst>
        </pc:spChg>
        <pc:spChg chg="mod">
          <ac:chgData name="One Skill" userId="8d49c830ac36a521" providerId="LiveId" clId="{250BA3F6-20AF-224D-A224-3EE43FDC11EA}" dt="2022-11-05T20:25:14.332" v="5442"/>
          <ac:spMkLst>
            <pc:docMk/>
            <pc:sldMk cId="1401197732" sldId="266"/>
            <ac:spMk id="151" creationId="{54A94498-EC8C-727C-85E2-7BA8DAB082F7}"/>
          </ac:spMkLst>
        </pc:spChg>
        <pc:spChg chg="mod">
          <ac:chgData name="One Skill" userId="8d49c830ac36a521" providerId="LiveId" clId="{250BA3F6-20AF-224D-A224-3EE43FDC11EA}" dt="2022-11-05T20:25:14.332" v="5442"/>
          <ac:spMkLst>
            <pc:docMk/>
            <pc:sldMk cId="1401197732" sldId="266"/>
            <ac:spMk id="152" creationId="{05B427CF-1AE4-4C9D-B92E-C89E3169068A}"/>
          </ac:spMkLst>
        </pc:spChg>
        <pc:spChg chg="mod">
          <ac:chgData name="One Skill" userId="8d49c830ac36a521" providerId="LiveId" clId="{250BA3F6-20AF-224D-A224-3EE43FDC11EA}" dt="2022-11-05T20:25:14.332" v="5442"/>
          <ac:spMkLst>
            <pc:docMk/>
            <pc:sldMk cId="1401197732" sldId="266"/>
            <ac:spMk id="153" creationId="{138E686B-3911-47F5-DA3C-9126CE05BCCB}"/>
          </ac:spMkLst>
        </pc:spChg>
        <pc:spChg chg="mod">
          <ac:chgData name="One Skill" userId="8d49c830ac36a521" providerId="LiveId" clId="{250BA3F6-20AF-224D-A224-3EE43FDC11EA}" dt="2022-11-05T20:25:14.332" v="5442"/>
          <ac:spMkLst>
            <pc:docMk/>
            <pc:sldMk cId="1401197732" sldId="266"/>
            <ac:spMk id="154" creationId="{EC968A77-F2E4-08B1-AE46-B7B0D9818568}"/>
          </ac:spMkLst>
        </pc:spChg>
        <pc:spChg chg="mod">
          <ac:chgData name="One Skill" userId="8d49c830ac36a521" providerId="LiveId" clId="{250BA3F6-20AF-224D-A224-3EE43FDC11EA}" dt="2022-11-05T20:25:14.332" v="5442"/>
          <ac:spMkLst>
            <pc:docMk/>
            <pc:sldMk cId="1401197732" sldId="266"/>
            <ac:spMk id="155" creationId="{B5BDD29A-43B1-CA67-075E-99AC6A6D762A}"/>
          </ac:spMkLst>
        </pc:spChg>
        <pc:spChg chg="mod">
          <ac:chgData name="One Skill" userId="8d49c830ac36a521" providerId="LiveId" clId="{250BA3F6-20AF-224D-A224-3EE43FDC11EA}" dt="2022-11-05T20:25:14.332" v="5442"/>
          <ac:spMkLst>
            <pc:docMk/>
            <pc:sldMk cId="1401197732" sldId="266"/>
            <ac:spMk id="156" creationId="{11760D4A-A947-5214-E92D-9583029C5B74}"/>
          </ac:spMkLst>
        </pc:spChg>
        <pc:spChg chg="mod">
          <ac:chgData name="One Skill" userId="8d49c830ac36a521" providerId="LiveId" clId="{250BA3F6-20AF-224D-A224-3EE43FDC11EA}" dt="2022-11-05T20:25:14.332" v="5442"/>
          <ac:spMkLst>
            <pc:docMk/>
            <pc:sldMk cId="1401197732" sldId="266"/>
            <ac:spMk id="157" creationId="{96C84A36-E2F8-4D03-9FF4-818AB77D7CC5}"/>
          </ac:spMkLst>
        </pc:spChg>
        <pc:spChg chg="mod">
          <ac:chgData name="One Skill" userId="8d49c830ac36a521" providerId="LiveId" clId="{250BA3F6-20AF-224D-A224-3EE43FDC11EA}" dt="2022-11-05T20:25:14.332" v="5442"/>
          <ac:spMkLst>
            <pc:docMk/>
            <pc:sldMk cId="1401197732" sldId="266"/>
            <ac:spMk id="158" creationId="{2A1BD269-7669-C6F5-BC04-B8DC165C4E41}"/>
          </ac:spMkLst>
        </pc:spChg>
        <pc:spChg chg="mod">
          <ac:chgData name="One Skill" userId="8d49c830ac36a521" providerId="LiveId" clId="{250BA3F6-20AF-224D-A224-3EE43FDC11EA}" dt="2022-11-05T20:25:14.332" v="5442"/>
          <ac:spMkLst>
            <pc:docMk/>
            <pc:sldMk cId="1401197732" sldId="266"/>
            <ac:spMk id="159" creationId="{CF00CFD2-F72F-51D6-5595-BC19B59A2F47}"/>
          </ac:spMkLst>
        </pc:spChg>
        <pc:spChg chg="mod">
          <ac:chgData name="One Skill" userId="8d49c830ac36a521" providerId="LiveId" clId="{250BA3F6-20AF-224D-A224-3EE43FDC11EA}" dt="2022-11-05T20:25:14.332" v="5442"/>
          <ac:spMkLst>
            <pc:docMk/>
            <pc:sldMk cId="1401197732" sldId="266"/>
            <ac:spMk id="160" creationId="{40F46D37-6A34-5C2A-2231-B5624E3E3211}"/>
          </ac:spMkLst>
        </pc:spChg>
        <pc:spChg chg="mod">
          <ac:chgData name="One Skill" userId="8d49c830ac36a521" providerId="LiveId" clId="{250BA3F6-20AF-224D-A224-3EE43FDC11EA}" dt="2022-11-05T20:25:14.332" v="5442"/>
          <ac:spMkLst>
            <pc:docMk/>
            <pc:sldMk cId="1401197732" sldId="266"/>
            <ac:spMk id="161" creationId="{D95B523E-0021-BC87-91B2-806E88D013BE}"/>
          </ac:spMkLst>
        </pc:spChg>
        <pc:spChg chg="mod">
          <ac:chgData name="One Skill" userId="8d49c830ac36a521" providerId="LiveId" clId="{250BA3F6-20AF-224D-A224-3EE43FDC11EA}" dt="2022-11-05T20:25:14.332" v="5442"/>
          <ac:spMkLst>
            <pc:docMk/>
            <pc:sldMk cId="1401197732" sldId="266"/>
            <ac:spMk id="162" creationId="{CFF7977A-41D9-B193-2503-C859A62C4DB6}"/>
          </ac:spMkLst>
        </pc:spChg>
        <pc:spChg chg="mod">
          <ac:chgData name="One Skill" userId="8d49c830ac36a521" providerId="LiveId" clId="{250BA3F6-20AF-224D-A224-3EE43FDC11EA}" dt="2022-11-05T20:25:14.332" v="5442"/>
          <ac:spMkLst>
            <pc:docMk/>
            <pc:sldMk cId="1401197732" sldId="266"/>
            <ac:spMk id="163" creationId="{2BA8ABCF-85CB-4299-1B1B-8AAD88A13816}"/>
          </ac:spMkLst>
        </pc:spChg>
        <pc:spChg chg="mod">
          <ac:chgData name="One Skill" userId="8d49c830ac36a521" providerId="LiveId" clId="{250BA3F6-20AF-224D-A224-3EE43FDC11EA}" dt="2022-11-05T20:25:14.332" v="5442"/>
          <ac:spMkLst>
            <pc:docMk/>
            <pc:sldMk cId="1401197732" sldId="266"/>
            <ac:spMk id="164" creationId="{E7E7D024-AD8D-6E87-95DD-2D5ED638B5F5}"/>
          </ac:spMkLst>
        </pc:spChg>
        <pc:spChg chg="add del mod">
          <ac:chgData name="One Skill" userId="8d49c830ac36a521" providerId="LiveId" clId="{250BA3F6-20AF-224D-A224-3EE43FDC11EA}" dt="2022-11-06T08:09:13.580" v="6836" actId="478"/>
          <ac:spMkLst>
            <pc:docMk/>
            <pc:sldMk cId="1401197732" sldId="266"/>
            <ac:spMk id="165" creationId="{31108EB1-CA1B-AAA5-E12D-0449DB9E27CC}"/>
          </ac:spMkLst>
        </pc:spChg>
        <pc:spChg chg="mod">
          <ac:chgData name="One Skill" userId="8d49c830ac36a521" providerId="LiveId" clId="{250BA3F6-20AF-224D-A224-3EE43FDC11EA}" dt="2022-11-05T20:26:43.786" v="5449"/>
          <ac:spMkLst>
            <pc:docMk/>
            <pc:sldMk cId="1401197732" sldId="266"/>
            <ac:spMk id="167" creationId="{C6E70617-2F7E-F21A-B0F6-8F6FD0A0CB73}"/>
          </ac:spMkLst>
        </pc:spChg>
        <pc:spChg chg="mod">
          <ac:chgData name="One Skill" userId="8d49c830ac36a521" providerId="LiveId" clId="{250BA3F6-20AF-224D-A224-3EE43FDC11EA}" dt="2022-11-05T20:26:43.786" v="5449"/>
          <ac:spMkLst>
            <pc:docMk/>
            <pc:sldMk cId="1401197732" sldId="266"/>
            <ac:spMk id="168" creationId="{DE14B23D-A579-5195-F735-01B884C31CB7}"/>
          </ac:spMkLst>
        </pc:spChg>
        <pc:spChg chg="mod">
          <ac:chgData name="One Skill" userId="8d49c830ac36a521" providerId="LiveId" clId="{250BA3F6-20AF-224D-A224-3EE43FDC11EA}" dt="2022-11-05T20:26:43.786" v="5449"/>
          <ac:spMkLst>
            <pc:docMk/>
            <pc:sldMk cId="1401197732" sldId="266"/>
            <ac:spMk id="169" creationId="{3BE12978-1180-A24C-7B60-7DA166FE1FB8}"/>
          </ac:spMkLst>
        </pc:spChg>
        <pc:spChg chg="mod">
          <ac:chgData name="One Skill" userId="8d49c830ac36a521" providerId="LiveId" clId="{250BA3F6-20AF-224D-A224-3EE43FDC11EA}" dt="2022-11-05T20:26:43.786" v="5449"/>
          <ac:spMkLst>
            <pc:docMk/>
            <pc:sldMk cId="1401197732" sldId="266"/>
            <ac:spMk id="174" creationId="{27252354-205F-698B-5AE1-AC5CD1C304EA}"/>
          </ac:spMkLst>
        </pc:spChg>
        <pc:spChg chg="mod">
          <ac:chgData name="One Skill" userId="8d49c830ac36a521" providerId="LiveId" clId="{250BA3F6-20AF-224D-A224-3EE43FDC11EA}" dt="2022-11-05T20:26:43.786" v="5449"/>
          <ac:spMkLst>
            <pc:docMk/>
            <pc:sldMk cId="1401197732" sldId="266"/>
            <ac:spMk id="175" creationId="{484F41CC-3B19-5272-3522-004535674A98}"/>
          </ac:spMkLst>
        </pc:spChg>
        <pc:spChg chg="mod">
          <ac:chgData name="One Skill" userId="8d49c830ac36a521" providerId="LiveId" clId="{250BA3F6-20AF-224D-A224-3EE43FDC11EA}" dt="2022-11-05T20:26:43.786" v="5449"/>
          <ac:spMkLst>
            <pc:docMk/>
            <pc:sldMk cId="1401197732" sldId="266"/>
            <ac:spMk id="176" creationId="{1D9EE5DA-B104-3AB1-F8C4-8F6E1014153D}"/>
          </ac:spMkLst>
        </pc:spChg>
        <pc:spChg chg="mod">
          <ac:chgData name="One Skill" userId="8d49c830ac36a521" providerId="LiveId" clId="{250BA3F6-20AF-224D-A224-3EE43FDC11EA}" dt="2022-11-05T20:26:43.786" v="5449"/>
          <ac:spMkLst>
            <pc:docMk/>
            <pc:sldMk cId="1401197732" sldId="266"/>
            <ac:spMk id="177" creationId="{A307CD87-7060-0978-D226-7E16967730CF}"/>
          </ac:spMkLst>
        </pc:spChg>
        <pc:spChg chg="mod">
          <ac:chgData name="One Skill" userId="8d49c830ac36a521" providerId="LiveId" clId="{250BA3F6-20AF-224D-A224-3EE43FDC11EA}" dt="2022-11-05T20:26:43.786" v="5449"/>
          <ac:spMkLst>
            <pc:docMk/>
            <pc:sldMk cId="1401197732" sldId="266"/>
            <ac:spMk id="178" creationId="{E4DE944E-6A41-7CE8-B35C-8D68B3841EED}"/>
          </ac:spMkLst>
        </pc:spChg>
        <pc:spChg chg="mod">
          <ac:chgData name="One Skill" userId="8d49c830ac36a521" providerId="LiveId" clId="{250BA3F6-20AF-224D-A224-3EE43FDC11EA}" dt="2022-11-05T20:26:43.786" v="5449"/>
          <ac:spMkLst>
            <pc:docMk/>
            <pc:sldMk cId="1401197732" sldId="266"/>
            <ac:spMk id="179" creationId="{5C7C3B4C-25C6-CA12-63AF-03BA6721F12F}"/>
          </ac:spMkLst>
        </pc:spChg>
        <pc:spChg chg="mod">
          <ac:chgData name="One Skill" userId="8d49c830ac36a521" providerId="LiveId" clId="{250BA3F6-20AF-224D-A224-3EE43FDC11EA}" dt="2022-11-05T20:26:43.786" v="5449"/>
          <ac:spMkLst>
            <pc:docMk/>
            <pc:sldMk cId="1401197732" sldId="266"/>
            <ac:spMk id="181" creationId="{1519A310-1630-10D4-914D-734C6D0DA35F}"/>
          </ac:spMkLst>
        </pc:spChg>
        <pc:spChg chg="mod">
          <ac:chgData name="One Skill" userId="8d49c830ac36a521" providerId="LiveId" clId="{250BA3F6-20AF-224D-A224-3EE43FDC11EA}" dt="2022-11-05T20:26:43.786" v="5449"/>
          <ac:spMkLst>
            <pc:docMk/>
            <pc:sldMk cId="1401197732" sldId="266"/>
            <ac:spMk id="182" creationId="{A1645E2F-7D71-4166-89E3-0A2266CDAD32}"/>
          </ac:spMkLst>
        </pc:spChg>
        <pc:spChg chg="mod">
          <ac:chgData name="One Skill" userId="8d49c830ac36a521" providerId="LiveId" clId="{250BA3F6-20AF-224D-A224-3EE43FDC11EA}" dt="2022-11-05T20:26:43.786" v="5449"/>
          <ac:spMkLst>
            <pc:docMk/>
            <pc:sldMk cId="1401197732" sldId="266"/>
            <ac:spMk id="183" creationId="{7FED4DDD-AFCA-1EDD-A912-BB6FDC0CEFAF}"/>
          </ac:spMkLst>
        </pc:spChg>
        <pc:spChg chg="mod">
          <ac:chgData name="One Skill" userId="8d49c830ac36a521" providerId="LiveId" clId="{250BA3F6-20AF-224D-A224-3EE43FDC11EA}" dt="2022-11-05T20:26:43.786" v="5449"/>
          <ac:spMkLst>
            <pc:docMk/>
            <pc:sldMk cId="1401197732" sldId="266"/>
            <ac:spMk id="185" creationId="{0843F473-8D7F-D701-A7B2-2B3B7968067F}"/>
          </ac:spMkLst>
        </pc:spChg>
        <pc:spChg chg="mod">
          <ac:chgData name="One Skill" userId="8d49c830ac36a521" providerId="LiveId" clId="{250BA3F6-20AF-224D-A224-3EE43FDC11EA}" dt="2022-11-05T20:26:43.786" v="5449"/>
          <ac:spMkLst>
            <pc:docMk/>
            <pc:sldMk cId="1401197732" sldId="266"/>
            <ac:spMk id="186" creationId="{E4D1B45D-D48E-353E-3261-79359BCDDEA6}"/>
          </ac:spMkLst>
        </pc:spChg>
        <pc:spChg chg="mod">
          <ac:chgData name="One Skill" userId="8d49c830ac36a521" providerId="LiveId" clId="{250BA3F6-20AF-224D-A224-3EE43FDC11EA}" dt="2022-11-05T20:27:11.330" v="5454"/>
          <ac:spMkLst>
            <pc:docMk/>
            <pc:sldMk cId="1401197732" sldId="266"/>
            <ac:spMk id="189" creationId="{D57ECC77-A814-2013-0BBF-D06E6D92B36C}"/>
          </ac:spMkLst>
        </pc:spChg>
        <pc:spChg chg="mod">
          <ac:chgData name="One Skill" userId="8d49c830ac36a521" providerId="LiveId" clId="{250BA3F6-20AF-224D-A224-3EE43FDC11EA}" dt="2022-11-05T20:27:11.330" v="5454"/>
          <ac:spMkLst>
            <pc:docMk/>
            <pc:sldMk cId="1401197732" sldId="266"/>
            <ac:spMk id="190" creationId="{261EE61D-E449-3887-D75F-DA130B8C2CD0}"/>
          </ac:spMkLst>
        </pc:spChg>
        <pc:spChg chg="mod">
          <ac:chgData name="One Skill" userId="8d49c830ac36a521" providerId="LiveId" clId="{250BA3F6-20AF-224D-A224-3EE43FDC11EA}" dt="2022-11-05T20:27:11.330" v="5454"/>
          <ac:spMkLst>
            <pc:docMk/>
            <pc:sldMk cId="1401197732" sldId="266"/>
            <ac:spMk id="192" creationId="{9F19A234-EE36-38CB-9C1D-320FFC247189}"/>
          </ac:spMkLst>
        </pc:spChg>
        <pc:spChg chg="mod">
          <ac:chgData name="One Skill" userId="8d49c830ac36a521" providerId="LiveId" clId="{250BA3F6-20AF-224D-A224-3EE43FDC11EA}" dt="2022-11-05T20:27:11.330" v="5454"/>
          <ac:spMkLst>
            <pc:docMk/>
            <pc:sldMk cId="1401197732" sldId="266"/>
            <ac:spMk id="193" creationId="{819C889A-314B-228B-B399-260E714F66EF}"/>
          </ac:spMkLst>
        </pc:spChg>
        <pc:spChg chg="mod">
          <ac:chgData name="One Skill" userId="8d49c830ac36a521" providerId="LiveId" clId="{250BA3F6-20AF-224D-A224-3EE43FDC11EA}" dt="2022-11-05T20:27:11.330" v="5454"/>
          <ac:spMkLst>
            <pc:docMk/>
            <pc:sldMk cId="1401197732" sldId="266"/>
            <ac:spMk id="194" creationId="{7F5E4D7E-3744-E022-8422-5806A4E1FFEB}"/>
          </ac:spMkLst>
        </pc:spChg>
        <pc:grpChg chg="add del mod">
          <ac:chgData name="One Skill" userId="8d49c830ac36a521" providerId="LiveId" clId="{250BA3F6-20AF-224D-A224-3EE43FDC11EA}" dt="2022-11-05T19:35:28.547" v="4844" actId="478"/>
          <ac:grpSpMkLst>
            <pc:docMk/>
            <pc:sldMk cId="1401197732" sldId="266"/>
            <ac:grpSpMk id="7" creationId="{84920E9D-FEAA-FBFA-48E7-50A60E0BED93}"/>
          </ac:grpSpMkLst>
        </pc:grpChg>
        <pc:grpChg chg="add del mod">
          <ac:chgData name="One Skill" userId="8d49c830ac36a521" providerId="LiveId" clId="{250BA3F6-20AF-224D-A224-3EE43FDC11EA}" dt="2022-11-05T19:30:35.448" v="4792" actId="165"/>
          <ac:grpSpMkLst>
            <pc:docMk/>
            <pc:sldMk cId="1401197732" sldId="266"/>
            <ac:grpSpMk id="8" creationId="{3866CCA5-E1CF-F14F-0EB2-457EC983D7CF}"/>
          </ac:grpSpMkLst>
        </pc:grpChg>
        <pc:grpChg chg="mod modVis">
          <ac:chgData name="One Skill" userId="8d49c830ac36a521" providerId="LiveId" clId="{250BA3F6-20AF-224D-A224-3EE43FDC11EA}" dt="2022-11-05T19:52:49.568" v="5139" actId="14430"/>
          <ac:grpSpMkLst>
            <pc:docMk/>
            <pc:sldMk cId="1401197732" sldId="266"/>
            <ac:grpSpMk id="20" creationId="{60123EE5-96BA-A2D3-5AD9-4D2517FB1DCD}"/>
          </ac:grpSpMkLst>
        </pc:grpChg>
        <pc:grpChg chg="add mod">
          <ac:chgData name="One Skill" userId="8d49c830ac36a521" providerId="LiveId" clId="{250BA3F6-20AF-224D-A224-3EE43FDC11EA}" dt="2022-11-06T08:09:36.282" v="6841" actId="1076"/>
          <ac:grpSpMkLst>
            <pc:docMk/>
            <pc:sldMk cId="1401197732" sldId="266"/>
            <ac:grpSpMk id="47" creationId="{21C32F64-DF4D-0FD6-0A96-58A84E7AE126}"/>
          </ac:grpSpMkLst>
        </pc:grpChg>
        <pc:grpChg chg="add del mod">
          <ac:chgData name="One Skill" userId="8d49c830ac36a521" providerId="LiveId" clId="{250BA3F6-20AF-224D-A224-3EE43FDC11EA}" dt="2022-11-05T19:56:00.626" v="5171" actId="165"/>
          <ac:grpSpMkLst>
            <pc:docMk/>
            <pc:sldMk cId="1401197732" sldId="266"/>
            <ac:grpSpMk id="48" creationId="{FDE9EF88-5149-3427-385D-F4DA82876E98}"/>
          </ac:grpSpMkLst>
        </pc:grpChg>
        <pc:grpChg chg="del mod">
          <ac:chgData name="One Skill" userId="8d49c830ac36a521" providerId="LiveId" clId="{250BA3F6-20AF-224D-A224-3EE43FDC11EA}" dt="2022-11-05T19:24:08.165" v="4709" actId="478"/>
          <ac:grpSpMkLst>
            <pc:docMk/>
            <pc:sldMk cId="1401197732" sldId="266"/>
            <ac:grpSpMk id="53" creationId="{44930821-DDBA-35C8-4FCE-A706160A4B9F}"/>
          </ac:grpSpMkLst>
        </pc:grpChg>
        <pc:grpChg chg="del">
          <ac:chgData name="One Skill" userId="8d49c830ac36a521" providerId="LiveId" clId="{250BA3F6-20AF-224D-A224-3EE43FDC11EA}" dt="2022-11-05T19:25:15.773" v="4749" actId="478"/>
          <ac:grpSpMkLst>
            <pc:docMk/>
            <pc:sldMk cId="1401197732" sldId="266"/>
            <ac:grpSpMk id="58" creationId="{6640C9B1-4B3A-85E6-6B88-ADE9EE1E23ED}"/>
          </ac:grpSpMkLst>
        </pc:grpChg>
        <pc:grpChg chg="mod topLvl">
          <ac:chgData name="One Skill" userId="8d49c830ac36a521" providerId="LiveId" clId="{250BA3F6-20AF-224D-A224-3EE43FDC11EA}" dt="2022-11-05T20:00:50.449" v="5177" actId="164"/>
          <ac:grpSpMkLst>
            <pc:docMk/>
            <pc:sldMk cId="1401197732" sldId="266"/>
            <ac:grpSpMk id="75" creationId="{99F5645A-52A0-A5D5-868D-CB882887FCC5}"/>
          </ac:grpSpMkLst>
        </pc:grpChg>
        <pc:grpChg chg="mod">
          <ac:chgData name="One Skill" userId="8d49c830ac36a521" providerId="LiveId" clId="{250BA3F6-20AF-224D-A224-3EE43FDC11EA}" dt="2022-11-05T19:56:00.626" v="5171" actId="165"/>
          <ac:grpSpMkLst>
            <pc:docMk/>
            <pc:sldMk cId="1401197732" sldId="266"/>
            <ac:grpSpMk id="95" creationId="{BDBB1572-1573-E734-80AF-1E4AA72EA774}"/>
          </ac:grpSpMkLst>
        </pc:grpChg>
        <pc:grpChg chg="del">
          <ac:chgData name="One Skill" userId="8d49c830ac36a521" providerId="LiveId" clId="{250BA3F6-20AF-224D-A224-3EE43FDC11EA}" dt="2022-11-05T19:24:23.291" v="4711" actId="478"/>
          <ac:grpSpMkLst>
            <pc:docMk/>
            <pc:sldMk cId="1401197732" sldId="266"/>
            <ac:grpSpMk id="96" creationId="{A3B08E49-49D0-4C4D-57B8-0A2C14758C4C}"/>
          </ac:grpSpMkLst>
        </pc:grpChg>
        <pc:grpChg chg="mod">
          <ac:chgData name="One Skill" userId="8d49c830ac36a521" providerId="LiveId" clId="{250BA3F6-20AF-224D-A224-3EE43FDC11EA}" dt="2022-11-05T19:56:00.626" v="5171" actId="165"/>
          <ac:grpSpMkLst>
            <pc:docMk/>
            <pc:sldMk cId="1401197732" sldId="266"/>
            <ac:grpSpMk id="97" creationId="{3370A1B6-6618-6423-FB68-2552CD6052D2}"/>
          </ac:grpSpMkLst>
        </pc:grpChg>
        <pc:grpChg chg="mod">
          <ac:chgData name="One Skill" userId="8d49c830ac36a521" providerId="LiveId" clId="{250BA3F6-20AF-224D-A224-3EE43FDC11EA}" dt="2022-11-05T19:56:00.626" v="5171" actId="165"/>
          <ac:grpSpMkLst>
            <pc:docMk/>
            <pc:sldMk cId="1401197732" sldId="266"/>
            <ac:grpSpMk id="98" creationId="{6DDC5CC9-E6AE-E096-E8DE-8E7ADB27595B}"/>
          </ac:grpSpMkLst>
        </pc:grpChg>
        <pc:grpChg chg="mod">
          <ac:chgData name="One Skill" userId="8d49c830ac36a521" providerId="LiveId" clId="{250BA3F6-20AF-224D-A224-3EE43FDC11EA}" dt="2022-11-05T19:56:00.626" v="5171" actId="165"/>
          <ac:grpSpMkLst>
            <pc:docMk/>
            <pc:sldMk cId="1401197732" sldId="266"/>
            <ac:grpSpMk id="99" creationId="{E2049DEB-375D-5269-4B11-9823E837D74E}"/>
          </ac:grpSpMkLst>
        </pc:grpChg>
        <pc:grpChg chg="add del mod">
          <ac:chgData name="One Skill" userId="8d49c830ac36a521" providerId="LiveId" clId="{250BA3F6-20AF-224D-A224-3EE43FDC11EA}" dt="2022-11-05T19:53:55.872" v="5148" actId="165"/>
          <ac:grpSpMkLst>
            <pc:docMk/>
            <pc:sldMk cId="1401197732" sldId="266"/>
            <ac:grpSpMk id="116" creationId="{8CFD34CF-04CD-6569-AD2F-667BD1E60C11}"/>
          </ac:grpSpMkLst>
        </pc:grpChg>
        <pc:grpChg chg="add del mod">
          <ac:chgData name="One Skill" userId="8d49c830ac36a521" providerId="LiveId" clId="{250BA3F6-20AF-224D-A224-3EE43FDC11EA}" dt="2022-11-05T19:54:17.209" v="5151" actId="165"/>
          <ac:grpSpMkLst>
            <pc:docMk/>
            <pc:sldMk cId="1401197732" sldId="266"/>
            <ac:grpSpMk id="117" creationId="{A7CBA59C-2837-A2A8-882E-6245341189ED}"/>
          </ac:grpSpMkLst>
        </pc:grpChg>
        <pc:grpChg chg="add mod">
          <ac:chgData name="One Skill" userId="8d49c830ac36a521" providerId="LiveId" clId="{250BA3F6-20AF-224D-A224-3EE43FDC11EA}" dt="2022-11-06T08:09:28.252" v="6839" actId="1076"/>
          <ac:grpSpMkLst>
            <pc:docMk/>
            <pc:sldMk cId="1401197732" sldId="266"/>
            <ac:grpSpMk id="122" creationId="{42C0DABC-FBB0-9952-0CE3-7978EF5C91A2}"/>
          </ac:grpSpMkLst>
        </pc:grpChg>
        <pc:grpChg chg="add del mod">
          <ac:chgData name="One Skill" userId="8d49c830ac36a521" providerId="LiveId" clId="{250BA3F6-20AF-224D-A224-3EE43FDC11EA}" dt="2022-11-06T08:09:13.580" v="6836" actId="478"/>
          <ac:grpSpMkLst>
            <pc:docMk/>
            <pc:sldMk cId="1401197732" sldId="266"/>
            <ac:grpSpMk id="127" creationId="{9D7062A8-011E-C62B-904D-D22F91CB831C}"/>
          </ac:grpSpMkLst>
        </pc:grpChg>
        <pc:grpChg chg="mod">
          <ac:chgData name="One Skill" userId="8d49c830ac36a521" providerId="LiveId" clId="{250BA3F6-20AF-224D-A224-3EE43FDC11EA}" dt="2022-11-05T20:25:14.332" v="5442"/>
          <ac:grpSpMkLst>
            <pc:docMk/>
            <pc:sldMk cId="1401197732" sldId="266"/>
            <ac:grpSpMk id="134" creationId="{1EF5040B-4852-71CA-9B8C-A447BD3EAC61}"/>
          </ac:grpSpMkLst>
        </pc:grpChg>
        <pc:grpChg chg="mod">
          <ac:chgData name="One Skill" userId="8d49c830ac36a521" providerId="LiveId" clId="{250BA3F6-20AF-224D-A224-3EE43FDC11EA}" dt="2022-11-05T20:25:14.332" v="5442"/>
          <ac:grpSpMkLst>
            <pc:docMk/>
            <pc:sldMk cId="1401197732" sldId="266"/>
            <ac:grpSpMk id="136" creationId="{F1B52422-FE10-9443-AA08-D3488375F445}"/>
          </ac:grpSpMkLst>
        </pc:grpChg>
        <pc:grpChg chg="mod">
          <ac:chgData name="One Skill" userId="8d49c830ac36a521" providerId="LiveId" clId="{250BA3F6-20AF-224D-A224-3EE43FDC11EA}" dt="2022-11-05T20:25:14.332" v="5442"/>
          <ac:grpSpMkLst>
            <pc:docMk/>
            <pc:sldMk cId="1401197732" sldId="266"/>
            <ac:grpSpMk id="137" creationId="{D0487111-42E6-2359-ACA6-12027C4E24C0}"/>
          </ac:grpSpMkLst>
        </pc:grpChg>
        <pc:grpChg chg="mod">
          <ac:chgData name="One Skill" userId="8d49c830ac36a521" providerId="LiveId" clId="{250BA3F6-20AF-224D-A224-3EE43FDC11EA}" dt="2022-11-05T20:25:14.332" v="5442"/>
          <ac:grpSpMkLst>
            <pc:docMk/>
            <pc:sldMk cId="1401197732" sldId="266"/>
            <ac:grpSpMk id="138" creationId="{EAD70408-2943-62B6-8F23-23172B033FA7}"/>
          </ac:grpSpMkLst>
        </pc:grpChg>
        <pc:grpChg chg="mod">
          <ac:chgData name="One Skill" userId="8d49c830ac36a521" providerId="LiveId" clId="{250BA3F6-20AF-224D-A224-3EE43FDC11EA}" dt="2022-11-05T20:25:14.332" v="5442"/>
          <ac:grpSpMkLst>
            <pc:docMk/>
            <pc:sldMk cId="1401197732" sldId="266"/>
            <ac:grpSpMk id="139" creationId="{E37F46A4-172B-0147-50F0-1148CA6551B5}"/>
          </ac:grpSpMkLst>
        </pc:grpChg>
        <pc:grpChg chg="mod">
          <ac:chgData name="One Skill" userId="8d49c830ac36a521" providerId="LiveId" clId="{250BA3F6-20AF-224D-A224-3EE43FDC11EA}" dt="2022-11-05T20:25:14.332" v="5442"/>
          <ac:grpSpMkLst>
            <pc:docMk/>
            <pc:sldMk cId="1401197732" sldId="266"/>
            <ac:grpSpMk id="140" creationId="{AB4D7368-0587-FFE1-F4CA-7ADD6EF437EC}"/>
          </ac:grpSpMkLst>
        </pc:grpChg>
        <pc:grpChg chg="add del mod">
          <ac:chgData name="One Skill" userId="8d49c830ac36a521" providerId="LiveId" clId="{250BA3F6-20AF-224D-A224-3EE43FDC11EA}" dt="2022-11-06T08:09:13.580" v="6836" actId="478"/>
          <ac:grpSpMkLst>
            <pc:docMk/>
            <pc:sldMk cId="1401197732" sldId="266"/>
            <ac:grpSpMk id="166" creationId="{196686F9-553B-32EF-D266-4ADC8F588AF2}"/>
          </ac:grpSpMkLst>
        </pc:grpChg>
        <pc:grpChg chg="add del mod">
          <ac:chgData name="One Skill" userId="8d49c830ac36a521" providerId="LiveId" clId="{250BA3F6-20AF-224D-A224-3EE43FDC11EA}" dt="2022-11-06T08:09:13.580" v="6836" actId="478"/>
          <ac:grpSpMkLst>
            <pc:docMk/>
            <pc:sldMk cId="1401197732" sldId="266"/>
            <ac:grpSpMk id="170" creationId="{79660CBE-297C-6258-9A6A-FA2B233FBFCB}"/>
          </ac:grpSpMkLst>
        </pc:grpChg>
        <pc:grpChg chg="mod">
          <ac:chgData name="One Skill" userId="8d49c830ac36a521" providerId="LiveId" clId="{250BA3F6-20AF-224D-A224-3EE43FDC11EA}" dt="2022-11-05T20:26:43.786" v="5449"/>
          <ac:grpSpMkLst>
            <pc:docMk/>
            <pc:sldMk cId="1401197732" sldId="266"/>
            <ac:grpSpMk id="171" creationId="{496E6F7F-A9CA-8A58-3C72-2C5BE33FE13A}"/>
          </ac:grpSpMkLst>
        </pc:grpChg>
        <pc:grpChg chg="mod">
          <ac:chgData name="One Skill" userId="8d49c830ac36a521" providerId="LiveId" clId="{250BA3F6-20AF-224D-A224-3EE43FDC11EA}" dt="2022-11-05T20:26:43.786" v="5449"/>
          <ac:grpSpMkLst>
            <pc:docMk/>
            <pc:sldMk cId="1401197732" sldId="266"/>
            <ac:grpSpMk id="172" creationId="{642D9A78-ECB2-C0FB-3BC2-E15A913E7AE7}"/>
          </ac:grpSpMkLst>
        </pc:grpChg>
        <pc:grpChg chg="mod">
          <ac:chgData name="One Skill" userId="8d49c830ac36a521" providerId="LiveId" clId="{250BA3F6-20AF-224D-A224-3EE43FDC11EA}" dt="2022-11-05T20:26:43.786" v="5449"/>
          <ac:grpSpMkLst>
            <pc:docMk/>
            <pc:sldMk cId="1401197732" sldId="266"/>
            <ac:grpSpMk id="173" creationId="{E4EA0BEC-F9B6-54D4-8C60-24E90BF8DEE9}"/>
          </ac:grpSpMkLst>
        </pc:grpChg>
        <pc:grpChg chg="add del mod">
          <ac:chgData name="One Skill" userId="8d49c830ac36a521" providerId="LiveId" clId="{250BA3F6-20AF-224D-A224-3EE43FDC11EA}" dt="2022-11-06T08:09:13.580" v="6836" actId="478"/>
          <ac:grpSpMkLst>
            <pc:docMk/>
            <pc:sldMk cId="1401197732" sldId="266"/>
            <ac:grpSpMk id="188" creationId="{39BCFD8B-7227-7744-3410-65CA1204158F}"/>
          </ac:grpSpMkLst>
        </pc:grpChg>
        <pc:grpChg chg="mod">
          <ac:chgData name="One Skill" userId="8d49c830ac36a521" providerId="LiveId" clId="{250BA3F6-20AF-224D-A224-3EE43FDC11EA}" dt="2022-11-05T20:27:11.330" v="5454"/>
          <ac:grpSpMkLst>
            <pc:docMk/>
            <pc:sldMk cId="1401197732" sldId="266"/>
            <ac:grpSpMk id="191" creationId="{B87A7425-0ABF-AC3E-5472-5F15B1BD06A5}"/>
          </ac:grpSpMkLst>
        </pc:grpChg>
        <pc:graphicFrameChg chg="add del mod">
          <ac:chgData name="One Skill" userId="8d49c830ac36a521" providerId="LiveId" clId="{250BA3F6-20AF-224D-A224-3EE43FDC11EA}" dt="2022-11-06T08:09:13.580" v="6836" actId="478"/>
          <ac:graphicFrameMkLst>
            <pc:docMk/>
            <pc:sldMk cId="1401197732" sldId="266"/>
            <ac:graphicFrameMk id="126" creationId="{DE555BF8-8A6C-F4D3-1EC1-18EACD179B12}"/>
          </ac:graphicFrameMkLst>
        </pc:graphicFrameChg>
        <pc:graphicFrameChg chg="add del mod">
          <ac:chgData name="One Skill" userId="8d49c830ac36a521" providerId="LiveId" clId="{250BA3F6-20AF-224D-A224-3EE43FDC11EA}" dt="2022-11-06T08:09:13.580" v="6836" actId="478"/>
          <ac:graphicFrameMkLst>
            <pc:docMk/>
            <pc:sldMk cId="1401197732" sldId="266"/>
            <ac:graphicFrameMk id="195" creationId="{89940303-9E7C-8D4B-8057-40AC77013D4A}"/>
          </ac:graphicFrameMkLst>
        </pc:graphicFrameChg>
        <pc:picChg chg="mod">
          <ac:chgData name="One Skill" userId="8d49c830ac36a521" providerId="LiveId" clId="{250BA3F6-20AF-224D-A224-3EE43FDC11EA}" dt="2022-11-05T20:25:23.873" v="5445" actId="166"/>
          <ac:picMkLst>
            <pc:docMk/>
            <pc:sldMk cId="1401197732" sldId="266"/>
            <ac:picMk id="3" creationId="{D433BA10-FA5A-6A61-E512-4BCC8A380320}"/>
          </ac:picMkLst>
        </pc:picChg>
        <pc:picChg chg="add mod">
          <ac:chgData name="One Skill" userId="8d49c830ac36a521" providerId="LiveId" clId="{250BA3F6-20AF-224D-A224-3EE43FDC11EA}" dt="2022-11-05T19:22:46.491" v="4694" actId="571"/>
          <ac:picMkLst>
            <pc:docMk/>
            <pc:sldMk cId="1401197732" sldId="266"/>
            <ac:picMk id="6" creationId="{EA639852-743B-96D2-7783-5F7055ADA2B6}"/>
          </ac:picMkLst>
        </pc:picChg>
        <pc:picChg chg="mod modCrop">
          <ac:chgData name="One Skill" userId="8d49c830ac36a521" providerId="LiveId" clId="{250BA3F6-20AF-224D-A224-3EE43FDC11EA}" dt="2022-11-06T08:09:52.684" v="6842" actId="18131"/>
          <ac:picMkLst>
            <pc:docMk/>
            <pc:sldMk cId="1401197732" sldId="266"/>
            <ac:picMk id="65" creationId="{2FC72AA6-A5DD-114D-FD95-8E184F71E803}"/>
          </ac:picMkLst>
        </pc:picChg>
        <pc:picChg chg="mod">
          <ac:chgData name="One Skill" userId="8d49c830ac36a521" providerId="LiveId" clId="{250BA3F6-20AF-224D-A224-3EE43FDC11EA}" dt="2022-11-05T19:56:00.626" v="5171" actId="165"/>
          <ac:picMkLst>
            <pc:docMk/>
            <pc:sldMk cId="1401197732" sldId="266"/>
            <ac:picMk id="106" creationId="{37CA82A6-AC27-50F4-3E68-DCDBD41673B1}"/>
          </ac:picMkLst>
        </pc:picChg>
        <pc:picChg chg="mod">
          <ac:chgData name="One Skill" userId="8d49c830ac36a521" providerId="LiveId" clId="{250BA3F6-20AF-224D-A224-3EE43FDC11EA}" dt="2022-11-05T19:56:00.626" v="5171" actId="165"/>
          <ac:picMkLst>
            <pc:docMk/>
            <pc:sldMk cId="1401197732" sldId="266"/>
            <ac:picMk id="110" creationId="{D87A7259-7A2D-24FA-404F-1AE997EFD82A}"/>
          </ac:picMkLst>
        </pc:picChg>
        <pc:picChg chg="mod">
          <ac:chgData name="One Skill" userId="8d49c830ac36a521" providerId="LiveId" clId="{250BA3F6-20AF-224D-A224-3EE43FDC11EA}" dt="2022-11-05T19:56:00.626" v="5171" actId="165"/>
          <ac:picMkLst>
            <pc:docMk/>
            <pc:sldMk cId="1401197732" sldId="266"/>
            <ac:picMk id="113" creationId="{D88BE7FC-3BFA-0EB7-2C23-EC6F2B98089C}"/>
          </ac:picMkLst>
        </pc:picChg>
        <pc:picChg chg="mod">
          <ac:chgData name="One Skill" userId="8d49c830ac36a521" providerId="LiveId" clId="{250BA3F6-20AF-224D-A224-3EE43FDC11EA}" dt="2022-11-05T20:26:43.786" v="5449"/>
          <ac:picMkLst>
            <pc:docMk/>
            <pc:sldMk cId="1401197732" sldId="266"/>
            <ac:picMk id="180" creationId="{58EB8E27-8F28-0BC4-A2FB-38FA980013BD}"/>
          </ac:picMkLst>
        </pc:picChg>
        <pc:picChg chg="mod">
          <ac:chgData name="One Skill" userId="8d49c830ac36a521" providerId="LiveId" clId="{250BA3F6-20AF-224D-A224-3EE43FDC11EA}" dt="2022-11-05T20:26:43.786" v="5449"/>
          <ac:picMkLst>
            <pc:docMk/>
            <pc:sldMk cId="1401197732" sldId="266"/>
            <ac:picMk id="184" creationId="{FAB7BAA4-FB7D-21B3-9CA9-873E95E90FD6}"/>
          </ac:picMkLst>
        </pc:picChg>
        <pc:picChg chg="mod">
          <ac:chgData name="One Skill" userId="8d49c830ac36a521" providerId="LiveId" clId="{250BA3F6-20AF-224D-A224-3EE43FDC11EA}" dt="2022-11-05T20:26:43.786" v="5449"/>
          <ac:picMkLst>
            <pc:docMk/>
            <pc:sldMk cId="1401197732" sldId="266"/>
            <ac:picMk id="187" creationId="{77008591-1B39-0000-1D5E-E18FFC11A4D1}"/>
          </ac:picMkLst>
        </pc:picChg>
        <pc:cxnChg chg="add del mod">
          <ac:chgData name="One Skill" userId="8d49c830ac36a521" providerId="LiveId" clId="{250BA3F6-20AF-224D-A224-3EE43FDC11EA}" dt="2022-11-05T19:25:08.317" v="4748" actId="478"/>
          <ac:cxnSpMkLst>
            <pc:docMk/>
            <pc:sldMk cId="1401197732" sldId="266"/>
            <ac:cxnSpMk id="4" creationId="{7E4A4ED4-5034-B3F1-5275-F7C814DECE98}"/>
          </ac:cxnSpMkLst>
        </pc:cxnChg>
        <pc:cxnChg chg="add del">
          <ac:chgData name="One Skill" userId="8d49c830ac36a521" providerId="LiveId" clId="{250BA3F6-20AF-224D-A224-3EE43FDC11EA}" dt="2022-11-05T19:37:14.166" v="4879" actId="478"/>
          <ac:cxnSpMkLst>
            <pc:docMk/>
            <pc:sldMk cId="1401197732" sldId="266"/>
            <ac:cxnSpMk id="115" creationId="{775469EF-BBEE-60FA-009F-D7C79495B0EF}"/>
          </ac:cxnSpMkLst>
        </pc:cxnChg>
        <pc:cxnChg chg="add del">
          <ac:chgData name="One Skill" userId="8d49c830ac36a521" providerId="LiveId" clId="{250BA3F6-20AF-224D-A224-3EE43FDC11EA}" dt="2022-11-05T19:55:01.515" v="5161" actId="478"/>
          <ac:cxnSpMkLst>
            <pc:docMk/>
            <pc:sldMk cId="1401197732" sldId="266"/>
            <ac:cxnSpMk id="119" creationId="{FBF961AE-38BC-6AD8-1C37-86D51A2E6F0A}"/>
          </ac:cxnSpMkLst>
        </pc:cxnChg>
        <pc:cxnChg chg="add del">
          <ac:chgData name="One Skill" userId="8d49c830ac36a521" providerId="LiveId" clId="{250BA3F6-20AF-224D-A224-3EE43FDC11EA}" dt="2022-11-05T19:55:32.968" v="5170" actId="478"/>
          <ac:cxnSpMkLst>
            <pc:docMk/>
            <pc:sldMk cId="1401197732" sldId="266"/>
            <ac:cxnSpMk id="121" creationId="{444647DC-25B6-1AC6-93DD-78AB38A4C0B2}"/>
          </ac:cxnSpMkLst>
        </pc:cxnChg>
      </pc:sldChg>
      <pc:sldChg chg="modSp add del mod">
        <pc:chgData name="One Skill" userId="8d49c830ac36a521" providerId="LiveId" clId="{250BA3F6-20AF-224D-A224-3EE43FDC11EA}" dt="2022-11-05T19:19:39.956" v="4663" actId="2696"/>
        <pc:sldMkLst>
          <pc:docMk/>
          <pc:sldMk cId="407283475" sldId="267"/>
        </pc:sldMkLst>
        <pc:spChg chg="mod">
          <ac:chgData name="One Skill" userId="8d49c830ac36a521" providerId="LiveId" clId="{250BA3F6-20AF-224D-A224-3EE43FDC11EA}" dt="2022-11-05T19:16:42.028" v="4611" actId="14100"/>
          <ac:spMkLst>
            <pc:docMk/>
            <pc:sldMk cId="407283475" sldId="267"/>
            <ac:spMk id="45" creationId="{2345E512-0EB8-A39A-6A38-EBF9689711F8}"/>
          </ac:spMkLst>
        </pc:spChg>
        <pc:spChg chg="mod">
          <ac:chgData name="One Skill" userId="8d49c830ac36a521" providerId="LiveId" clId="{250BA3F6-20AF-224D-A224-3EE43FDC11EA}" dt="2022-11-05T19:17:06.006" v="4624" actId="14100"/>
          <ac:spMkLst>
            <pc:docMk/>
            <pc:sldMk cId="407283475" sldId="267"/>
            <ac:spMk id="74" creationId="{42773302-51CB-62E7-B25D-D2D1FFD5F0BB}"/>
          </ac:spMkLst>
        </pc:spChg>
      </pc:sldChg>
      <pc:sldChg chg="add setBg">
        <pc:chgData name="One Skill" userId="8d49c830ac36a521" providerId="LiveId" clId="{250BA3F6-20AF-224D-A224-3EE43FDC11EA}" dt="2022-11-05T19:53:38.182" v="5142"/>
        <pc:sldMkLst>
          <pc:docMk/>
          <pc:sldMk cId="2274765040" sldId="267"/>
        </pc:sldMkLst>
      </pc:sldChg>
      <pc:sldChg chg="addSp delSp modSp add mod">
        <pc:chgData name="One Skill" userId="8d49c830ac36a521" providerId="LiveId" clId="{250BA3F6-20AF-224D-A224-3EE43FDC11EA}" dt="2022-11-05T21:49:50.309" v="6784" actId="164"/>
        <pc:sldMkLst>
          <pc:docMk/>
          <pc:sldMk cId="3263617232" sldId="268"/>
        </pc:sldMkLst>
        <pc:spChg chg="add mod">
          <ac:chgData name="One Skill" userId="8d49c830ac36a521" providerId="LiveId" clId="{250BA3F6-20AF-224D-A224-3EE43FDC11EA}" dt="2022-11-05T20:50:09.599" v="5466" actId="164"/>
          <ac:spMkLst>
            <pc:docMk/>
            <pc:sldMk cId="3263617232" sldId="268"/>
            <ac:spMk id="2" creationId="{F035DCD1-9582-B29C-267C-63282122D6A6}"/>
          </ac:spMkLst>
        </pc:spChg>
        <pc:spChg chg="add mod">
          <ac:chgData name="One Skill" userId="8d49c830ac36a521" providerId="LiveId" clId="{250BA3F6-20AF-224D-A224-3EE43FDC11EA}" dt="2022-11-05T20:50:09.599" v="5466" actId="164"/>
          <ac:spMkLst>
            <pc:docMk/>
            <pc:sldMk cId="3263617232" sldId="268"/>
            <ac:spMk id="3" creationId="{CBA44E56-CB85-91F2-4128-984F0A70D2B1}"/>
          </ac:spMkLst>
        </pc:spChg>
        <pc:spChg chg="add mod">
          <ac:chgData name="One Skill" userId="8d49c830ac36a521" providerId="LiveId" clId="{250BA3F6-20AF-224D-A224-3EE43FDC11EA}" dt="2022-11-05T20:50:09.599" v="5466" actId="164"/>
          <ac:spMkLst>
            <pc:docMk/>
            <pc:sldMk cId="3263617232" sldId="268"/>
            <ac:spMk id="5" creationId="{B9A10F82-AEA1-E41C-7247-4BFDC4A8B62A}"/>
          </ac:spMkLst>
        </pc:spChg>
        <pc:spChg chg="add mod">
          <ac:chgData name="One Skill" userId="8d49c830ac36a521" providerId="LiveId" clId="{250BA3F6-20AF-224D-A224-3EE43FDC11EA}" dt="2022-11-05T20:50:09.599" v="5466" actId="164"/>
          <ac:spMkLst>
            <pc:docMk/>
            <pc:sldMk cId="3263617232" sldId="268"/>
            <ac:spMk id="6" creationId="{66DE08EB-4446-4A03-E66B-6839501C4822}"/>
          </ac:spMkLst>
        </pc:spChg>
        <pc:spChg chg="mod topLvl">
          <ac:chgData name="One Skill" userId="8d49c830ac36a521" providerId="LiveId" clId="{250BA3F6-20AF-224D-A224-3EE43FDC11EA}" dt="2022-11-05T21:05:26.270" v="5585" actId="165"/>
          <ac:spMkLst>
            <pc:docMk/>
            <pc:sldMk cId="3263617232" sldId="268"/>
            <ac:spMk id="9" creationId="{72498BB4-C51B-0794-16E1-B15BDF6623B3}"/>
          </ac:spMkLst>
        </pc:spChg>
        <pc:spChg chg="mod topLvl">
          <ac:chgData name="One Skill" userId="8d49c830ac36a521" providerId="LiveId" clId="{250BA3F6-20AF-224D-A224-3EE43FDC11EA}" dt="2022-11-05T21:33:01.106" v="5771" actId="164"/>
          <ac:spMkLst>
            <pc:docMk/>
            <pc:sldMk cId="3263617232" sldId="268"/>
            <ac:spMk id="10" creationId="{58196A91-F28E-C166-A958-24920AD2385D}"/>
          </ac:spMkLst>
        </pc:spChg>
        <pc:spChg chg="del mod topLvl">
          <ac:chgData name="One Skill" userId="8d49c830ac36a521" providerId="LiveId" clId="{250BA3F6-20AF-224D-A224-3EE43FDC11EA}" dt="2022-11-05T20:52:37.740" v="5513" actId="478"/>
          <ac:spMkLst>
            <pc:docMk/>
            <pc:sldMk cId="3263617232" sldId="268"/>
            <ac:spMk id="11" creationId="{5D390B2E-FA15-867B-64CF-23031AD8185D}"/>
          </ac:spMkLst>
        </pc:spChg>
        <pc:spChg chg="del mod topLvl">
          <ac:chgData name="One Skill" userId="8d49c830ac36a521" providerId="LiveId" clId="{250BA3F6-20AF-224D-A224-3EE43FDC11EA}" dt="2022-11-05T20:52:37.740" v="5513" actId="478"/>
          <ac:spMkLst>
            <pc:docMk/>
            <pc:sldMk cId="3263617232" sldId="268"/>
            <ac:spMk id="12" creationId="{29B0CF1F-54B8-352C-2ABA-4407C0156DA3}"/>
          </ac:spMkLst>
        </pc:spChg>
        <pc:spChg chg="add mod topLvl">
          <ac:chgData name="One Skill" userId="8d49c830ac36a521" providerId="LiveId" clId="{250BA3F6-20AF-224D-A224-3EE43FDC11EA}" dt="2022-11-05T21:33:01.106" v="5771" actId="164"/>
          <ac:spMkLst>
            <pc:docMk/>
            <pc:sldMk cId="3263617232" sldId="268"/>
            <ac:spMk id="13" creationId="{6492ACBE-FFFF-25D7-71F0-C6DFF889A897}"/>
          </ac:spMkLst>
        </pc:spChg>
        <pc:spChg chg="add mod topLvl">
          <ac:chgData name="One Skill" userId="8d49c830ac36a521" providerId="LiveId" clId="{250BA3F6-20AF-224D-A224-3EE43FDC11EA}" dt="2022-11-05T21:33:01.106" v="5771" actId="164"/>
          <ac:spMkLst>
            <pc:docMk/>
            <pc:sldMk cId="3263617232" sldId="268"/>
            <ac:spMk id="14" creationId="{633B96B0-1174-379D-6DAA-CEA8120C5D02}"/>
          </ac:spMkLst>
        </pc:spChg>
        <pc:spChg chg="add del mod">
          <ac:chgData name="One Skill" userId="8d49c830ac36a521" providerId="LiveId" clId="{250BA3F6-20AF-224D-A224-3EE43FDC11EA}" dt="2022-11-05T20:54:52.151" v="5531" actId="478"/>
          <ac:spMkLst>
            <pc:docMk/>
            <pc:sldMk cId="3263617232" sldId="268"/>
            <ac:spMk id="15" creationId="{B7B520FA-084B-4D40-EAB5-26C4B89F50E8}"/>
          </ac:spMkLst>
        </pc:spChg>
        <pc:spChg chg="add del mod">
          <ac:chgData name="One Skill" userId="8d49c830ac36a521" providerId="LiveId" clId="{250BA3F6-20AF-224D-A224-3EE43FDC11EA}" dt="2022-11-05T20:54:50.565" v="5530" actId="478"/>
          <ac:spMkLst>
            <pc:docMk/>
            <pc:sldMk cId="3263617232" sldId="268"/>
            <ac:spMk id="16" creationId="{37966981-FF7C-2E21-B776-8570DA279C38}"/>
          </ac:spMkLst>
        </pc:spChg>
        <pc:spChg chg="add del mod">
          <ac:chgData name="One Skill" userId="8d49c830ac36a521" providerId="LiveId" clId="{250BA3F6-20AF-224D-A224-3EE43FDC11EA}" dt="2022-11-05T20:55:57.108" v="5544" actId="478"/>
          <ac:spMkLst>
            <pc:docMk/>
            <pc:sldMk cId="3263617232" sldId="268"/>
            <ac:spMk id="18" creationId="{98470AA1-DE9A-BC55-A173-15F4A9FEBCE6}"/>
          </ac:spMkLst>
        </pc:spChg>
        <pc:spChg chg="add mod">
          <ac:chgData name="One Skill" userId="8d49c830ac36a521" providerId="LiveId" clId="{250BA3F6-20AF-224D-A224-3EE43FDC11EA}" dt="2022-11-05T21:05:53.552" v="5592" actId="552"/>
          <ac:spMkLst>
            <pc:docMk/>
            <pc:sldMk cId="3263617232" sldId="268"/>
            <ac:spMk id="19" creationId="{9F3134D2-C618-2062-4BF7-18CAC8E546BA}"/>
          </ac:spMkLst>
        </pc:spChg>
        <pc:spChg chg="add del mod">
          <ac:chgData name="One Skill" userId="8d49c830ac36a521" providerId="LiveId" clId="{250BA3F6-20AF-224D-A224-3EE43FDC11EA}" dt="2022-11-05T21:04:32.880" v="5570" actId="478"/>
          <ac:spMkLst>
            <pc:docMk/>
            <pc:sldMk cId="3263617232" sldId="268"/>
            <ac:spMk id="20" creationId="{224BE6EA-5E4B-A420-5B54-C71D26796B42}"/>
          </ac:spMkLst>
        </pc:spChg>
        <pc:spChg chg="add mod">
          <ac:chgData name="One Skill" userId="8d49c830ac36a521" providerId="LiveId" clId="{250BA3F6-20AF-224D-A224-3EE43FDC11EA}" dt="2022-11-05T21:07:33.874" v="5594"/>
          <ac:spMkLst>
            <pc:docMk/>
            <pc:sldMk cId="3263617232" sldId="268"/>
            <ac:spMk id="21" creationId="{68408077-CFD8-30ED-8F21-9C00C6D0143B}"/>
          </ac:spMkLst>
        </pc:spChg>
        <pc:spChg chg="add del mod">
          <ac:chgData name="One Skill" userId="8d49c830ac36a521" providerId="LiveId" clId="{250BA3F6-20AF-224D-A224-3EE43FDC11EA}" dt="2022-11-05T21:33:29.008" v="5781" actId="478"/>
          <ac:spMkLst>
            <pc:docMk/>
            <pc:sldMk cId="3263617232" sldId="268"/>
            <ac:spMk id="48" creationId="{92A4E109-F944-B265-8EB0-718BF8DC9B03}"/>
          </ac:spMkLst>
        </pc:spChg>
        <pc:spChg chg="add del">
          <ac:chgData name="One Skill" userId="8d49c830ac36a521" providerId="LiveId" clId="{250BA3F6-20AF-224D-A224-3EE43FDC11EA}" dt="2022-11-05T20:54:28.785" v="5526" actId="478"/>
          <ac:spMkLst>
            <pc:docMk/>
            <pc:sldMk cId="3263617232" sldId="268"/>
            <ac:spMk id="49" creationId="{3932172C-66E9-58B8-97EF-9F6EFF910C42}"/>
          </ac:spMkLst>
        </pc:spChg>
        <pc:spChg chg="add del mod">
          <ac:chgData name="One Skill" userId="8d49c830ac36a521" providerId="LiveId" clId="{250BA3F6-20AF-224D-A224-3EE43FDC11EA}" dt="2022-11-05T21:32:56.766" v="5770" actId="478"/>
          <ac:spMkLst>
            <pc:docMk/>
            <pc:sldMk cId="3263617232" sldId="268"/>
            <ac:spMk id="50" creationId="{C02C935C-B145-06DC-8AD5-8F8CF22E0715}"/>
          </ac:spMkLst>
        </pc:spChg>
        <pc:spChg chg="add del mod">
          <ac:chgData name="One Skill" userId="8d49c830ac36a521" providerId="LiveId" clId="{250BA3F6-20AF-224D-A224-3EE43FDC11EA}" dt="2022-11-05T21:33:32.484" v="5782" actId="478"/>
          <ac:spMkLst>
            <pc:docMk/>
            <pc:sldMk cId="3263617232" sldId="268"/>
            <ac:spMk id="74" creationId="{859395A2-4A79-CEAB-D94A-015D389E12B3}"/>
          </ac:spMkLst>
        </pc:spChg>
        <pc:spChg chg="del">
          <ac:chgData name="One Skill" userId="8d49c830ac36a521" providerId="LiveId" clId="{250BA3F6-20AF-224D-A224-3EE43FDC11EA}" dt="2022-11-05T20:46:12.577" v="5461" actId="478"/>
          <ac:spMkLst>
            <pc:docMk/>
            <pc:sldMk cId="3263617232" sldId="268"/>
            <ac:spMk id="86" creationId="{28B9C78E-C1E9-87A2-563E-7799BF85FA19}"/>
          </ac:spMkLst>
        </pc:spChg>
        <pc:spChg chg="del">
          <ac:chgData name="One Skill" userId="8d49c830ac36a521" providerId="LiveId" clId="{250BA3F6-20AF-224D-A224-3EE43FDC11EA}" dt="2022-11-05T20:46:12.577" v="5461" actId="478"/>
          <ac:spMkLst>
            <pc:docMk/>
            <pc:sldMk cId="3263617232" sldId="268"/>
            <ac:spMk id="87" creationId="{D452D1D0-C076-2D50-A59F-F5D563BE1FD7}"/>
          </ac:spMkLst>
        </pc:spChg>
        <pc:spChg chg="del">
          <ac:chgData name="One Skill" userId="8d49c830ac36a521" providerId="LiveId" clId="{250BA3F6-20AF-224D-A224-3EE43FDC11EA}" dt="2022-11-05T20:46:12.577" v="5461" actId="478"/>
          <ac:spMkLst>
            <pc:docMk/>
            <pc:sldMk cId="3263617232" sldId="268"/>
            <ac:spMk id="88" creationId="{027ED151-FAB3-0268-A143-E3A07B7F3C38}"/>
          </ac:spMkLst>
        </pc:spChg>
        <pc:spChg chg="add del mod">
          <ac:chgData name="One Skill" userId="8d49c830ac36a521" providerId="LiveId" clId="{250BA3F6-20AF-224D-A224-3EE43FDC11EA}" dt="2022-11-05T21:33:32.484" v="5782" actId="478"/>
          <ac:spMkLst>
            <pc:docMk/>
            <pc:sldMk cId="3263617232" sldId="268"/>
            <ac:spMk id="89" creationId="{8CD33AC9-D39A-8778-7102-D0F1E4E1CFA3}"/>
          </ac:spMkLst>
        </pc:spChg>
        <pc:spChg chg="add del mod">
          <ac:chgData name="One Skill" userId="8d49c830ac36a521" providerId="LiveId" clId="{250BA3F6-20AF-224D-A224-3EE43FDC11EA}" dt="2022-11-05T21:32:56.766" v="5770" actId="478"/>
          <ac:spMkLst>
            <pc:docMk/>
            <pc:sldMk cId="3263617232" sldId="268"/>
            <ac:spMk id="90" creationId="{6EC8E2C1-0934-8F60-3345-73161BC85EBB}"/>
          </ac:spMkLst>
        </pc:spChg>
        <pc:spChg chg="del">
          <ac:chgData name="One Skill" userId="8d49c830ac36a521" providerId="LiveId" clId="{250BA3F6-20AF-224D-A224-3EE43FDC11EA}" dt="2022-11-05T20:49:39.410" v="5463" actId="478"/>
          <ac:spMkLst>
            <pc:docMk/>
            <pc:sldMk cId="3263617232" sldId="268"/>
            <ac:spMk id="98" creationId="{7E467273-46F3-5161-2611-F583CA71C6B4}"/>
          </ac:spMkLst>
        </pc:spChg>
        <pc:spChg chg="del">
          <ac:chgData name="One Skill" userId="8d49c830ac36a521" providerId="LiveId" clId="{250BA3F6-20AF-224D-A224-3EE43FDC11EA}" dt="2022-11-05T20:49:39.410" v="5463" actId="478"/>
          <ac:spMkLst>
            <pc:docMk/>
            <pc:sldMk cId="3263617232" sldId="268"/>
            <ac:spMk id="99" creationId="{5A840281-0063-930D-6268-3282DEAF3EE0}"/>
          </ac:spMkLst>
        </pc:spChg>
        <pc:spChg chg="del">
          <ac:chgData name="One Skill" userId="8d49c830ac36a521" providerId="LiveId" clId="{250BA3F6-20AF-224D-A224-3EE43FDC11EA}" dt="2022-11-05T20:49:39.410" v="5463" actId="478"/>
          <ac:spMkLst>
            <pc:docMk/>
            <pc:sldMk cId="3263617232" sldId="268"/>
            <ac:spMk id="100" creationId="{E4035B76-437A-BDAF-083F-E3C4B237424B}"/>
          </ac:spMkLst>
        </pc:spChg>
        <pc:spChg chg="add del mod">
          <ac:chgData name="One Skill" userId="8d49c830ac36a521" providerId="LiveId" clId="{250BA3F6-20AF-224D-A224-3EE43FDC11EA}" dt="2022-11-05T21:33:29.008" v="5781" actId="478"/>
          <ac:spMkLst>
            <pc:docMk/>
            <pc:sldMk cId="3263617232" sldId="268"/>
            <ac:spMk id="102" creationId="{30903689-E757-645E-C54D-3CD9A5746905}"/>
          </ac:spMkLst>
        </pc:spChg>
        <pc:spChg chg="del">
          <ac:chgData name="One Skill" userId="8d49c830ac36a521" providerId="LiveId" clId="{250BA3F6-20AF-224D-A224-3EE43FDC11EA}" dt="2022-11-05T20:46:15.856" v="5462" actId="478"/>
          <ac:spMkLst>
            <pc:docMk/>
            <pc:sldMk cId="3263617232" sldId="268"/>
            <ac:spMk id="103" creationId="{2AEA614E-EB26-D9DE-77AA-C0437C7B4B1E}"/>
          </ac:spMkLst>
        </pc:spChg>
        <pc:spChg chg="add mod topLvl">
          <ac:chgData name="One Skill" userId="8d49c830ac36a521" providerId="LiveId" clId="{250BA3F6-20AF-224D-A224-3EE43FDC11EA}" dt="2022-11-05T21:49:50.309" v="6784" actId="164"/>
          <ac:spMkLst>
            <pc:docMk/>
            <pc:sldMk cId="3263617232" sldId="268"/>
            <ac:spMk id="138" creationId="{6D39482E-5D9D-9978-3725-81976B374E1C}"/>
          </ac:spMkLst>
        </pc:spChg>
        <pc:spChg chg="add del mod">
          <ac:chgData name="One Skill" userId="8d49c830ac36a521" providerId="LiveId" clId="{250BA3F6-20AF-224D-A224-3EE43FDC11EA}" dt="2022-11-05T21:32:56.766" v="5770" actId="478"/>
          <ac:spMkLst>
            <pc:docMk/>
            <pc:sldMk cId="3263617232" sldId="268"/>
            <ac:spMk id="139" creationId="{AF5F7941-1570-EF0D-0250-36CA5A90D9A0}"/>
          </ac:spMkLst>
        </pc:spChg>
        <pc:spChg chg="del mod topLvl">
          <ac:chgData name="One Skill" userId="8d49c830ac36a521" providerId="LiveId" clId="{250BA3F6-20AF-224D-A224-3EE43FDC11EA}" dt="2022-11-05T21:33:14.504" v="5777" actId="478"/>
          <ac:spMkLst>
            <pc:docMk/>
            <pc:sldMk cId="3263617232" sldId="268"/>
            <ac:spMk id="142" creationId="{A5B151EE-22C8-DA73-4798-A91734B3FE5F}"/>
          </ac:spMkLst>
        </pc:spChg>
        <pc:spChg chg="mod topLvl">
          <ac:chgData name="One Skill" userId="8d49c830ac36a521" providerId="LiveId" clId="{250BA3F6-20AF-224D-A224-3EE43FDC11EA}" dt="2022-11-05T21:49:50.309" v="6784" actId="164"/>
          <ac:spMkLst>
            <pc:docMk/>
            <pc:sldMk cId="3263617232" sldId="268"/>
            <ac:spMk id="143" creationId="{0839A495-3D16-B3A5-6441-0710BD2C9DE9}"/>
          </ac:spMkLst>
        </pc:spChg>
        <pc:spChg chg="mod topLvl">
          <ac:chgData name="One Skill" userId="8d49c830ac36a521" providerId="LiveId" clId="{250BA3F6-20AF-224D-A224-3EE43FDC11EA}" dt="2022-11-05T21:49:50.309" v="6784" actId="164"/>
          <ac:spMkLst>
            <pc:docMk/>
            <pc:sldMk cId="3263617232" sldId="268"/>
            <ac:spMk id="171" creationId="{BD9B4FAF-0A26-3BE8-07E4-EEDA1E3AB83A}"/>
          </ac:spMkLst>
        </pc:spChg>
        <pc:spChg chg="add mod">
          <ac:chgData name="One Skill" userId="8d49c830ac36a521" providerId="LiveId" clId="{250BA3F6-20AF-224D-A224-3EE43FDC11EA}" dt="2022-11-05T21:35:37.949" v="5835" actId="571"/>
          <ac:spMkLst>
            <pc:docMk/>
            <pc:sldMk cId="3263617232" sldId="268"/>
            <ac:spMk id="175" creationId="{A3ED0D99-1345-652E-D4BD-8047387D5AB5}"/>
          </ac:spMkLst>
        </pc:spChg>
        <pc:spChg chg="mod">
          <ac:chgData name="One Skill" userId="8d49c830ac36a521" providerId="LiveId" clId="{250BA3F6-20AF-224D-A224-3EE43FDC11EA}" dt="2022-11-05T21:48:43.839" v="6770" actId="165"/>
          <ac:spMkLst>
            <pc:docMk/>
            <pc:sldMk cId="3263617232" sldId="268"/>
            <ac:spMk id="178" creationId="{1C4F4FEA-171F-0E8B-1E8F-79FEEB240898}"/>
          </ac:spMkLst>
        </pc:spChg>
        <pc:spChg chg="mod">
          <ac:chgData name="One Skill" userId="8d49c830ac36a521" providerId="LiveId" clId="{250BA3F6-20AF-224D-A224-3EE43FDC11EA}" dt="2022-11-05T21:48:43.839" v="6770" actId="165"/>
          <ac:spMkLst>
            <pc:docMk/>
            <pc:sldMk cId="3263617232" sldId="268"/>
            <ac:spMk id="179" creationId="{1724CE18-923E-BD16-5FD8-223D7D698D73}"/>
          </ac:spMkLst>
        </pc:spChg>
        <pc:spChg chg="mod">
          <ac:chgData name="One Skill" userId="8d49c830ac36a521" providerId="LiveId" clId="{250BA3F6-20AF-224D-A224-3EE43FDC11EA}" dt="2022-11-05T21:48:43.839" v="6770" actId="165"/>
          <ac:spMkLst>
            <pc:docMk/>
            <pc:sldMk cId="3263617232" sldId="268"/>
            <ac:spMk id="180" creationId="{13B34797-A4FA-2857-F491-8D2A03711D35}"/>
          </ac:spMkLst>
        </pc:spChg>
        <pc:spChg chg="add del mod">
          <ac:chgData name="One Skill" userId="8d49c830ac36a521" providerId="LiveId" clId="{250BA3F6-20AF-224D-A224-3EE43FDC11EA}" dt="2022-11-05T21:39:07.584" v="5903" actId="478"/>
          <ac:spMkLst>
            <pc:docMk/>
            <pc:sldMk cId="3263617232" sldId="268"/>
            <ac:spMk id="181" creationId="{8F88F1D2-0E06-FDE6-81D4-29981006347B}"/>
          </ac:spMkLst>
        </pc:spChg>
        <pc:spChg chg="add del mod">
          <ac:chgData name="One Skill" userId="8d49c830ac36a521" providerId="LiveId" clId="{250BA3F6-20AF-224D-A224-3EE43FDC11EA}" dt="2022-11-05T21:46:45.611" v="6769" actId="1076"/>
          <ac:spMkLst>
            <pc:docMk/>
            <pc:sldMk cId="3263617232" sldId="268"/>
            <ac:spMk id="182" creationId="{287D98ED-4FBB-26F3-4835-9049BDCD854D}"/>
          </ac:spMkLst>
        </pc:spChg>
        <pc:spChg chg="mod">
          <ac:chgData name="One Skill" userId="8d49c830ac36a521" providerId="LiveId" clId="{250BA3F6-20AF-224D-A224-3EE43FDC11EA}" dt="2022-11-05T21:48:43.839" v="6770" actId="165"/>
          <ac:spMkLst>
            <pc:docMk/>
            <pc:sldMk cId="3263617232" sldId="268"/>
            <ac:spMk id="184" creationId="{331EF5D5-23BA-DACA-8BD1-C4519A22694E}"/>
          </ac:spMkLst>
        </pc:spChg>
        <pc:spChg chg="mod">
          <ac:chgData name="One Skill" userId="8d49c830ac36a521" providerId="LiveId" clId="{250BA3F6-20AF-224D-A224-3EE43FDC11EA}" dt="2022-11-05T21:48:43.839" v="6770" actId="165"/>
          <ac:spMkLst>
            <pc:docMk/>
            <pc:sldMk cId="3263617232" sldId="268"/>
            <ac:spMk id="185" creationId="{80474251-C93B-C176-82F2-D882409F543A}"/>
          </ac:spMkLst>
        </pc:spChg>
        <pc:spChg chg="mod">
          <ac:chgData name="One Skill" userId="8d49c830ac36a521" providerId="LiveId" clId="{250BA3F6-20AF-224D-A224-3EE43FDC11EA}" dt="2022-11-05T21:48:43.839" v="6770" actId="165"/>
          <ac:spMkLst>
            <pc:docMk/>
            <pc:sldMk cId="3263617232" sldId="268"/>
            <ac:spMk id="186" creationId="{E42D9968-5A0F-05FB-B9B8-148057931A4C}"/>
          </ac:spMkLst>
        </pc:spChg>
        <pc:spChg chg="mod">
          <ac:chgData name="One Skill" userId="8d49c830ac36a521" providerId="LiveId" clId="{250BA3F6-20AF-224D-A224-3EE43FDC11EA}" dt="2022-11-05T21:48:43.839" v="6770" actId="165"/>
          <ac:spMkLst>
            <pc:docMk/>
            <pc:sldMk cId="3263617232" sldId="268"/>
            <ac:spMk id="188" creationId="{C7CAB476-7673-0CD2-5DFD-4CA85ACEB8C4}"/>
          </ac:spMkLst>
        </pc:spChg>
        <pc:spChg chg="mod">
          <ac:chgData name="One Skill" userId="8d49c830ac36a521" providerId="LiveId" clId="{250BA3F6-20AF-224D-A224-3EE43FDC11EA}" dt="2022-11-05T21:48:43.839" v="6770" actId="165"/>
          <ac:spMkLst>
            <pc:docMk/>
            <pc:sldMk cId="3263617232" sldId="268"/>
            <ac:spMk id="189" creationId="{26EA58AF-68DF-0518-CC08-C375AB77DDDB}"/>
          </ac:spMkLst>
        </pc:spChg>
        <pc:spChg chg="mod">
          <ac:chgData name="One Skill" userId="8d49c830ac36a521" providerId="LiveId" clId="{250BA3F6-20AF-224D-A224-3EE43FDC11EA}" dt="2022-11-05T21:48:43.839" v="6770" actId="165"/>
          <ac:spMkLst>
            <pc:docMk/>
            <pc:sldMk cId="3263617232" sldId="268"/>
            <ac:spMk id="190" creationId="{79B743CD-1277-3B44-95B5-4AD88181B5A7}"/>
          </ac:spMkLst>
        </pc:spChg>
        <pc:spChg chg="mod">
          <ac:chgData name="One Skill" userId="8d49c830ac36a521" providerId="LiveId" clId="{250BA3F6-20AF-224D-A224-3EE43FDC11EA}" dt="2022-11-05T21:48:43.839" v="6770" actId="165"/>
          <ac:spMkLst>
            <pc:docMk/>
            <pc:sldMk cId="3263617232" sldId="268"/>
            <ac:spMk id="1024" creationId="{089E45E1-D1A9-7C0C-3BC2-8DF37AFCD65D}"/>
          </ac:spMkLst>
        </pc:spChg>
        <pc:spChg chg="mod">
          <ac:chgData name="One Skill" userId="8d49c830ac36a521" providerId="LiveId" clId="{250BA3F6-20AF-224D-A224-3EE43FDC11EA}" dt="2022-11-05T21:48:43.839" v="6770" actId="165"/>
          <ac:spMkLst>
            <pc:docMk/>
            <pc:sldMk cId="3263617232" sldId="268"/>
            <ac:spMk id="1025" creationId="{7D183C85-92F6-01EB-53AB-2D2D240CBEB9}"/>
          </ac:spMkLst>
        </pc:spChg>
        <pc:spChg chg="mod">
          <ac:chgData name="One Skill" userId="8d49c830ac36a521" providerId="LiveId" clId="{250BA3F6-20AF-224D-A224-3EE43FDC11EA}" dt="2022-11-05T21:48:43.839" v="6770" actId="165"/>
          <ac:spMkLst>
            <pc:docMk/>
            <pc:sldMk cId="3263617232" sldId="268"/>
            <ac:spMk id="1027" creationId="{3082BF21-C061-B1DB-7D87-C2FBBDE27F80}"/>
          </ac:spMkLst>
        </pc:spChg>
        <pc:grpChg chg="add del mod">
          <ac:chgData name="One Skill" userId="8d49c830ac36a521" providerId="LiveId" clId="{250BA3F6-20AF-224D-A224-3EE43FDC11EA}" dt="2022-11-05T20:52:20.186" v="5511" actId="478"/>
          <ac:grpSpMkLst>
            <pc:docMk/>
            <pc:sldMk cId="3263617232" sldId="268"/>
            <ac:grpSpMk id="7" creationId="{BAEB230B-CBC7-57E9-E23D-12D79B7B15CB}"/>
          </ac:grpSpMkLst>
        </pc:grpChg>
        <pc:grpChg chg="add del mod">
          <ac:chgData name="One Skill" userId="8d49c830ac36a521" providerId="LiveId" clId="{250BA3F6-20AF-224D-A224-3EE43FDC11EA}" dt="2022-11-05T20:52:34.919" v="5512" actId="165"/>
          <ac:grpSpMkLst>
            <pc:docMk/>
            <pc:sldMk cId="3263617232" sldId="268"/>
            <ac:grpSpMk id="8" creationId="{8B6A0C75-9DEB-914A-A49E-BB62A3217850}"/>
          </ac:grpSpMkLst>
        </pc:grpChg>
        <pc:grpChg chg="add del mod">
          <ac:chgData name="One Skill" userId="8d49c830ac36a521" providerId="LiveId" clId="{250BA3F6-20AF-224D-A224-3EE43FDC11EA}" dt="2022-11-05T21:05:26.270" v="5585" actId="165"/>
          <ac:grpSpMkLst>
            <pc:docMk/>
            <pc:sldMk cId="3263617232" sldId="268"/>
            <ac:grpSpMk id="17" creationId="{EA1424E3-99FD-73ED-04A4-6351D9587A15}"/>
          </ac:grpSpMkLst>
        </pc:grpChg>
        <pc:grpChg chg="del">
          <ac:chgData name="One Skill" userId="8d49c830ac36a521" providerId="LiveId" clId="{250BA3F6-20AF-224D-A224-3EE43FDC11EA}" dt="2022-11-05T20:49:39.410" v="5463" actId="478"/>
          <ac:grpSpMkLst>
            <pc:docMk/>
            <pc:sldMk cId="3263617232" sldId="268"/>
            <ac:grpSpMk id="51" creationId="{4041BC73-1456-AC98-7C06-D29DB46DA9B3}"/>
          </ac:grpSpMkLst>
        </pc:grpChg>
        <pc:grpChg chg="del">
          <ac:chgData name="One Skill" userId="8d49c830ac36a521" providerId="LiveId" clId="{250BA3F6-20AF-224D-A224-3EE43FDC11EA}" dt="2022-11-05T20:46:15.856" v="5462" actId="478"/>
          <ac:grpSpMkLst>
            <pc:docMk/>
            <pc:sldMk cId="3263617232" sldId="268"/>
            <ac:grpSpMk id="97" creationId="{20AC8398-ED54-73F9-4684-E5B0CA74AF22}"/>
          </ac:grpSpMkLst>
        </pc:grpChg>
        <pc:grpChg chg="del">
          <ac:chgData name="One Skill" userId="8d49c830ac36a521" providerId="LiveId" clId="{250BA3F6-20AF-224D-A224-3EE43FDC11EA}" dt="2022-11-05T20:46:15.856" v="5462" actId="478"/>
          <ac:grpSpMkLst>
            <pc:docMk/>
            <pc:sldMk cId="3263617232" sldId="268"/>
            <ac:grpSpMk id="107" creationId="{DF9B84F9-5F91-09A2-4811-1F4D211C3F32}"/>
          </ac:grpSpMkLst>
        </pc:grpChg>
        <pc:grpChg chg="add mod">
          <ac:chgData name="One Skill" userId="8d49c830ac36a521" providerId="LiveId" clId="{250BA3F6-20AF-224D-A224-3EE43FDC11EA}" dt="2022-11-05T21:49:38.457" v="6782" actId="12789"/>
          <ac:grpSpMkLst>
            <pc:docMk/>
            <pc:sldMk cId="3263617232" sldId="268"/>
            <ac:grpSpMk id="140" creationId="{7E308E75-5AD0-78F4-E76F-417F1AB76BC9}"/>
          </ac:grpSpMkLst>
        </pc:grpChg>
        <pc:grpChg chg="add del mod">
          <ac:chgData name="One Skill" userId="8d49c830ac36a521" providerId="LiveId" clId="{250BA3F6-20AF-224D-A224-3EE43FDC11EA}" dt="2022-11-05T21:33:12.380" v="5776" actId="165"/>
          <ac:grpSpMkLst>
            <pc:docMk/>
            <pc:sldMk cId="3263617232" sldId="268"/>
            <ac:grpSpMk id="141" creationId="{D4B4E325-24AD-C179-11FB-A6F7D6FA049A}"/>
          </ac:grpSpMkLst>
        </pc:grpChg>
        <pc:grpChg chg="del">
          <ac:chgData name="One Skill" userId="8d49c830ac36a521" providerId="LiveId" clId="{250BA3F6-20AF-224D-A224-3EE43FDC11EA}" dt="2022-11-05T20:49:39.410" v="5463" actId="478"/>
          <ac:grpSpMkLst>
            <pc:docMk/>
            <pc:sldMk cId="3263617232" sldId="268"/>
            <ac:grpSpMk id="169" creationId="{975044D1-134E-0DD1-751D-B51E496B05AA}"/>
          </ac:grpSpMkLst>
        </pc:grpChg>
        <pc:grpChg chg="del">
          <ac:chgData name="One Skill" userId="8d49c830ac36a521" providerId="LiveId" clId="{250BA3F6-20AF-224D-A224-3EE43FDC11EA}" dt="2022-11-05T20:46:15.856" v="5462" actId="478"/>
          <ac:grpSpMkLst>
            <pc:docMk/>
            <pc:sldMk cId="3263617232" sldId="268"/>
            <ac:grpSpMk id="170" creationId="{BC2BA39D-7364-2739-3BB3-8608A0A8E306}"/>
          </ac:grpSpMkLst>
        </pc:grpChg>
        <pc:grpChg chg="add del mod">
          <ac:chgData name="One Skill" userId="8d49c830ac36a521" providerId="LiveId" clId="{250BA3F6-20AF-224D-A224-3EE43FDC11EA}" dt="2022-11-05T21:36:56.823" v="5883" actId="165"/>
          <ac:grpSpMkLst>
            <pc:docMk/>
            <pc:sldMk cId="3263617232" sldId="268"/>
            <ac:grpSpMk id="174" creationId="{1EAA29F7-4B3A-2BDF-FD75-FE2F8EC96446}"/>
          </ac:grpSpMkLst>
        </pc:grpChg>
        <pc:grpChg chg="add del mod topLvl">
          <ac:chgData name="One Skill" userId="8d49c830ac36a521" providerId="LiveId" clId="{250BA3F6-20AF-224D-A224-3EE43FDC11EA}" dt="2022-11-05T21:49:29.011" v="6779" actId="165"/>
          <ac:grpSpMkLst>
            <pc:docMk/>
            <pc:sldMk cId="3263617232" sldId="268"/>
            <ac:grpSpMk id="176" creationId="{90E0FDE6-0553-DF22-CC2F-F2D1358DD90B}"/>
          </ac:grpSpMkLst>
        </pc:grpChg>
        <pc:grpChg chg="add mod topLvl">
          <ac:chgData name="One Skill" userId="8d49c830ac36a521" providerId="LiveId" clId="{250BA3F6-20AF-224D-A224-3EE43FDC11EA}" dt="2022-11-05T21:48:43.839" v="6770" actId="165"/>
          <ac:grpSpMkLst>
            <pc:docMk/>
            <pc:sldMk cId="3263617232" sldId="268"/>
            <ac:grpSpMk id="177" creationId="{FA79FEF0-4804-D3EE-17B0-14EE45284D82}"/>
          </ac:grpSpMkLst>
        </pc:grpChg>
        <pc:grpChg chg="add mod topLvl">
          <ac:chgData name="One Skill" userId="8d49c830ac36a521" providerId="LiveId" clId="{250BA3F6-20AF-224D-A224-3EE43FDC11EA}" dt="2022-11-05T21:48:43.839" v="6770" actId="165"/>
          <ac:grpSpMkLst>
            <pc:docMk/>
            <pc:sldMk cId="3263617232" sldId="268"/>
            <ac:grpSpMk id="183" creationId="{61A01E81-36C8-7366-EF9E-D4502200369B}"/>
          </ac:grpSpMkLst>
        </pc:grpChg>
        <pc:grpChg chg="add mod topLvl">
          <ac:chgData name="One Skill" userId="8d49c830ac36a521" providerId="LiveId" clId="{250BA3F6-20AF-224D-A224-3EE43FDC11EA}" dt="2022-11-05T21:48:43.839" v="6770" actId="165"/>
          <ac:grpSpMkLst>
            <pc:docMk/>
            <pc:sldMk cId="3263617232" sldId="268"/>
            <ac:grpSpMk id="187" creationId="{7CED5C33-DC05-37EC-542B-2B9D7BB9E47F}"/>
          </ac:grpSpMkLst>
        </pc:grpChg>
        <pc:grpChg chg="add mod topLvl">
          <ac:chgData name="One Skill" userId="8d49c830ac36a521" providerId="LiveId" clId="{250BA3F6-20AF-224D-A224-3EE43FDC11EA}" dt="2022-11-05T21:48:43.839" v="6770" actId="165"/>
          <ac:grpSpMkLst>
            <pc:docMk/>
            <pc:sldMk cId="3263617232" sldId="268"/>
            <ac:grpSpMk id="191" creationId="{A4AA1B86-8C53-67BE-0553-E959B4DDA641}"/>
          </ac:grpSpMkLst>
        </pc:grpChg>
        <pc:grpChg chg="add del mod">
          <ac:chgData name="One Skill" userId="8d49c830ac36a521" providerId="LiveId" clId="{250BA3F6-20AF-224D-A224-3EE43FDC11EA}" dt="2022-11-05T21:48:43.839" v="6770" actId="165"/>
          <ac:grpSpMkLst>
            <pc:docMk/>
            <pc:sldMk cId="3263617232" sldId="268"/>
            <ac:grpSpMk id="1028" creationId="{BDD0C579-0242-9CC1-0663-A507B91B7773}"/>
          </ac:grpSpMkLst>
        </pc:grpChg>
        <pc:grpChg chg="add mod">
          <ac:chgData name="One Skill" userId="8d49c830ac36a521" providerId="LiveId" clId="{250BA3F6-20AF-224D-A224-3EE43FDC11EA}" dt="2022-11-05T21:49:50.309" v="6784" actId="164"/>
          <ac:grpSpMkLst>
            <pc:docMk/>
            <pc:sldMk cId="3263617232" sldId="268"/>
            <ac:grpSpMk id="1033" creationId="{EF32978B-348E-5AA2-D2CC-7F08A849EF61}"/>
          </ac:grpSpMkLst>
        </pc:grpChg>
        <pc:graphicFrameChg chg="add del mod modGraphic">
          <ac:chgData name="One Skill" userId="8d49c830ac36a521" providerId="LiveId" clId="{250BA3F6-20AF-224D-A224-3EE43FDC11EA}" dt="2022-11-05T21:10:40.600" v="5609" actId="478"/>
          <ac:graphicFrameMkLst>
            <pc:docMk/>
            <pc:sldMk cId="3263617232" sldId="268"/>
            <ac:graphicFrameMk id="47" creationId="{78092B6C-8E1D-1AED-5418-E1FB89F1DB6E}"/>
          </ac:graphicFrameMkLst>
        </pc:graphicFrameChg>
        <pc:graphicFrameChg chg="del">
          <ac:chgData name="One Skill" userId="8d49c830ac36a521" providerId="LiveId" clId="{250BA3F6-20AF-224D-A224-3EE43FDC11EA}" dt="2022-11-05T20:49:39.410" v="5463" actId="478"/>
          <ac:graphicFrameMkLst>
            <pc:docMk/>
            <pc:sldMk cId="3263617232" sldId="268"/>
            <ac:graphicFrameMk id="101" creationId="{014614DF-5748-8906-B688-68AA26ADC059}"/>
          </ac:graphicFrameMkLst>
        </pc:graphicFrameChg>
        <pc:picChg chg="del">
          <ac:chgData name="One Skill" userId="8d49c830ac36a521" providerId="LiveId" clId="{250BA3F6-20AF-224D-A224-3EE43FDC11EA}" dt="2022-11-05T20:45:59.852" v="5460" actId="478"/>
          <ac:picMkLst>
            <pc:docMk/>
            <pc:sldMk cId="3263617232" sldId="268"/>
            <ac:picMk id="4" creationId="{CD1166B8-A456-1958-7A8F-E13EF03C8ED8}"/>
          </ac:picMkLst>
        </pc:picChg>
        <pc:picChg chg="add del mod">
          <ac:chgData name="One Skill" userId="8d49c830ac36a521" providerId="LiveId" clId="{250BA3F6-20AF-224D-A224-3EE43FDC11EA}" dt="2022-11-05T21:07:53.282" v="5596" actId="478"/>
          <ac:picMkLst>
            <pc:docMk/>
            <pc:sldMk cId="3263617232" sldId="268"/>
            <ac:picMk id="22" creationId="{34E526CF-3E70-BB8A-B502-1F00E1F0C2C3}"/>
          </ac:picMkLst>
        </pc:picChg>
        <pc:picChg chg="mod">
          <ac:chgData name="One Skill" userId="8d49c830ac36a521" providerId="LiveId" clId="{250BA3F6-20AF-224D-A224-3EE43FDC11EA}" dt="2022-11-05T21:44:47.441" v="6734" actId="1076"/>
          <ac:picMkLst>
            <pc:docMk/>
            <pc:sldMk cId="3263617232" sldId="268"/>
            <ac:picMk id="23" creationId="{98DE717A-0EE5-E69D-D96F-7A8764CF18E1}"/>
          </ac:picMkLst>
        </pc:picChg>
        <pc:picChg chg="add mod">
          <ac:chgData name="One Skill" userId="8d49c830ac36a521" providerId="LiveId" clId="{250BA3F6-20AF-224D-A224-3EE43FDC11EA}" dt="2022-11-05T21:46:45.611" v="6769" actId="1076"/>
          <ac:picMkLst>
            <pc:docMk/>
            <pc:sldMk cId="3263617232" sldId="268"/>
            <ac:picMk id="1026" creationId="{F79C434A-6F11-C343-9E46-CC95673FACE7}"/>
          </ac:picMkLst>
        </pc:picChg>
        <pc:cxnChg chg="add mod topLvl">
          <ac:chgData name="One Skill" userId="8d49c830ac36a521" providerId="LiveId" clId="{250BA3F6-20AF-224D-A224-3EE43FDC11EA}" dt="2022-11-05T21:49:38.457" v="6782" actId="12789"/>
          <ac:cxnSpMkLst>
            <pc:docMk/>
            <pc:sldMk cId="3263617232" sldId="268"/>
            <ac:cxnSpMk id="173" creationId="{1B680004-9AF2-5666-5194-15A0E56208D9}"/>
          </ac:cxnSpMkLst>
        </pc:cxnChg>
        <pc:cxnChg chg="add mod">
          <ac:chgData name="One Skill" userId="8d49c830ac36a521" providerId="LiveId" clId="{250BA3F6-20AF-224D-A224-3EE43FDC11EA}" dt="2022-11-05T21:49:38.457" v="6782" actId="12789"/>
          <ac:cxnSpMkLst>
            <pc:docMk/>
            <pc:sldMk cId="3263617232" sldId="268"/>
            <ac:cxnSpMk id="1029" creationId="{2F9C54C3-B194-0650-C641-66D7A9A4F2D4}"/>
          </ac:cxnSpMkLst>
        </pc:cxnChg>
      </pc:sldChg>
      <pc:sldChg chg="add">
        <pc:chgData name="One Skill" userId="8d49c830ac36a521" providerId="LiveId" clId="{250BA3F6-20AF-224D-A224-3EE43FDC11EA}" dt="2022-11-06T08:08:59.497" v="6835" actId="2890"/>
        <pc:sldMkLst>
          <pc:docMk/>
          <pc:sldMk cId="465754684" sldId="269"/>
        </pc:sldMkLst>
      </pc:sldChg>
      <pc:sldChg chg="addSp delSp modSp mod ord">
        <pc:chgData name="One Skill" userId="8d49c830ac36a521" providerId="LiveId" clId="{250BA3F6-20AF-224D-A224-3EE43FDC11EA}" dt="2022-11-06T23:49:45.349" v="6974" actId="1076"/>
        <pc:sldMkLst>
          <pc:docMk/>
          <pc:sldMk cId="3039565230" sldId="270"/>
        </pc:sldMkLst>
        <pc:spChg chg="add del mod">
          <ac:chgData name="One Skill" userId="8d49c830ac36a521" providerId="LiveId" clId="{250BA3F6-20AF-224D-A224-3EE43FDC11EA}" dt="2022-11-06T23:44:00.891" v="6882" actId="478"/>
          <ac:spMkLst>
            <pc:docMk/>
            <pc:sldMk cId="3039565230" sldId="270"/>
            <ac:spMk id="2" creationId="{A1564477-B3F9-963B-6D90-4DFCE8959377}"/>
          </ac:spMkLst>
        </pc:spChg>
        <pc:spChg chg="del">
          <ac:chgData name="One Skill" userId="8d49c830ac36a521" providerId="LiveId" clId="{250BA3F6-20AF-224D-A224-3EE43FDC11EA}" dt="2022-11-06T23:48:55.948" v="6966" actId="478"/>
          <ac:spMkLst>
            <pc:docMk/>
            <pc:sldMk cId="3039565230" sldId="270"/>
            <ac:spMk id="5" creationId="{2EFC8FFB-EEDC-A189-D53D-4791A3E2ED13}"/>
          </ac:spMkLst>
        </pc:spChg>
        <pc:spChg chg="del">
          <ac:chgData name="One Skill" userId="8d49c830ac36a521" providerId="LiveId" clId="{250BA3F6-20AF-224D-A224-3EE43FDC11EA}" dt="2022-11-06T23:45:12.228" v="6935" actId="478"/>
          <ac:spMkLst>
            <pc:docMk/>
            <pc:sldMk cId="3039565230" sldId="270"/>
            <ac:spMk id="6" creationId="{C5C9E6F0-8DB2-B131-3300-1489EE8F5B42}"/>
          </ac:spMkLst>
        </pc:spChg>
        <pc:spChg chg="mod">
          <ac:chgData name="One Skill" userId="8d49c830ac36a521" providerId="LiveId" clId="{250BA3F6-20AF-224D-A224-3EE43FDC11EA}" dt="2022-11-06T23:45:02.253" v="6933" actId="1076"/>
          <ac:spMkLst>
            <pc:docMk/>
            <pc:sldMk cId="3039565230" sldId="270"/>
            <ac:spMk id="7" creationId="{929FC923-B6EA-906B-D022-3CF7980D6896}"/>
          </ac:spMkLst>
        </pc:spChg>
        <pc:spChg chg="del">
          <ac:chgData name="One Skill" userId="8d49c830ac36a521" providerId="LiveId" clId="{250BA3F6-20AF-224D-A224-3EE43FDC11EA}" dt="2022-11-06T23:45:15.179" v="6936" actId="478"/>
          <ac:spMkLst>
            <pc:docMk/>
            <pc:sldMk cId="3039565230" sldId="270"/>
            <ac:spMk id="8" creationId="{8114DFE4-B6C1-DAD6-06D8-729F5C1458F4}"/>
          </ac:spMkLst>
        </pc:spChg>
        <pc:spChg chg="mod">
          <ac:chgData name="One Skill" userId="8d49c830ac36a521" providerId="LiveId" clId="{250BA3F6-20AF-224D-A224-3EE43FDC11EA}" dt="2022-11-06T23:44:47.021" v="6930" actId="571"/>
          <ac:spMkLst>
            <pc:docMk/>
            <pc:sldMk cId="3039565230" sldId="270"/>
            <ac:spMk id="10" creationId="{C028DAED-1E35-F9E8-1E97-16A8E9014F0F}"/>
          </ac:spMkLst>
        </pc:spChg>
        <pc:spChg chg="mod">
          <ac:chgData name="One Skill" userId="8d49c830ac36a521" providerId="LiveId" clId="{250BA3F6-20AF-224D-A224-3EE43FDC11EA}" dt="2022-11-06T23:44:47.021" v="6930" actId="571"/>
          <ac:spMkLst>
            <pc:docMk/>
            <pc:sldMk cId="3039565230" sldId="270"/>
            <ac:spMk id="11" creationId="{E74C4AE5-6A80-7BB3-B0D2-274ED1169BFC}"/>
          </ac:spMkLst>
        </pc:spChg>
        <pc:spChg chg="mod">
          <ac:chgData name="One Skill" userId="8d49c830ac36a521" providerId="LiveId" clId="{250BA3F6-20AF-224D-A224-3EE43FDC11EA}" dt="2022-11-06T23:44:47.021" v="6930" actId="571"/>
          <ac:spMkLst>
            <pc:docMk/>
            <pc:sldMk cId="3039565230" sldId="270"/>
            <ac:spMk id="12" creationId="{0B2E5226-0CBB-E398-4D12-EC7FBC78A759}"/>
          </ac:spMkLst>
        </pc:spChg>
        <pc:spChg chg="mod">
          <ac:chgData name="One Skill" userId="8d49c830ac36a521" providerId="LiveId" clId="{250BA3F6-20AF-224D-A224-3EE43FDC11EA}" dt="2022-11-06T23:44:47.021" v="6930" actId="571"/>
          <ac:spMkLst>
            <pc:docMk/>
            <pc:sldMk cId="3039565230" sldId="270"/>
            <ac:spMk id="53" creationId="{8AEA89BC-DC33-617E-56F2-3F3CA478BC0C}"/>
          </ac:spMkLst>
        </pc:spChg>
        <pc:spChg chg="mod">
          <ac:chgData name="One Skill" userId="8d49c830ac36a521" providerId="LiveId" clId="{250BA3F6-20AF-224D-A224-3EE43FDC11EA}" dt="2022-11-06T23:44:47.021" v="6930" actId="571"/>
          <ac:spMkLst>
            <pc:docMk/>
            <pc:sldMk cId="3039565230" sldId="270"/>
            <ac:spMk id="54" creationId="{92D2C8BB-863B-3A9F-D79E-D689DFE91622}"/>
          </ac:spMkLst>
        </pc:spChg>
        <pc:spChg chg="mod">
          <ac:chgData name="One Skill" userId="8d49c830ac36a521" providerId="LiveId" clId="{250BA3F6-20AF-224D-A224-3EE43FDC11EA}" dt="2022-11-06T23:44:47.021" v="6930" actId="571"/>
          <ac:spMkLst>
            <pc:docMk/>
            <pc:sldMk cId="3039565230" sldId="270"/>
            <ac:spMk id="55" creationId="{151A3B8F-46B3-63D5-3B65-04E5B1E66C53}"/>
          </ac:spMkLst>
        </pc:spChg>
        <pc:spChg chg="mod">
          <ac:chgData name="One Skill" userId="8d49c830ac36a521" providerId="LiveId" clId="{250BA3F6-20AF-224D-A224-3EE43FDC11EA}" dt="2022-11-06T23:44:47.021" v="6930" actId="571"/>
          <ac:spMkLst>
            <pc:docMk/>
            <pc:sldMk cId="3039565230" sldId="270"/>
            <ac:spMk id="56" creationId="{D1B0A475-FAE6-89BF-C2AD-D310C232E626}"/>
          </ac:spMkLst>
        </pc:spChg>
        <pc:spChg chg="mod">
          <ac:chgData name="One Skill" userId="8d49c830ac36a521" providerId="LiveId" clId="{250BA3F6-20AF-224D-A224-3EE43FDC11EA}" dt="2022-11-06T23:44:47.021" v="6930" actId="571"/>
          <ac:spMkLst>
            <pc:docMk/>
            <pc:sldMk cId="3039565230" sldId="270"/>
            <ac:spMk id="57" creationId="{79D13FD1-5EA1-68DD-08A9-6FDCF41CB42F}"/>
          </ac:spMkLst>
        </pc:spChg>
        <pc:spChg chg="mod">
          <ac:chgData name="One Skill" userId="8d49c830ac36a521" providerId="LiveId" clId="{250BA3F6-20AF-224D-A224-3EE43FDC11EA}" dt="2022-11-06T23:44:47.021" v="6930" actId="571"/>
          <ac:spMkLst>
            <pc:docMk/>
            <pc:sldMk cId="3039565230" sldId="270"/>
            <ac:spMk id="58" creationId="{F84EF433-B141-0A51-6EF3-39DACA0297B6}"/>
          </ac:spMkLst>
        </pc:spChg>
        <pc:spChg chg="mod">
          <ac:chgData name="One Skill" userId="8d49c830ac36a521" providerId="LiveId" clId="{250BA3F6-20AF-224D-A224-3EE43FDC11EA}" dt="2022-11-06T23:44:47.021" v="6930" actId="571"/>
          <ac:spMkLst>
            <pc:docMk/>
            <pc:sldMk cId="3039565230" sldId="270"/>
            <ac:spMk id="60" creationId="{D347A90E-F572-C4CB-8951-E22F1761002A}"/>
          </ac:spMkLst>
        </pc:spChg>
        <pc:spChg chg="mod">
          <ac:chgData name="One Skill" userId="8d49c830ac36a521" providerId="LiveId" clId="{250BA3F6-20AF-224D-A224-3EE43FDC11EA}" dt="2022-11-06T23:44:47.021" v="6930" actId="571"/>
          <ac:spMkLst>
            <pc:docMk/>
            <pc:sldMk cId="3039565230" sldId="270"/>
            <ac:spMk id="61" creationId="{468F9BE2-F527-676F-3A23-E693223064C3}"/>
          </ac:spMkLst>
        </pc:spChg>
        <pc:spChg chg="mod">
          <ac:chgData name="One Skill" userId="8d49c830ac36a521" providerId="LiveId" clId="{250BA3F6-20AF-224D-A224-3EE43FDC11EA}" dt="2022-11-06T23:44:47.021" v="6930" actId="571"/>
          <ac:spMkLst>
            <pc:docMk/>
            <pc:sldMk cId="3039565230" sldId="270"/>
            <ac:spMk id="62" creationId="{EF37BAE3-AF80-3AA8-F5E6-DA5FF846C853}"/>
          </ac:spMkLst>
        </pc:spChg>
        <pc:spChg chg="mod">
          <ac:chgData name="One Skill" userId="8d49c830ac36a521" providerId="LiveId" clId="{250BA3F6-20AF-224D-A224-3EE43FDC11EA}" dt="2022-11-06T23:44:47.021" v="6930" actId="571"/>
          <ac:spMkLst>
            <pc:docMk/>
            <pc:sldMk cId="3039565230" sldId="270"/>
            <ac:spMk id="64" creationId="{202BE5CE-208A-62E1-E643-BE5895BCDF83}"/>
          </ac:spMkLst>
        </pc:spChg>
        <pc:spChg chg="mod">
          <ac:chgData name="One Skill" userId="8d49c830ac36a521" providerId="LiveId" clId="{250BA3F6-20AF-224D-A224-3EE43FDC11EA}" dt="2022-11-06T23:44:47.021" v="6930" actId="571"/>
          <ac:spMkLst>
            <pc:docMk/>
            <pc:sldMk cId="3039565230" sldId="270"/>
            <ac:spMk id="65" creationId="{CDB74850-02B7-0D55-7943-76AFCCF9D33A}"/>
          </ac:spMkLst>
        </pc:spChg>
        <pc:spChg chg="mod">
          <ac:chgData name="One Skill" userId="8d49c830ac36a521" providerId="LiveId" clId="{250BA3F6-20AF-224D-A224-3EE43FDC11EA}" dt="2022-11-06T23:46:13.136" v="6945"/>
          <ac:spMkLst>
            <pc:docMk/>
            <pc:sldMk cId="3039565230" sldId="270"/>
            <ac:spMk id="68" creationId="{F47CDB53-03C1-73D1-A218-3E838389FE30}"/>
          </ac:spMkLst>
        </pc:spChg>
        <pc:spChg chg="mod">
          <ac:chgData name="One Skill" userId="8d49c830ac36a521" providerId="LiveId" clId="{250BA3F6-20AF-224D-A224-3EE43FDC11EA}" dt="2022-11-06T23:46:13.136" v="6945"/>
          <ac:spMkLst>
            <pc:docMk/>
            <pc:sldMk cId="3039565230" sldId="270"/>
            <ac:spMk id="69" creationId="{858F7DF9-0202-4EF1-A47A-6464B945647D}"/>
          </ac:spMkLst>
        </pc:spChg>
        <pc:spChg chg="mod">
          <ac:chgData name="One Skill" userId="8d49c830ac36a521" providerId="LiveId" clId="{250BA3F6-20AF-224D-A224-3EE43FDC11EA}" dt="2022-11-06T23:46:13.136" v="6945"/>
          <ac:spMkLst>
            <pc:docMk/>
            <pc:sldMk cId="3039565230" sldId="270"/>
            <ac:spMk id="70" creationId="{4F27E372-0347-82BE-30E5-149C5E3980D6}"/>
          </ac:spMkLst>
        </pc:spChg>
        <pc:spChg chg="mod">
          <ac:chgData name="One Skill" userId="8d49c830ac36a521" providerId="LiveId" clId="{250BA3F6-20AF-224D-A224-3EE43FDC11EA}" dt="2022-11-06T23:46:13.136" v="6945"/>
          <ac:spMkLst>
            <pc:docMk/>
            <pc:sldMk cId="3039565230" sldId="270"/>
            <ac:spMk id="71" creationId="{1670A2D7-5534-F296-EA15-7A59C06A5A59}"/>
          </ac:spMkLst>
        </pc:spChg>
        <pc:spChg chg="mod">
          <ac:chgData name="One Skill" userId="8d49c830ac36a521" providerId="LiveId" clId="{250BA3F6-20AF-224D-A224-3EE43FDC11EA}" dt="2022-11-06T23:46:13.136" v="6945"/>
          <ac:spMkLst>
            <pc:docMk/>
            <pc:sldMk cId="3039565230" sldId="270"/>
            <ac:spMk id="72" creationId="{80E3FD02-6CAC-EF5A-F618-AE423EC1C232}"/>
          </ac:spMkLst>
        </pc:spChg>
        <pc:spChg chg="mod">
          <ac:chgData name="One Skill" userId="8d49c830ac36a521" providerId="LiveId" clId="{250BA3F6-20AF-224D-A224-3EE43FDC11EA}" dt="2022-11-06T23:46:13.136" v="6945"/>
          <ac:spMkLst>
            <pc:docMk/>
            <pc:sldMk cId="3039565230" sldId="270"/>
            <ac:spMk id="73" creationId="{B37E9006-F408-8D54-6F35-89142D3CDAB8}"/>
          </ac:spMkLst>
        </pc:spChg>
        <pc:spChg chg="mod">
          <ac:chgData name="One Skill" userId="8d49c830ac36a521" providerId="LiveId" clId="{250BA3F6-20AF-224D-A224-3EE43FDC11EA}" dt="2022-11-06T23:46:13.136" v="6945"/>
          <ac:spMkLst>
            <pc:docMk/>
            <pc:sldMk cId="3039565230" sldId="270"/>
            <ac:spMk id="75" creationId="{1266B38D-469E-681F-63DC-1C7409B2A929}"/>
          </ac:spMkLst>
        </pc:spChg>
        <pc:spChg chg="mod">
          <ac:chgData name="One Skill" userId="8d49c830ac36a521" providerId="LiveId" clId="{250BA3F6-20AF-224D-A224-3EE43FDC11EA}" dt="2022-11-06T23:46:13.136" v="6945"/>
          <ac:spMkLst>
            <pc:docMk/>
            <pc:sldMk cId="3039565230" sldId="270"/>
            <ac:spMk id="81" creationId="{BD333067-E2CE-2454-8824-0A8BB769B4A1}"/>
          </ac:spMkLst>
        </pc:spChg>
        <pc:spChg chg="mod">
          <ac:chgData name="One Skill" userId="8d49c830ac36a521" providerId="LiveId" clId="{250BA3F6-20AF-224D-A224-3EE43FDC11EA}" dt="2022-11-06T23:46:13.136" v="6945"/>
          <ac:spMkLst>
            <pc:docMk/>
            <pc:sldMk cId="3039565230" sldId="270"/>
            <ac:spMk id="82" creationId="{22E927DA-8206-6D65-50FF-677FFF803772}"/>
          </ac:spMkLst>
        </pc:spChg>
        <pc:spChg chg="mod">
          <ac:chgData name="One Skill" userId="8d49c830ac36a521" providerId="LiveId" clId="{250BA3F6-20AF-224D-A224-3EE43FDC11EA}" dt="2022-11-06T23:46:13.136" v="6945"/>
          <ac:spMkLst>
            <pc:docMk/>
            <pc:sldMk cId="3039565230" sldId="270"/>
            <ac:spMk id="83" creationId="{04806048-CAEC-DB38-6B6A-8D70549A9DB9}"/>
          </ac:spMkLst>
        </pc:spChg>
        <pc:spChg chg="mod">
          <ac:chgData name="One Skill" userId="8d49c830ac36a521" providerId="LiveId" clId="{250BA3F6-20AF-224D-A224-3EE43FDC11EA}" dt="2022-11-06T23:46:13.136" v="6945"/>
          <ac:spMkLst>
            <pc:docMk/>
            <pc:sldMk cId="3039565230" sldId="270"/>
            <ac:spMk id="84" creationId="{5F2A536C-DDAF-D631-AE61-01F221C306E1}"/>
          </ac:spMkLst>
        </pc:spChg>
        <pc:spChg chg="mod">
          <ac:chgData name="One Skill" userId="8d49c830ac36a521" providerId="LiveId" clId="{250BA3F6-20AF-224D-A224-3EE43FDC11EA}" dt="2022-11-06T23:46:13.136" v="6945"/>
          <ac:spMkLst>
            <pc:docMk/>
            <pc:sldMk cId="3039565230" sldId="270"/>
            <ac:spMk id="85" creationId="{14BB34B6-3684-D949-ECEA-7D9B4BD8C068}"/>
          </ac:spMkLst>
        </pc:spChg>
        <pc:spChg chg="mod">
          <ac:chgData name="One Skill" userId="8d49c830ac36a521" providerId="LiveId" clId="{250BA3F6-20AF-224D-A224-3EE43FDC11EA}" dt="2022-11-06T23:46:13.136" v="6945"/>
          <ac:spMkLst>
            <pc:docMk/>
            <pc:sldMk cId="3039565230" sldId="270"/>
            <ac:spMk id="86" creationId="{6336623A-D909-E8F2-5820-25D043801DE4}"/>
          </ac:spMkLst>
        </pc:spChg>
        <pc:spChg chg="mod">
          <ac:chgData name="One Skill" userId="8d49c830ac36a521" providerId="LiveId" clId="{250BA3F6-20AF-224D-A224-3EE43FDC11EA}" dt="2022-11-06T23:46:13.136" v="6945"/>
          <ac:spMkLst>
            <pc:docMk/>
            <pc:sldMk cId="3039565230" sldId="270"/>
            <ac:spMk id="87" creationId="{56082CA8-FD54-1684-0946-4A0C38B8B85A}"/>
          </ac:spMkLst>
        </pc:spChg>
        <pc:spChg chg="mod">
          <ac:chgData name="One Skill" userId="8d49c830ac36a521" providerId="LiveId" clId="{250BA3F6-20AF-224D-A224-3EE43FDC11EA}" dt="2022-11-06T23:46:13.136" v="6945"/>
          <ac:spMkLst>
            <pc:docMk/>
            <pc:sldMk cId="3039565230" sldId="270"/>
            <ac:spMk id="88" creationId="{9F9AE464-87DF-D8F7-20C3-ED33E8505809}"/>
          </ac:spMkLst>
        </pc:spChg>
        <pc:spChg chg="mod">
          <ac:chgData name="One Skill" userId="8d49c830ac36a521" providerId="LiveId" clId="{250BA3F6-20AF-224D-A224-3EE43FDC11EA}" dt="2022-11-06T23:46:13.136" v="6945"/>
          <ac:spMkLst>
            <pc:docMk/>
            <pc:sldMk cId="3039565230" sldId="270"/>
            <ac:spMk id="89" creationId="{A1A47E35-0442-2DBB-BE91-CC1D89358B37}"/>
          </ac:spMkLst>
        </pc:spChg>
        <pc:spChg chg="mod">
          <ac:chgData name="One Skill" userId="8d49c830ac36a521" providerId="LiveId" clId="{250BA3F6-20AF-224D-A224-3EE43FDC11EA}" dt="2022-11-06T23:46:13.136" v="6945"/>
          <ac:spMkLst>
            <pc:docMk/>
            <pc:sldMk cId="3039565230" sldId="270"/>
            <ac:spMk id="90" creationId="{4DA8BA85-35F8-EC69-249F-75218E1D422A}"/>
          </ac:spMkLst>
        </pc:spChg>
        <pc:spChg chg="mod">
          <ac:chgData name="One Skill" userId="8d49c830ac36a521" providerId="LiveId" clId="{250BA3F6-20AF-224D-A224-3EE43FDC11EA}" dt="2022-11-06T23:46:13.136" v="6945"/>
          <ac:spMkLst>
            <pc:docMk/>
            <pc:sldMk cId="3039565230" sldId="270"/>
            <ac:spMk id="91" creationId="{5260CF54-2DB8-A15C-19CF-B8EC553B725A}"/>
          </ac:spMkLst>
        </pc:spChg>
        <pc:spChg chg="mod">
          <ac:chgData name="One Skill" userId="8d49c830ac36a521" providerId="LiveId" clId="{250BA3F6-20AF-224D-A224-3EE43FDC11EA}" dt="2022-11-06T23:46:13.136" v="6945"/>
          <ac:spMkLst>
            <pc:docMk/>
            <pc:sldMk cId="3039565230" sldId="270"/>
            <ac:spMk id="92" creationId="{69E7CA99-19F9-738D-453A-CCB557A0167C}"/>
          </ac:spMkLst>
        </pc:spChg>
        <pc:spChg chg="mod">
          <ac:chgData name="One Skill" userId="8d49c830ac36a521" providerId="LiveId" clId="{250BA3F6-20AF-224D-A224-3EE43FDC11EA}" dt="2022-11-06T23:46:13.136" v="6945"/>
          <ac:spMkLst>
            <pc:docMk/>
            <pc:sldMk cId="3039565230" sldId="270"/>
            <ac:spMk id="93" creationId="{A305D307-DD18-4E69-D569-8713E02C8E59}"/>
          </ac:spMkLst>
        </pc:spChg>
        <pc:spChg chg="mod">
          <ac:chgData name="One Skill" userId="8d49c830ac36a521" providerId="LiveId" clId="{250BA3F6-20AF-224D-A224-3EE43FDC11EA}" dt="2022-11-06T23:46:13.136" v="6945"/>
          <ac:spMkLst>
            <pc:docMk/>
            <pc:sldMk cId="3039565230" sldId="270"/>
            <ac:spMk id="94" creationId="{E0B34376-6178-B87C-A35D-AD1993FE3836}"/>
          </ac:spMkLst>
        </pc:spChg>
        <pc:spChg chg="mod">
          <ac:chgData name="One Skill" userId="8d49c830ac36a521" providerId="LiveId" clId="{250BA3F6-20AF-224D-A224-3EE43FDC11EA}" dt="2022-11-06T23:46:13.136" v="6945"/>
          <ac:spMkLst>
            <pc:docMk/>
            <pc:sldMk cId="3039565230" sldId="270"/>
            <ac:spMk id="95" creationId="{42B81003-BDD7-0D39-8161-3148D1CD3EB3}"/>
          </ac:spMkLst>
        </pc:spChg>
        <pc:spChg chg="mod">
          <ac:chgData name="One Skill" userId="8d49c830ac36a521" providerId="LiveId" clId="{250BA3F6-20AF-224D-A224-3EE43FDC11EA}" dt="2022-11-06T23:46:13.136" v="6945"/>
          <ac:spMkLst>
            <pc:docMk/>
            <pc:sldMk cId="3039565230" sldId="270"/>
            <ac:spMk id="96" creationId="{BDEC158C-4262-44C7-9748-C9EC3F92D0AA}"/>
          </ac:spMkLst>
        </pc:spChg>
        <pc:spChg chg="mod">
          <ac:chgData name="One Skill" userId="8d49c830ac36a521" providerId="LiveId" clId="{250BA3F6-20AF-224D-A224-3EE43FDC11EA}" dt="2022-11-06T23:46:13.136" v="6945"/>
          <ac:spMkLst>
            <pc:docMk/>
            <pc:sldMk cId="3039565230" sldId="270"/>
            <ac:spMk id="97" creationId="{E6ED2AD1-F519-232F-CD34-0E6A9356EB86}"/>
          </ac:spMkLst>
        </pc:spChg>
        <pc:spChg chg="mod">
          <ac:chgData name="One Skill" userId="8d49c830ac36a521" providerId="LiveId" clId="{250BA3F6-20AF-224D-A224-3EE43FDC11EA}" dt="2022-11-06T23:46:13.136" v="6945"/>
          <ac:spMkLst>
            <pc:docMk/>
            <pc:sldMk cId="3039565230" sldId="270"/>
            <ac:spMk id="98" creationId="{8C6F0FFF-922B-5121-38FD-CA80DAEC8950}"/>
          </ac:spMkLst>
        </pc:spChg>
        <pc:spChg chg="mod">
          <ac:chgData name="One Skill" userId="8d49c830ac36a521" providerId="LiveId" clId="{250BA3F6-20AF-224D-A224-3EE43FDC11EA}" dt="2022-11-06T23:46:13.136" v="6945"/>
          <ac:spMkLst>
            <pc:docMk/>
            <pc:sldMk cId="3039565230" sldId="270"/>
            <ac:spMk id="99" creationId="{74DCAEC6-287B-8534-95A6-2941F6599100}"/>
          </ac:spMkLst>
        </pc:spChg>
        <pc:spChg chg="mod">
          <ac:chgData name="One Skill" userId="8d49c830ac36a521" providerId="LiveId" clId="{250BA3F6-20AF-224D-A224-3EE43FDC11EA}" dt="2022-11-06T23:46:13.136" v="6945"/>
          <ac:spMkLst>
            <pc:docMk/>
            <pc:sldMk cId="3039565230" sldId="270"/>
            <ac:spMk id="100" creationId="{474D855D-53F0-B40D-A308-E57ADACA3BFF}"/>
          </ac:spMkLst>
        </pc:spChg>
        <pc:spChg chg="mod">
          <ac:chgData name="One Skill" userId="8d49c830ac36a521" providerId="LiveId" clId="{250BA3F6-20AF-224D-A224-3EE43FDC11EA}" dt="2022-11-06T23:46:13.136" v="6945"/>
          <ac:spMkLst>
            <pc:docMk/>
            <pc:sldMk cId="3039565230" sldId="270"/>
            <ac:spMk id="101" creationId="{8E0DA7F5-537D-940D-1A4C-E544D2272136}"/>
          </ac:spMkLst>
        </pc:spChg>
        <pc:spChg chg="mod">
          <ac:chgData name="One Skill" userId="8d49c830ac36a521" providerId="LiveId" clId="{250BA3F6-20AF-224D-A224-3EE43FDC11EA}" dt="2022-11-06T23:46:13.136" v="6945"/>
          <ac:spMkLst>
            <pc:docMk/>
            <pc:sldMk cId="3039565230" sldId="270"/>
            <ac:spMk id="102" creationId="{1F5DCA9F-D539-C793-1381-952C14146C5E}"/>
          </ac:spMkLst>
        </pc:spChg>
        <pc:spChg chg="mod">
          <ac:chgData name="One Skill" userId="8d49c830ac36a521" providerId="LiveId" clId="{250BA3F6-20AF-224D-A224-3EE43FDC11EA}" dt="2022-11-06T23:46:13.136" v="6945"/>
          <ac:spMkLst>
            <pc:docMk/>
            <pc:sldMk cId="3039565230" sldId="270"/>
            <ac:spMk id="103" creationId="{64B59674-065F-9336-6A13-8259B1D83A88}"/>
          </ac:spMkLst>
        </pc:spChg>
        <pc:spChg chg="mod">
          <ac:chgData name="One Skill" userId="8d49c830ac36a521" providerId="LiveId" clId="{250BA3F6-20AF-224D-A224-3EE43FDC11EA}" dt="2022-11-06T23:46:13.136" v="6945"/>
          <ac:spMkLst>
            <pc:docMk/>
            <pc:sldMk cId="3039565230" sldId="270"/>
            <ac:spMk id="104" creationId="{A1B23C65-FE2A-2CA2-7014-10DB521DA632}"/>
          </ac:spMkLst>
        </pc:spChg>
        <pc:spChg chg="mod">
          <ac:chgData name="One Skill" userId="8d49c830ac36a521" providerId="LiveId" clId="{250BA3F6-20AF-224D-A224-3EE43FDC11EA}" dt="2022-11-06T23:46:59.442" v="6948"/>
          <ac:spMkLst>
            <pc:docMk/>
            <pc:sldMk cId="3039565230" sldId="270"/>
            <ac:spMk id="106" creationId="{E8DB81D0-2676-23AE-0F43-E09A923EFCEF}"/>
          </ac:spMkLst>
        </pc:spChg>
        <pc:spChg chg="mod">
          <ac:chgData name="One Skill" userId="8d49c830ac36a521" providerId="LiveId" clId="{250BA3F6-20AF-224D-A224-3EE43FDC11EA}" dt="2022-11-06T23:46:59.442" v="6948"/>
          <ac:spMkLst>
            <pc:docMk/>
            <pc:sldMk cId="3039565230" sldId="270"/>
            <ac:spMk id="107" creationId="{16517E05-B27D-ACCA-1A0D-B817F5413D80}"/>
          </ac:spMkLst>
        </pc:spChg>
        <pc:spChg chg="mod">
          <ac:chgData name="One Skill" userId="8d49c830ac36a521" providerId="LiveId" clId="{250BA3F6-20AF-224D-A224-3EE43FDC11EA}" dt="2022-11-06T23:46:59.442" v="6948"/>
          <ac:spMkLst>
            <pc:docMk/>
            <pc:sldMk cId="3039565230" sldId="270"/>
            <ac:spMk id="109" creationId="{E9595950-8306-EB46-51A5-E1198D7F2B52}"/>
          </ac:spMkLst>
        </pc:spChg>
        <pc:spChg chg="mod">
          <ac:chgData name="One Skill" userId="8d49c830ac36a521" providerId="LiveId" clId="{250BA3F6-20AF-224D-A224-3EE43FDC11EA}" dt="2022-11-06T23:46:59.442" v="6948"/>
          <ac:spMkLst>
            <pc:docMk/>
            <pc:sldMk cId="3039565230" sldId="270"/>
            <ac:spMk id="110" creationId="{DEC4D402-7CCB-DA7A-1545-A50AE888B435}"/>
          </ac:spMkLst>
        </pc:spChg>
        <pc:spChg chg="mod">
          <ac:chgData name="One Skill" userId="8d49c830ac36a521" providerId="LiveId" clId="{250BA3F6-20AF-224D-A224-3EE43FDC11EA}" dt="2022-11-06T23:46:59.442" v="6948"/>
          <ac:spMkLst>
            <pc:docMk/>
            <pc:sldMk cId="3039565230" sldId="270"/>
            <ac:spMk id="111" creationId="{A29A7E2F-930B-0FAB-14E9-3582F17B1D92}"/>
          </ac:spMkLst>
        </pc:spChg>
        <pc:spChg chg="add del mod">
          <ac:chgData name="One Skill" userId="8d49c830ac36a521" providerId="LiveId" clId="{250BA3F6-20AF-224D-A224-3EE43FDC11EA}" dt="2022-11-06T23:47:25.763" v="6955" actId="478"/>
          <ac:spMkLst>
            <pc:docMk/>
            <pc:sldMk cId="3039565230" sldId="270"/>
            <ac:spMk id="112" creationId="{BC17A55B-877E-92A3-3243-6DD008CE9E29}"/>
          </ac:spMkLst>
        </pc:spChg>
        <pc:spChg chg="add mod">
          <ac:chgData name="One Skill" userId="8d49c830ac36a521" providerId="LiveId" clId="{250BA3F6-20AF-224D-A224-3EE43FDC11EA}" dt="2022-11-06T23:47:33.697" v="6956" actId="164"/>
          <ac:spMkLst>
            <pc:docMk/>
            <pc:sldMk cId="3039565230" sldId="270"/>
            <ac:spMk id="113" creationId="{87D06CA7-65B5-A6D7-2767-AD45FC992EA1}"/>
          </ac:spMkLst>
        </pc:spChg>
        <pc:spChg chg="mod">
          <ac:chgData name="One Skill" userId="8d49c830ac36a521" providerId="LiveId" clId="{250BA3F6-20AF-224D-A224-3EE43FDC11EA}" dt="2022-11-06T23:46:59.442" v="6948"/>
          <ac:spMkLst>
            <pc:docMk/>
            <pc:sldMk cId="3039565230" sldId="270"/>
            <ac:spMk id="115" creationId="{22281ECD-5CC9-CD71-1442-012572F5ED25}"/>
          </ac:spMkLst>
        </pc:spChg>
        <pc:spChg chg="mod">
          <ac:chgData name="One Skill" userId="8d49c830ac36a521" providerId="LiveId" clId="{250BA3F6-20AF-224D-A224-3EE43FDC11EA}" dt="2022-11-06T23:46:59.442" v="6948"/>
          <ac:spMkLst>
            <pc:docMk/>
            <pc:sldMk cId="3039565230" sldId="270"/>
            <ac:spMk id="116" creationId="{BA1935A0-773E-9B11-9A7F-1EBE6A7C77E2}"/>
          </ac:spMkLst>
        </pc:spChg>
        <pc:spChg chg="mod">
          <ac:chgData name="One Skill" userId="8d49c830ac36a521" providerId="LiveId" clId="{250BA3F6-20AF-224D-A224-3EE43FDC11EA}" dt="2022-11-06T23:46:59.442" v="6948"/>
          <ac:spMkLst>
            <pc:docMk/>
            <pc:sldMk cId="3039565230" sldId="270"/>
            <ac:spMk id="117" creationId="{3DD3D435-F97A-616F-12BD-53AA3507F153}"/>
          </ac:spMkLst>
        </pc:spChg>
        <pc:spChg chg="mod">
          <ac:chgData name="One Skill" userId="8d49c830ac36a521" providerId="LiveId" clId="{250BA3F6-20AF-224D-A224-3EE43FDC11EA}" dt="2022-11-06T23:46:59.442" v="6948"/>
          <ac:spMkLst>
            <pc:docMk/>
            <pc:sldMk cId="3039565230" sldId="270"/>
            <ac:spMk id="122" creationId="{B7EFE9A5-C978-1EE5-FADC-805C60260121}"/>
          </ac:spMkLst>
        </pc:spChg>
        <pc:spChg chg="mod">
          <ac:chgData name="One Skill" userId="8d49c830ac36a521" providerId="LiveId" clId="{250BA3F6-20AF-224D-A224-3EE43FDC11EA}" dt="2022-11-06T23:46:59.442" v="6948"/>
          <ac:spMkLst>
            <pc:docMk/>
            <pc:sldMk cId="3039565230" sldId="270"/>
            <ac:spMk id="123" creationId="{70578149-3A7F-8C57-27F6-C81874E146BF}"/>
          </ac:spMkLst>
        </pc:spChg>
        <pc:spChg chg="mod">
          <ac:chgData name="One Skill" userId="8d49c830ac36a521" providerId="LiveId" clId="{250BA3F6-20AF-224D-A224-3EE43FDC11EA}" dt="2022-11-06T23:46:59.442" v="6948"/>
          <ac:spMkLst>
            <pc:docMk/>
            <pc:sldMk cId="3039565230" sldId="270"/>
            <ac:spMk id="124" creationId="{B0F35DE8-2006-2143-CE38-539EF0843A33}"/>
          </ac:spMkLst>
        </pc:spChg>
        <pc:spChg chg="mod">
          <ac:chgData name="One Skill" userId="8d49c830ac36a521" providerId="LiveId" clId="{250BA3F6-20AF-224D-A224-3EE43FDC11EA}" dt="2022-11-06T23:46:59.442" v="6948"/>
          <ac:spMkLst>
            <pc:docMk/>
            <pc:sldMk cId="3039565230" sldId="270"/>
            <ac:spMk id="125" creationId="{DC23A7B7-E738-67B9-179A-F540FB450EFA}"/>
          </ac:spMkLst>
        </pc:spChg>
        <pc:spChg chg="mod">
          <ac:chgData name="One Skill" userId="8d49c830ac36a521" providerId="LiveId" clId="{250BA3F6-20AF-224D-A224-3EE43FDC11EA}" dt="2022-11-06T23:46:59.442" v="6948"/>
          <ac:spMkLst>
            <pc:docMk/>
            <pc:sldMk cId="3039565230" sldId="270"/>
            <ac:spMk id="126" creationId="{0A5E075E-52D9-2F30-9AFA-B02FBD7E2752}"/>
          </ac:spMkLst>
        </pc:spChg>
        <pc:spChg chg="mod">
          <ac:chgData name="One Skill" userId="8d49c830ac36a521" providerId="LiveId" clId="{250BA3F6-20AF-224D-A224-3EE43FDC11EA}" dt="2022-11-06T23:46:59.442" v="6948"/>
          <ac:spMkLst>
            <pc:docMk/>
            <pc:sldMk cId="3039565230" sldId="270"/>
            <ac:spMk id="127" creationId="{1F08412C-0986-DF01-EDAF-2C34909844AB}"/>
          </ac:spMkLst>
        </pc:spChg>
        <pc:spChg chg="mod">
          <ac:chgData name="One Skill" userId="8d49c830ac36a521" providerId="LiveId" clId="{250BA3F6-20AF-224D-A224-3EE43FDC11EA}" dt="2022-11-06T23:46:59.442" v="6948"/>
          <ac:spMkLst>
            <pc:docMk/>
            <pc:sldMk cId="3039565230" sldId="270"/>
            <ac:spMk id="129" creationId="{CB044C67-6D83-0F30-BE0A-6E758C2D86E0}"/>
          </ac:spMkLst>
        </pc:spChg>
        <pc:spChg chg="mod">
          <ac:chgData name="One Skill" userId="8d49c830ac36a521" providerId="LiveId" clId="{250BA3F6-20AF-224D-A224-3EE43FDC11EA}" dt="2022-11-06T23:46:59.442" v="6948"/>
          <ac:spMkLst>
            <pc:docMk/>
            <pc:sldMk cId="3039565230" sldId="270"/>
            <ac:spMk id="130" creationId="{2D9014C9-722B-655D-A745-698AB92ADAAA}"/>
          </ac:spMkLst>
        </pc:spChg>
        <pc:spChg chg="mod">
          <ac:chgData name="One Skill" userId="8d49c830ac36a521" providerId="LiveId" clId="{250BA3F6-20AF-224D-A224-3EE43FDC11EA}" dt="2022-11-06T23:46:59.442" v="6948"/>
          <ac:spMkLst>
            <pc:docMk/>
            <pc:sldMk cId="3039565230" sldId="270"/>
            <ac:spMk id="131" creationId="{9DA7357F-65D8-D395-C23A-3BB44B2A130C}"/>
          </ac:spMkLst>
        </pc:spChg>
        <pc:spChg chg="mod">
          <ac:chgData name="One Skill" userId="8d49c830ac36a521" providerId="LiveId" clId="{250BA3F6-20AF-224D-A224-3EE43FDC11EA}" dt="2022-11-06T23:46:59.442" v="6948"/>
          <ac:spMkLst>
            <pc:docMk/>
            <pc:sldMk cId="3039565230" sldId="270"/>
            <ac:spMk id="133" creationId="{62006067-A63E-90BF-644F-74F955798845}"/>
          </ac:spMkLst>
        </pc:spChg>
        <pc:spChg chg="mod">
          <ac:chgData name="One Skill" userId="8d49c830ac36a521" providerId="LiveId" clId="{250BA3F6-20AF-224D-A224-3EE43FDC11EA}" dt="2022-11-06T23:46:59.442" v="6948"/>
          <ac:spMkLst>
            <pc:docMk/>
            <pc:sldMk cId="3039565230" sldId="270"/>
            <ac:spMk id="134" creationId="{DF6AA800-485A-DABB-D05B-D20AA23E36F0}"/>
          </ac:spMkLst>
        </pc:spChg>
        <pc:spChg chg="add mod">
          <ac:chgData name="One Skill" userId="8d49c830ac36a521" providerId="LiveId" clId="{250BA3F6-20AF-224D-A224-3EE43FDC11EA}" dt="2022-11-06T23:49:24.560" v="6972" actId="555"/>
          <ac:spMkLst>
            <pc:docMk/>
            <pc:sldMk cId="3039565230" sldId="270"/>
            <ac:spMk id="137" creationId="{FD4FA81B-8383-8BAA-EAC3-B06D470C622D}"/>
          </ac:spMkLst>
        </pc:spChg>
        <pc:spChg chg="add mod">
          <ac:chgData name="One Skill" userId="8d49c830ac36a521" providerId="LiveId" clId="{250BA3F6-20AF-224D-A224-3EE43FDC11EA}" dt="2022-11-06T23:49:13.912" v="6970" actId="1076"/>
          <ac:spMkLst>
            <pc:docMk/>
            <pc:sldMk cId="3039565230" sldId="270"/>
            <ac:spMk id="138" creationId="{9C5E111F-0F3E-8573-A8A7-BDD01CDD0819}"/>
          </ac:spMkLst>
        </pc:spChg>
        <pc:spChg chg="add mod">
          <ac:chgData name="One Skill" userId="8d49c830ac36a521" providerId="LiveId" clId="{250BA3F6-20AF-224D-A224-3EE43FDC11EA}" dt="2022-11-06T23:49:13.912" v="6970" actId="1076"/>
          <ac:spMkLst>
            <pc:docMk/>
            <pc:sldMk cId="3039565230" sldId="270"/>
            <ac:spMk id="139" creationId="{670433F3-AB85-1749-8847-68B4CB012EBC}"/>
          </ac:spMkLst>
        </pc:spChg>
        <pc:grpChg chg="add mod">
          <ac:chgData name="One Skill" userId="8d49c830ac36a521" providerId="LiveId" clId="{250BA3F6-20AF-224D-A224-3EE43FDC11EA}" dt="2022-11-06T23:44:47.021" v="6930" actId="571"/>
          <ac:grpSpMkLst>
            <pc:docMk/>
            <pc:sldMk cId="3039565230" sldId="270"/>
            <ac:grpSpMk id="9" creationId="{5EAAAC90-AE51-CE1B-F300-6EBDCD8F06C6}"/>
          </ac:grpSpMkLst>
        </pc:grpChg>
        <pc:grpChg chg="mod">
          <ac:chgData name="One Skill" userId="8d49c830ac36a521" providerId="LiveId" clId="{250BA3F6-20AF-224D-A224-3EE43FDC11EA}" dt="2022-11-06T23:44:47.021" v="6930" actId="571"/>
          <ac:grpSpMkLst>
            <pc:docMk/>
            <pc:sldMk cId="3039565230" sldId="270"/>
            <ac:grpSpMk id="13" creationId="{965D2733-E299-4982-D86C-B80B35132D8F}"/>
          </ac:grpSpMkLst>
        </pc:grpChg>
        <pc:grpChg chg="mod">
          <ac:chgData name="One Skill" userId="8d49c830ac36a521" providerId="LiveId" clId="{250BA3F6-20AF-224D-A224-3EE43FDC11EA}" dt="2022-11-06T23:44:47.021" v="6930" actId="571"/>
          <ac:grpSpMkLst>
            <pc:docMk/>
            <pc:sldMk cId="3039565230" sldId="270"/>
            <ac:grpSpMk id="14" creationId="{A6220B90-5EDC-A2EB-F792-41CE94A49FA7}"/>
          </ac:grpSpMkLst>
        </pc:grpChg>
        <pc:grpChg chg="mod">
          <ac:chgData name="One Skill" userId="8d49c830ac36a521" providerId="LiveId" clId="{250BA3F6-20AF-224D-A224-3EE43FDC11EA}" dt="2022-11-06T23:44:47.021" v="6930" actId="571"/>
          <ac:grpSpMkLst>
            <pc:docMk/>
            <pc:sldMk cId="3039565230" sldId="270"/>
            <ac:grpSpMk id="15" creationId="{390FACCF-6595-CCFB-4CEF-AB308FB61337}"/>
          </ac:grpSpMkLst>
        </pc:grpChg>
        <pc:grpChg chg="mod">
          <ac:chgData name="One Skill" userId="8d49c830ac36a521" providerId="LiveId" clId="{250BA3F6-20AF-224D-A224-3EE43FDC11EA}" dt="2022-11-06T23:45:06.127" v="6934" actId="1076"/>
          <ac:grpSpMkLst>
            <pc:docMk/>
            <pc:sldMk cId="3039565230" sldId="270"/>
            <ac:grpSpMk id="16" creationId="{848C13A6-CCD6-2F39-B376-33E8105FECEF}"/>
          </ac:grpSpMkLst>
        </pc:grpChg>
        <pc:grpChg chg="del">
          <ac:chgData name="One Skill" userId="8d49c830ac36a521" providerId="LiveId" clId="{250BA3F6-20AF-224D-A224-3EE43FDC11EA}" dt="2022-11-06T23:45:15.179" v="6936" actId="478"/>
          <ac:grpSpMkLst>
            <pc:docMk/>
            <pc:sldMk cId="3039565230" sldId="270"/>
            <ac:grpSpMk id="39" creationId="{47F1C497-1BE4-D833-CA39-B65C9397E1EF}"/>
          </ac:grpSpMkLst>
        </pc:grpChg>
        <pc:grpChg chg="mod">
          <ac:chgData name="One Skill" userId="8d49c830ac36a521" providerId="LiveId" clId="{250BA3F6-20AF-224D-A224-3EE43FDC11EA}" dt="2022-11-06T23:44:47.021" v="6930" actId="571"/>
          <ac:grpSpMkLst>
            <pc:docMk/>
            <pc:sldMk cId="3039565230" sldId="270"/>
            <ac:grpSpMk id="51" creationId="{561B766A-47AA-DC53-9564-D61DEF963701}"/>
          </ac:grpSpMkLst>
        </pc:grpChg>
        <pc:grpChg chg="mod">
          <ac:chgData name="One Skill" userId="8d49c830ac36a521" providerId="LiveId" clId="{250BA3F6-20AF-224D-A224-3EE43FDC11EA}" dt="2022-11-06T23:44:47.021" v="6930" actId="571"/>
          <ac:grpSpMkLst>
            <pc:docMk/>
            <pc:sldMk cId="3039565230" sldId="270"/>
            <ac:grpSpMk id="52" creationId="{A938FFF1-5F26-5444-BF1D-0117C3DEF224}"/>
          </ac:grpSpMkLst>
        </pc:grpChg>
        <pc:grpChg chg="add mod">
          <ac:chgData name="One Skill" userId="8d49c830ac36a521" providerId="LiveId" clId="{250BA3F6-20AF-224D-A224-3EE43FDC11EA}" dt="2022-11-06T23:49:24.560" v="6972" actId="555"/>
          <ac:grpSpMkLst>
            <pc:docMk/>
            <pc:sldMk cId="3039565230" sldId="270"/>
            <ac:grpSpMk id="67" creationId="{B315D8C4-9C30-758E-4542-D3E619C13709}"/>
          </ac:grpSpMkLst>
        </pc:grpChg>
        <pc:grpChg chg="mod">
          <ac:chgData name="One Skill" userId="8d49c830ac36a521" providerId="LiveId" clId="{250BA3F6-20AF-224D-A224-3EE43FDC11EA}" dt="2022-11-06T23:46:13.136" v="6945"/>
          <ac:grpSpMkLst>
            <pc:docMk/>
            <pc:sldMk cId="3039565230" sldId="270"/>
            <ac:grpSpMk id="74" creationId="{5067DC7B-AD04-F5CC-838C-AA182AF8BC03}"/>
          </ac:grpSpMkLst>
        </pc:grpChg>
        <pc:grpChg chg="mod">
          <ac:chgData name="One Skill" userId="8d49c830ac36a521" providerId="LiveId" clId="{250BA3F6-20AF-224D-A224-3EE43FDC11EA}" dt="2022-11-06T23:46:13.136" v="6945"/>
          <ac:grpSpMkLst>
            <pc:docMk/>
            <pc:sldMk cId="3039565230" sldId="270"/>
            <ac:grpSpMk id="76" creationId="{C5E287D8-269A-10F0-3B79-E5325AA93F7D}"/>
          </ac:grpSpMkLst>
        </pc:grpChg>
        <pc:grpChg chg="mod">
          <ac:chgData name="One Skill" userId="8d49c830ac36a521" providerId="LiveId" clId="{250BA3F6-20AF-224D-A224-3EE43FDC11EA}" dt="2022-11-06T23:46:13.136" v="6945"/>
          <ac:grpSpMkLst>
            <pc:docMk/>
            <pc:sldMk cId="3039565230" sldId="270"/>
            <ac:grpSpMk id="77" creationId="{58343150-E3ED-C8E8-3586-3349FFE18A9D}"/>
          </ac:grpSpMkLst>
        </pc:grpChg>
        <pc:grpChg chg="mod">
          <ac:chgData name="One Skill" userId="8d49c830ac36a521" providerId="LiveId" clId="{250BA3F6-20AF-224D-A224-3EE43FDC11EA}" dt="2022-11-06T23:46:13.136" v="6945"/>
          <ac:grpSpMkLst>
            <pc:docMk/>
            <pc:sldMk cId="3039565230" sldId="270"/>
            <ac:grpSpMk id="78" creationId="{3F6F4406-3BAB-AE93-4163-FA69EE28F3CA}"/>
          </ac:grpSpMkLst>
        </pc:grpChg>
        <pc:grpChg chg="mod">
          <ac:chgData name="One Skill" userId="8d49c830ac36a521" providerId="LiveId" clId="{250BA3F6-20AF-224D-A224-3EE43FDC11EA}" dt="2022-11-06T23:46:13.136" v="6945"/>
          <ac:grpSpMkLst>
            <pc:docMk/>
            <pc:sldMk cId="3039565230" sldId="270"/>
            <ac:grpSpMk id="79" creationId="{15306EDD-EE1F-78DB-6D52-91B7C615EC60}"/>
          </ac:grpSpMkLst>
        </pc:grpChg>
        <pc:grpChg chg="mod">
          <ac:chgData name="One Skill" userId="8d49c830ac36a521" providerId="LiveId" clId="{250BA3F6-20AF-224D-A224-3EE43FDC11EA}" dt="2022-11-06T23:46:13.136" v="6945"/>
          <ac:grpSpMkLst>
            <pc:docMk/>
            <pc:sldMk cId="3039565230" sldId="270"/>
            <ac:grpSpMk id="80" creationId="{E8B2BBAA-8BA0-DD87-3EB2-87CB55539592}"/>
          </ac:grpSpMkLst>
        </pc:grpChg>
        <pc:grpChg chg="add mod">
          <ac:chgData name="One Skill" userId="8d49c830ac36a521" providerId="LiveId" clId="{250BA3F6-20AF-224D-A224-3EE43FDC11EA}" dt="2022-11-06T23:49:45.349" v="6974" actId="1076"/>
          <ac:grpSpMkLst>
            <pc:docMk/>
            <pc:sldMk cId="3039565230" sldId="270"/>
            <ac:grpSpMk id="105" creationId="{95D17AFB-64AB-3870-E371-1322EE678D65}"/>
          </ac:grpSpMkLst>
        </pc:grpChg>
        <pc:grpChg chg="mod">
          <ac:chgData name="One Skill" userId="8d49c830ac36a521" providerId="LiveId" clId="{250BA3F6-20AF-224D-A224-3EE43FDC11EA}" dt="2022-11-06T23:46:59.442" v="6948"/>
          <ac:grpSpMkLst>
            <pc:docMk/>
            <pc:sldMk cId="3039565230" sldId="270"/>
            <ac:grpSpMk id="108" creationId="{6BE17A31-D376-8717-DA15-9D90FC39A44C}"/>
          </ac:grpSpMkLst>
        </pc:grpChg>
        <pc:grpChg chg="add mod">
          <ac:chgData name="One Skill" userId="8d49c830ac36a521" providerId="LiveId" clId="{250BA3F6-20AF-224D-A224-3EE43FDC11EA}" dt="2022-11-06T23:47:33.697" v="6956" actId="164"/>
          <ac:grpSpMkLst>
            <pc:docMk/>
            <pc:sldMk cId="3039565230" sldId="270"/>
            <ac:grpSpMk id="114" creationId="{FF0D0413-E177-6652-5098-8238D60C7DE3}"/>
          </ac:grpSpMkLst>
        </pc:grpChg>
        <pc:grpChg chg="add mod">
          <ac:chgData name="One Skill" userId="8d49c830ac36a521" providerId="LiveId" clId="{250BA3F6-20AF-224D-A224-3EE43FDC11EA}" dt="2022-11-06T23:47:33.697" v="6956" actId="164"/>
          <ac:grpSpMkLst>
            <pc:docMk/>
            <pc:sldMk cId="3039565230" sldId="270"/>
            <ac:grpSpMk id="118" creationId="{29312BE6-71C6-484C-EEC9-ED996E4F8D06}"/>
          </ac:grpSpMkLst>
        </pc:grpChg>
        <pc:grpChg chg="mod">
          <ac:chgData name="One Skill" userId="8d49c830ac36a521" providerId="LiveId" clId="{250BA3F6-20AF-224D-A224-3EE43FDC11EA}" dt="2022-11-06T23:46:59.442" v="6948"/>
          <ac:grpSpMkLst>
            <pc:docMk/>
            <pc:sldMk cId="3039565230" sldId="270"/>
            <ac:grpSpMk id="119" creationId="{5AEB82A1-DB79-CC00-2AD2-CAA1D1326A23}"/>
          </ac:grpSpMkLst>
        </pc:grpChg>
        <pc:grpChg chg="mod">
          <ac:chgData name="One Skill" userId="8d49c830ac36a521" providerId="LiveId" clId="{250BA3F6-20AF-224D-A224-3EE43FDC11EA}" dt="2022-11-06T23:46:59.442" v="6948"/>
          <ac:grpSpMkLst>
            <pc:docMk/>
            <pc:sldMk cId="3039565230" sldId="270"/>
            <ac:grpSpMk id="120" creationId="{01DC8D31-10B9-9E99-DAC4-3BC87F1AB25C}"/>
          </ac:grpSpMkLst>
        </pc:grpChg>
        <pc:grpChg chg="mod">
          <ac:chgData name="One Skill" userId="8d49c830ac36a521" providerId="LiveId" clId="{250BA3F6-20AF-224D-A224-3EE43FDC11EA}" dt="2022-11-06T23:46:59.442" v="6948"/>
          <ac:grpSpMkLst>
            <pc:docMk/>
            <pc:sldMk cId="3039565230" sldId="270"/>
            <ac:grpSpMk id="121" creationId="{ED1E5E12-69FE-08F7-6734-3395B4BA546C}"/>
          </ac:grpSpMkLst>
        </pc:grpChg>
        <pc:grpChg chg="add mod">
          <ac:chgData name="One Skill" userId="8d49c830ac36a521" providerId="LiveId" clId="{250BA3F6-20AF-224D-A224-3EE43FDC11EA}" dt="2022-11-06T23:49:32.098" v="6973" actId="1076"/>
          <ac:grpSpMkLst>
            <pc:docMk/>
            <pc:sldMk cId="3039565230" sldId="270"/>
            <ac:grpSpMk id="136" creationId="{545A7215-A595-35C8-3A15-F305A54D53F0}"/>
          </ac:grpSpMkLst>
        </pc:grpChg>
        <pc:graphicFrameChg chg="add mod">
          <ac:chgData name="One Skill" userId="8d49c830ac36a521" providerId="LiveId" clId="{250BA3F6-20AF-224D-A224-3EE43FDC11EA}" dt="2022-11-06T23:49:13.912" v="6970" actId="1076"/>
          <ac:graphicFrameMkLst>
            <pc:docMk/>
            <pc:sldMk cId="3039565230" sldId="270"/>
            <ac:graphicFrameMk id="140" creationId="{33D206C1-D3D1-4AE3-8F7A-5F502EFA6EEF}"/>
          </ac:graphicFrameMkLst>
        </pc:graphicFrameChg>
        <pc:picChg chg="mod">
          <ac:chgData name="One Skill" userId="8d49c830ac36a521" providerId="LiveId" clId="{250BA3F6-20AF-224D-A224-3EE43FDC11EA}" dt="2022-11-06T23:49:15.766" v="6971" actId="166"/>
          <ac:picMkLst>
            <pc:docMk/>
            <pc:sldMk cId="3039565230" sldId="270"/>
            <ac:picMk id="4" creationId="{F44469F6-C857-E4E7-9219-EED505898B92}"/>
          </ac:picMkLst>
        </pc:picChg>
        <pc:picChg chg="mod">
          <ac:chgData name="One Skill" userId="8d49c830ac36a521" providerId="LiveId" clId="{250BA3F6-20AF-224D-A224-3EE43FDC11EA}" dt="2022-11-06T23:44:47.021" v="6930" actId="571"/>
          <ac:picMkLst>
            <pc:docMk/>
            <pc:sldMk cId="3039565230" sldId="270"/>
            <ac:picMk id="59" creationId="{AEE1BA65-24DA-5986-5BE9-CF82B8EE80C9}"/>
          </ac:picMkLst>
        </pc:picChg>
        <pc:picChg chg="mod">
          <ac:chgData name="One Skill" userId="8d49c830ac36a521" providerId="LiveId" clId="{250BA3F6-20AF-224D-A224-3EE43FDC11EA}" dt="2022-11-06T23:44:47.021" v="6930" actId="571"/>
          <ac:picMkLst>
            <pc:docMk/>
            <pc:sldMk cId="3039565230" sldId="270"/>
            <ac:picMk id="63" creationId="{FCDCA52E-3566-5A3E-6D32-DA7166452F0C}"/>
          </ac:picMkLst>
        </pc:picChg>
        <pc:picChg chg="mod">
          <ac:chgData name="One Skill" userId="8d49c830ac36a521" providerId="LiveId" clId="{250BA3F6-20AF-224D-A224-3EE43FDC11EA}" dt="2022-11-06T23:44:47.021" v="6930" actId="571"/>
          <ac:picMkLst>
            <pc:docMk/>
            <pc:sldMk cId="3039565230" sldId="270"/>
            <ac:picMk id="66" creationId="{8EF40A62-8731-31A0-2E53-7468536CFAFD}"/>
          </ac:picMkLst>
        </pc:picChg>
        <pc:picChg chg="mod">
          <ac:chgData name="One Skill" userId="8d49c830ac36a521" providerId="LiveId" clId="{250BA3F6-20AF-224D-A224-3EE43FDC11EA}" dt="2022-11-06T23:46:59.442" v="6948"/>
          <ac:picMkLst>
            <pc:docMk/>
            <pc:sldMk cId="3039565230" sldId="270"/>
            <ac:picMk id="128" creationId="{87E0A2DB-45D9-6172-0B72-52DFD192BAEB}"/>
          </ac:picMkLst>
        </pc:picChg>
        <pc:picChg chg="mod">
          <ac:chgData name="One Skill" userId="8d49c830ac36a521" providerId="LiveId" clId="{250BA3F6-20AF-224D-A224-3EE43FDC11EA}" dt="2022-11-06T23:46:59.442" v="6948"/>
          <ac:picMkLst>
            <pc:docMk/>
            <pc:sldMk cId="3039565230" sldId="270"/>
            <ac:picMk id="132" creationId="{2E6ABAA1-DF96-3D1B-6F1D-380237DA1A29}"/>
          </ac:picMkLst>
        </pc:picChg>
        <pc:picChg chg="mod">
          <ac:chgData name="One Skill" userId="8d49c830ac36a521" providerId="LiveId" clId="{250BA3F6-20AF-224D-A224-3EE43FDC11EA}" dt="2022-11-06T23:46:59.442" v="6948"/>
          <ac:picMkLst>
            <pc:docMk/>
            <pc:sldMk cId="3039565230" sldId="270"/>
            <ac:picMk id="135" creationId="{7FDE488E-1CA7-8D97-35B9-A5E2450F0701}"/>
          </ac:picMkLst>
        </pc:picChg>
      </pc:sldChg>
      <pc:sldChg chg="modSp mod">
        <pc:chgData name="One Skill" userId="8d49c830ac36a521" providerId="LiveId" clId="{250BA3F6-20AF-224D-A224-3EE43FDC11EA}" dt="2022-11-06T23:48:59.235" v="6968" actId="1076"/>
        <pc:sldMkLst>
          <pc:docMk/>
          <pc:sldMk cId="2178898342" sldId="272"/>
        </pc:sldMkLst>
        <pc:grpChg chg="mod">
          <ac:chgData name="One Skill" userId="8d49c830ac36a521" providerId="LiveId" clId="{250BA3F6-20AF-224D-A224-3EE43FDC11EA}" dt="2022-11-06T23:46:10.634" v="6944" actId="1076"/>
          <ac:grpSpMkLst>
            <pc:docMk/>
            <pc:sldMk cId="2178898342" sldId="272"/>
            <ac:grpSpMk id="97" creationId="{00BB3A69-9BF0-43E2-E02D-9CD1DBCFEF4D}"/>
          </ac:grpSpMkLst>
        </pc:grpChg>
        <pc:picChg chg="mod">
          <ac:chgData name="One Skill" userId="8d49c830ac36a521" providerId="LiveId" clId="{250BA3F6-20AF-224D-A224-3EE43FDC11EA}" dt="2022-11-06T23:48:59.235" v="6968" actId="1076"/>
          <ac:picMkLst>
            <pc:docMk/>
            <pc:sldMk cId="2178898342" sldId="272"/>
            <ac:picMk id="3" creationId="{97931294-1221-8764-1DBA-914B6F5C3A90}"/>
          </ac:picMkLst>
        </pc:picChg>
      </pc:sldChg>
      <pc:sldChg chg="new del">
        <pc:chgData name="One Skill" userId="8d49c830ac36a521" providerId="LiveId" clId="{250BA3F6-20AF-224D-A224-3EE43FDC11EA}" dt="2022-11-06T23:42:32.733" v="6849" actId="2696"/>
        <pc:sldMkLst>
          <pc:docMk/>
          <pc:sldMk cId="757515935" sldId="274"/>
        </pc:sldMkLst>
      </pc:sldChg>
      <pc:sldChg chg="add del setBg">
        <pc:chgData name="One Skill" userId="8d49c830ac36a521" providerId="LiveId" clId="{250BA3F6-20AF-224D-A224-3EE43FDC11EA}" dt="2022-11-06T23:46:01.311" v="6941"/>
        <pc:sldMkLst>
          <pc:docMk/>
          <pc:sldMk cId="1021379838" sldId="274"/>
        </pc:sldMkLst>
      </pc:sldChg>
      <pc:sldChg chg="add">
        <pc:chgData name="One Skill" userId="8d49c830ac36a521" providerId="LiveId" clId="{250BA3F6-20AF-224D-A224-3EE43FDC11EA}" dt="2022-11-06T23:46:01.485" v="6942"/>
        <pc:sldMkLst>
          <pc:docMk/>
          <pc:sldMk cId="3898492927" sldId="274"/>
        </pc:sldMkLst>
      </pc:sldChg>
      <pc:sldChg chg="add del ord setBg">
        <pc:chgData name="One Skill" userId="8d49c830ac36a521" providerId="LiveId" clId="{250BA3F6-20AF-224D-A224-3EE43FDC11EA}" dt="2022-11-06T23:45:54.732" v="6939" actId="2696"/>
        <pc:sldMkLst>
          <pc:docMk/>
          <pc:sldMk cId="3106696038" sldId="275"/>
        </pc:sldMkLst>
      </pc:sldChg>
      <pc:sldMasterChg chg="modSldLayout">
        <pc:chgData name="One Skill" userId="8d49c830ac36a521" providerId="LiveId" clId="{250BA3F6-20AF-224D-A224-3EE43FDC11EA}" dt="2022-11-05T16:27:34.559" v="1993" actId="21"/>
        <pc:sldMasterMkLst>
          <pc:docMk/>
          <pc:sldMasterMk cId="187965372" sldId="2147483648"/>
        </pc:sldMasterMkLst>
        <pc:sldLayoutChg chg="addSp delSp modSp mod">
          <pc:chgData name="One Skill" userId="8d49c830ac36a521" providerId="LiveId" clId="{250BA3F6-20AF-224D-A224-3EE43FDC11EA}" dt="2022-11-05T16:27:34.559" v="1993" actId="21"/>
          <pc:sldLayoutMkLst>
            <pc:docMk/>
            <pc:sldMasterMk cId="187965372" sldId="2147483648"/>
            <pc:sldLayoutMk cId="1610777910" sldId="2147483655"/>
          </pc:sldLayoutMkLst>
          <pc:picChg chg="add del mod">
            <ac:chgData name="One Skill" userId="8d49c830ac36a521" providerId="LiveId" clId="{250BA3F6-20AF-224D-A224-3EE43FDC11EA}" dt="2022-11-05T16:27:34.559" v="1993" actId="21"/>
            <ac:picMkLst>
              <pc:docMk/>
              <pc:sldMasterMk cId="187965372" sldId="2147483648"/>
              <pc:sldLayoutMk cId="1610777910" sldId="2147483655"/>
              <ac:picMk id="5" creationId="{213FA9F9-DF0B-F4CF-DACB-B13408490A12}"/>
            </ac:picMkLst>
          </pc:picChg>
          <pc:picChg chg="add del mod">
            <ac:chgData name="One Skill" userId="8d49c830ac36a521" providerId="LiveId" clId="{250BA3F6-20AF-224D-A224-3EE43FDC11EA}" dt="2022-11-05T14:04:45.408" v="130" actId="21"/>
            <ac:picMkLst>
              <pc:docMk/>
              <pc:sldMasterMk cId="187965372" sldId="2147483648"/>
              <pc:sldLayoutMk cId="1610777910" sldId="2147483655"/>
              <ac:picMk id="5" creationId="{83D2CF43-E674-946E-ACAD-802313858BC8}"/>
            </ac:picMkLst>
          </pc:picChg>
        </pc:sldLayoutChg>
      </pc:sldMasterChg>
    </pc:docChg>
  </pc:docChgLst>
  <pc:docChgLst>
    <pc:chgData name="One Skill" userId="8d49c830ac36a521" providerId="LiveId" clId="{B8839A4C-5D8E-47B7-ACED-D66C062B2ECB}"/>
    <pc:docChg chg="undo custSel addSld delSld modSld modMainMaster addSection delSection modSection modShowInfo">
      <pc:chgData name="One Skill" userId="8d49c830ac36a521" providerId="LiveId" clId="{B8839A4C-5D8E-47B7-ACED-D66C062B2ECB}" dt="2022-11-06T15:22:15.550" v="3150" actId="1076"/>
      <pc:docMkLst>
        <pc:docMk/>
      </pc:docMkLst>
      <pc:sldChg chg="del">
        <pc:chgData name="One Skill" userId="8d49c830ac36a521" providerId="LiveId" clId="{B8839A4C-5D8E-47B7-ACED-D66C062B2ECB}" dt="2022-11-06T11:31:56.293" v="0" actId="18676"/>
        <pc:sldMkLst>
          <pc:docMk/>
          <pc:sldMk cId="3097033922" sldId="258"/>
        </pc:sldMkLst>
      </pc:sldChg>
      <pc:sldChg chg="addSp delSp modSp mod modTransition setBg">
        <pc:chgData name="One Skill" userId="8d49c830ac36a521" providerId="LiveId" clId="{B8839A4C-5D8E-47B7-ACED-D66C062B2ECB}" dt="2022-11-06T14:48:49.232" v="2612"/>
        <pc:sldMkLst>
          <pc:docMk/>
          <pc:sldMk cId="3352971447" sldId="259"/>
        </pc:sldMkLst>
        <pc:spChg chg="add del mod">
          <ac:chgData name="One Skill" userId="8d49c830ac36a521" providerId="LiveId" clId="{B8839A4C-5D8E-47B7-ACED-D66C062B2ECB}" dt="2022-11-06T13:58:33.627" v="2043"/>
          <ac:spMkLst>
            <pc:docMk/>
            <pc:sldMk cId="3352971447" sldId="259"/>
            <ac:spMk id="2" creationId="{5361CBA1-B8AA-5B4D-4810-0B4ECC6C4376}"/>
          </ac:spMkLst>
        </pc:spChg>
        <pc:spChg chg="mod">
          <ac:chgData name="One Skill" userId="8d49c830ac36a521" providerId="LiveId" clId="{B8839A4C-5D8E-47B7-ACED-D66C062B2ECB}" dt="2022-11-06T13:02:10.622" v="1546"/>
          <ac:spMkLst>
            <pc:docMk/>
            <pc:sldMk cId="3352971447" sldId="259"/>
            <ac:spMk id="3" creationId="{5EA0C0E7-D488-438F-3672-EC42A96B589C}"/>
          </ac:spMkLst>
        </pc:spChg>
        <pc:spChg chg="mod">
          <ac:chgData name="One Skill" userId="8d49c830ac36a521" providerId="LiveId" clId="{B8839A4C-5D8E-47B7-ACED-D66C062B2ECB}" dt="2022-11-06T13:02:10.622" v="1546"/>
          <ac:spMkLst>
            <pc:docMk/>
            <pc:sldMk cId="3352971447" sldId="259"/>
            <ac:spMk id="4" creationId="{19EC2073-A65B-1182-DD35-A861302C6E7C}"/>
          </ac:spMkLst>
        </pc:spChg>
        <pc:spChg chg="mod">
          <ac:chgData name="One Skill" userId="8d49c830ac36a521" providerId="LiveId" clId="{B8839A4C-5D8E-47B7-ACED-D66C062B2ECB}" dt="2022-11-06T13:02:10.622" v="1546"/>
          <ac:spMkLst>
            <pc:docMk/>
            <pc:sldMk cId="3352971447" sldId="259"/>
            <ac:spMk id="5" creationId="{3F3F9425-E444-164C-A610-93BD301086EE}"/>
          </ac:spMkLst>
        </pc:spChg>
        <pc:spChg chg="mod">
          <ac:chgData name="One Skill" userId="8d49c830ac36a521" providerId="LiveId" clId="{B8839A4C-5D8E-47B7-ACED-D66C062B2ECB}" dt="2022-11-06T13:02:10.622" v="1546"/>
          <ac:spMkLst>
            <pc:docMk/>
            <pc:sldMk cId="3352971447" sldId="259"/>
            <ac:spMk id="6" creationId="{E2148C44-C04F-E2C0-4AE5-B9A5D2AD6DBF}"/>
          </ac:spMkLst>
        </pc:spChg>
        <pc:spChg chg="mod">
          <ac:chgData name="One Skill" userId="8d49c830ac36a521" providerId="LiveId" clId="{B8839A4C-5D8E-47B7-ACED-D66C062B2ECB}" dt="2022-11-06T13:02:10.622" v="1546"/>
          <ac:spMkLst>
            <pc:docMk/>
            <pc:sldMk cId="3352971447" sldId="259"/>
            <ac:spMk id="7" creationId="{C7F76ED5-FD38-3861-E63D-91D920059BAA}"/>
          </ac:spMkLst>
        </pc:spChg>
        <pc:spChg chg="mod">
          <ac:chgData name="One Skill" userId="8d49c830ac36a521" providerId="LiveId" clId="{B8839A4C-5D8E-47B7-ACED-D66C062B2ECB}" dt="2022-11-06T13:02:10.622" v="1546"/>
          <ac:spMkLst>
            <pc:docMk/>
            <pc:sldMk cId="3352971447" sldId="259"/>
            <ac:spMk id="8" creationId="{D7402A30-285E-7B84-E66B-5E6DC70A3BC4}"/>
          </ac:spMkLst>
        </pc:spChg>
        <pc:spChg chg="mod">
          <ac:chgData name="One Skill" userId="8d49c830ac36a521" providerId="LiveId" clId="{B8839A4C-5D8E-47B7-ACED-D66C062B2ECB}" dt="2022-11-06T13:02:10.622" v="1546"/>
          <ac:spMkLst>
            <pc:docMk/>
            <pc:sldMk cId="3352971447" sldId="259"/>
            <ac:spMk id="9" creationId="{0DC84B4D-B222-6305-9837-36D7EE881687}"/>
          </ac:spMkLst>
        </pc:spChg>
        <pc:spChg chg="mod">
          <ac:chgData name="One Skill" userId="8d49c830ac36a521" providerId="LiveId" clId="{B8839A4C-5D8E-47B7-ACED-D66C062B2ECB}" dt="2022-11-06T13:02:10.622" v="1546"/>
          <ac:spMkLst>
            <pc:docMk/>
            <pc:sldMk cId="3352971447" sldId="259"/>
            <ac:spMk id="11" creationId="{08F746E4-B628-80C0-C421-9C01CF8E1ACD}"/>
          </ac:spMkLst>
        </pc:spChg>
        <pc:spChg chg="mod">
          <ac:chgData name="One Skill" userId="8d49c830ac36a521" providerId="LiveId" clId="{B8839A4C-5D8E-47B7-ACED-D66C062B2ECB}" dt="2022-11-06T13:02:10.622" v="1546"/>
          <ac:spMkLst>
            <pc:docMk/>
            <pc:sldMk cId="3352971447" sldId="259"/>
            <ac:spMk id="12" creationId="{420A3BC9-9B1A-B3B5-4191-DF8F981408E8}"/>
          </ac:spMkLst>
        </pc:spChg>
        <pc:spChg chg="mod">
          <ac:chgData name="One Skill" userId="8d49c830ac36a521" providerId="LiveId" clId="{B8839A4C-5D8E-47B7-ACED-D66C062B2ECB}" dt="2022-11-06T13:02:10.622" v="1546"/>
          <ac:spMkLst>
            <pc:docMk/>
            <pc:sldMk cId="3352971447" sldId="259"/>
            <ac:spMk id="14" creationId="{E9FE50F2-AEC6-5DA5-8F89-EED4B4A15ECB}"/>
          </ac:spMkLst>
        </pc:spChg>
        <pc:spChg chg="mod">
          <ac:chgData name="One Skill" userId="8d49c830ac36a521" providerId="LiveId" clId="{B8839A4C-5D8E-47B7-ACED-D66C062B2ECB}" dt="2022-11-06T13:02:10.622" v="1546"/>
          <ac:spMkLst>
            <pc:docMk/>
            <pc:sldMk cId="3352971447" sldId="259"/>
            <ac:spMk id="15" creationId="{79809701-5FB8-8D5C-150F-5B169F0AE13D}"/>
          </ac:spMkLst>
        </pc:spChg>
        <pc:spChg chg="mod">
          <ac:chgData name="One Skill" userId="8d49c830ac36a521" providerId="LiveId" clId="{B8839A4C-5D8E-47B7-ACED-D66C062B2ECB}" dt="2022-11-06T13:09:59.728" v="1997"/>
          <ac:spMkLst>
            <pc:docMk/>
            <pc:sldMk cId="3352971447" sldId="259"/>
            <ac:spMk id="17" creationId="{8540B7FA-B872-5600-A3E9-6485F3753F0B}"/>
          </ac:spMkLst>
        </pc:spChg>
        <pc:spChg chg="mod">
          <ac:chgData name="One Skill" userId="8d49c830ac36a521" providerId="LiveId" clId="{B8839A4C-5D8E-47B7-ACED-D66C062B2ECB}" dt="2022-11-06T13:09:59.728" v="1997"/>
          <ac:spMkLst>
            <pc:docMk/>
            <pc:sldMk cId="3352971447" sldId="259"/>
            <ac:spMk id="18" creationId="{812737DB-F6CF-726D-A7AD-315DBE7910F7}"/>
          </ac:spMkLst>
        </pc:spChg>
        <pc:spChg chg="mod">
          <ac:chgData name="One Skill" userId="8d49c830ac36a521" providerId="LiveId" clId="{B8839A4C-5D8E-47B7-ACED-D66C062B2ECB}" dt="2022-11-06T13:11:04.513" v="2009" actId="404"/>
          <ac:spMkLst>
            <pc:docMk/>
            <pc:sldMk cId="3352971447" sldId="259"/>
            <ac:spMk id="19" creationId="{DE4DF41B-FEE7-FF75-FB2C-48702F5571DA}"/>
          </ac:spMkLst>
        </pc:spChg>
        <pc:spChg chg="mod">
          <ac:chgData name="One Skill" userId="8d49c830ac36a521" providerId="LiveId" clId="{B8839A4C-5D8E-47B7-ACED-D66C062B2ECB}" dt="2022-11-06T13:11:33.033" v="2019" actId="1076"/>
          <ac:spMkLst>
            <pc:docMk/>
            <pc:sldMk cId="3352971447" sldId="259"/>
            <ac:spMk id="20" creationId="{0ABC65DF-4EAD-A7F9-B778-BD0EADF87BC4}"/>
          </ac:spMkLst>
        </pc:spChg>
        <pc:spChg chg="mod">
          <ac:chgData name="One Skill" userId="8d49c830ac36a521" providerId="LiveId" clId="{B8839A4C-5D8E-47B7-ACED-D66C062B2ECB}" dt="2022-11-06T13:11:35.337" v="2020" actId="1076"/>
          <ac:spMkLst>
            <pc:docMk/>
            <pc:sldMk cId="3352971447" sldId="259"/>
            <ac:spMk id="21" creationId="{3BCF37EA-5867-E1FA-BFA8-48C3380BF8AB}"/>
          </ac:spMkLst>
        </pc:spChg>
        <pc:spChg chg="mod">
          <ac:chgData name="One Skill" userId="8d49c830ac36a521" providerId="LiveId" clId="{B8839A4C-5D8E-47B7-ACED-D66C062B2ECB}" dt="2022-11-06T13:11:38.745" v="2021" actId="1076"/>
          <ac:spMkLst>
            <pc:docMk/>
            <pc:sldMk cId="3352971447" sldId="259"/>
            <ac:spMk id="22" creationId="{FAD9DCC5-5CB5-5378-57F8-F27E9719DA63}"/>
          </ac:spMkLst>
        </pc:spChg>
        <pc:spChg chg="mod">
          <ac:chgData name="One Skill" userId="8d49c830ac36a521" providerId="LiveId" clId="{B8839A4C-5D8E-47B7-ACED-D66C062B2ECB}" dt="2022-11-06T13:09:59.728" v="1997"/>
          <ac:spMkLst>
            <pc:docMk/>
            <pc:sldMk cId="3352971447" sldId="259"/>
            <ac:spMk id="23" creationId="{6FE7D825-E74B-29F1-4455-86EFF7DF71C5}"/>
          </ac:spMkLst>
        </pc:spChg>
        <pc:spChg chg="mod modVis">
          <ac:chgData name="One Skill" userId="8d49c830ac36a521" providerId="LiveId" clId="{B8839A4C-5D8E-47B7-ACED-D66C062B2ECB}" dt="2022-11-06T13:03:09.486" v="1936"/>
          <ac:spMkLst>
            <pc:docMk/>
            <pc:sldMk cId="3352971447" sldId="259"/>
            <ac:spMk id="27" creationId="{32E4D665-3502-4C30-B2FE-B66B01BDB4AE}"/>
          </ac:spMkLst>
        </pc:spChg>
        <pc:spChg chg="mod modVis">
          <ac:chgData name="One Skill" userId="8d49c830ac36a521" providerId="LiveId" clId="{B8839A4C-5D8E-47B7-ACED-D66C062B2ECB}" dt="2022-11-06T13:03:09.486" v="1936"/>
          <ac:spMkLst>
            <pc:docMk/>
            <pc:sldMk cId="3352971447" sldId="259"/>
            <ac:spMk id="28" creationId="{5BA84914-F361-7C1A-5F7C-A35BD80E5039}"/>
          </ac:spMkLst>
        </pc:spChg>
        <pc:spChg chg="mod modVis">
          <ac:chgData name="One Skill" userId="8d49c830ac36a521" providerId="LiveId" clId="{B8839A4C-5D8E-47B7-ACED-D66C062B2ECB}" dt="2022-11-06T13:03:09.486" v="1936"/>
          <ac:spMkLst>
            <pc:docMk/>
            <pc:sldMk cId="3352971447" sldId="259"/>
            <ac:spMk id="29" creationId="{D030C77E-3AE5-0159-8997-5EA201B79CFA}"/>
          </ac:spMkLst>
        </pc:spChg>
        <pc:spChg chg="mod modVis">
          <ac:chgData name="One Skill" userId="8d49c830ac36a521" providerId="LiveId" clId="{B8839A4C-5D8E-47B7-ACED-D66C062B2ECB}" dt="2022-11-06T13:03:09.486" v="1936"/>
          <ac:spMkLst>
            <pc:docMk/>
            <pc:sldMk cId="3352971447" sldId="259"/>
            <ac:spMk id="30" creationId="{215A7484-3A5A-804A-5CDA-B9C0B754706D}"/>
          </ac:spMkLst>
        </pc:spChg>
        <pc:spChg chg="mod modVis">
          <ac:chgData name="One Skill" userId="8d49c830ac36a521" providerId="LiveId" clId="{B8839A4C-5D8E-47B7-ACED-D66C062B2ECB}" dt="2022-11-06T13:03:09.486" v="1936"/>
          <ac:spMkLst>
            <pc:docMk/>
            <pc:sldMk cId="3352971447" sldId="259"/>
            <ac:spMk id="31" creationId="{127DAE1A-3417-2E1E-60C6-1008E0043707}"/>
          </ac:spMkLst>
        </pc:spChg>
        <pc:spChg chg="mod modVis">
          <ac:chgData name="One Skill" userId="8d49c830ac36a521" providerId="LiveId" clId="{B8839A4C-5D8E-47B7-ACED-D66C062B2ECB}" dt="2022-11-06T13:03:09.486" v="1936"/>
          <ac:spMkLst>
            <pc:docMk/>
            <pc:sldMk cId="3352971447" sldId="259"/>
            <ac:spMk id="32" creationId="{FA14B071-C3C8-D46F-349A-BE07C8E67079}"/>
          </ac:spMkLst>
        </pc:spChg>
        <pc:spChg chg="mod modVis">
          <ac:chgData name="One Skill" userId="8d49c830ac36a521" providerId="LiveId" clId="{B8839A4C-5D8E-47B7-ACED-D66C062B2ECB}" dt="2022-11-06T13:03:09.486" v="1936"/>
          <ac:spMkLst>
            <pc:docMk/>
            <pc:sldMk cId="3352971447" sldId="259"/>
            <ac:spMk id="33" creationId="{BCF3DBF0-A040-7140-A5B1-7FFA314F2A73}"/>
          </ac:spMkLst>
        </pc:spChg>
        <pc:spChg chg="mod modVis">
          <ac:chgData name="One Skill" userId="8d49c830ac36a521" providerId="LiveId" clId="{B8839A4C-5D8E-47B7-ACED-D66C062B2ECB}" dt="2022-11-06T13:03:09.486" v="1936"/>
          <ac:spMkLst>
            <pc:docMk/>
            <pc:sldMk cId="3352971447" sldId="259"/>
            <ac:spMk id="34" creationId="{BE21E3C5-FFA4-93B3-11ED-B647C6746C8D}"/>
          </ac:spMkLst>
        </pc:spChg>
        <pc:spChg chg="mod modVis">
          <ac:chgData name="One Skill" userId="8d49c830ac36a521" providerId="LiveId" clId="{B8839A4C-5D8E-47B7-ACED-D66C062B2ECB}" dt="2022-11-06T13:03:09.486" v="1936"/>
          <ac:spMkLst>
            <pc:docMk/>
            <pc:sldMk cId="3352971447" sldId="259"/>
            <ac:spMk id="35" creationId="{A72F3BAA-93C9-1412-485B-8FF5D369E7A2}"/>
          </ac:spMkLst>
        </pc:spChg>
        <pc:spChg chg="mod modVis">
          <ac:chgData name="One Skill" userId="8d49c830ac36a521" providerId="LiveId" clId="{B8839A4C-5D8E-47B7-ACED-D66C062B2ECB}" dt="2022-11-06T13:03:09.486" v="1936"/>
          <ac:spMkLst>
            <pc:docMk/>
            <pc:sldMk cId="3352971447" sldId="259"/>
            <ac:spMk id="36" creationId="{ED42C8DC-74CE-EF99-EA96-BAF3B2FC0BC2}"/>
          </ac:spMkLst>
        </pc:spChg>
        <pc:spChg chg="mod modVis">
          <ac:chgData name="One Skill" userId="8d49c830ac36a521" providerId="LiveId" clId="{B8839A4C-5D8E-47B7-ACED-D66C062B2ECB}" dt="2022-11-06T13:03:09.486" v="1936"/>
          <ac:spMkLst>
            <pc:docMk/>
            <pc:sldMk cId="3352971447" sldId="259"/>
            <ac:spMk id="37" creationId="{ABD6A03E-1891-0206-67EA-7662778E2DC6}"/>
          </ac:spMkLst>
        </pc:spChg>
        <pc:spChg chg="mod modVis">
          <ac:chgData name="One Skill" userId="8d49c830ac36a521" providerId="LiveId" clId="{B8839A4C-5D8E-47B7-ACED-D66C062B2ECB}" dt="2022-11-06T13:03:09.486" v="1936"/>
          <ac:spMkLst>
            <pc:docMk/>
            <pc:sldMk cId="3352971447" sldId="259"/>
            <ac:spMk id="38" creationId="{845B49CB-F382-7C2D-081C-07B6642C9EEB}"/>
          </ac:spMkLst>
        </pc:spChg>
        <pc:spChg chg="mod modVis">
          <ac:chgData name="One Skill" userId="8d49c830ac36a521" providerId="LiveId" clId="{B8839A4C-5D8E-47B7-ACED-D66C062B2ECB}" dt="2022-11-06T13:03:09.486" v="1936"/>
          <ac:spMkLst>
            <pc:docMk/>
            <pc:sldMk cId="3352971447" sldId="259"/>
            <ac:spMk id="39" creationId="{61F3924F-095E-F368-DC6E-4AA77AFB6DC4}"/>
          </ac:spMkLst>
        </pc:spChg>
        <pc:spChg chg="mod modVis">
          <ac:chgData name="One Skill" userId="8d49c830ac36a521" providerId="LiveId" clId="{B8839A4C-5D8E-47B7-ACED-D66C062B2ECB}" dt="2022-11-06T13:03:09.486" v="1936"/>
          <ac:spMkLst>
            <pc:docMk/>
            <pc:sldMk cId="3352971447" sldId="259"/>
            <ac:spMk id="40" creationId="{250475D7-C395-3E0B-74D3-7A96A906AA74}"/>
          </ac:spMkLst>
        </pc:spChg>
        <pc:spChg chg="mod modVis">
          <ac:chgData name="One Skill" userId="8d49c830ac36a521" providerId="LiveId" clId="{B8839A4C-5D8E-47B7-ACED-D66C062B2ECB}" dt="2022-11-06T13:03:09.486" v="1936"/>
          <ac:spMkLst>
            <pc:docMk/>
            <pc:sldMk cId="3352971447" sldId="259"/>
            <ac:spMk id="41" creationId="{7ABED1B2-0D09-90C2-F3A1-F13390C83934}"/>
          </ac:spMkLst>
        </pc:spChg>
        <pc:spChg chg="mod modVis">
          <ac:chgData name="One Skill" userId="8d49c830ac36a521" providerId="LiveId" clId="{B8839A4C-5D8E-47B7-ACED-D66C062B2ECB}" dt="2022-11-06T13:03:09.486" v="1936"/>
          <ac:spMkLst>
            <pc:docMk/>
            <pc:sldMk cId="3352971447" sldId="259"/>
            <ac:spMk id="42" creationId="{5C280046-8897-E4C0-FAD3-837DC5CA3B5B}"/>
          </ac:spMkLst>
        </pc:spChg>
        <pc:spChg chg="mod modVis">
          <ac:chgData name="One Skill" userId="8d49c830ac36a521" providerId="LiveId" clId="{B8839A4C-5D8E-47B7-ACED-D66C062B2ECB}" dt="2022-11-06T13:03:09.486" v="1936"/>
          <ac:spMkLst>
            <pc:docMk/>
            <pc:sldMk cId="3352971447" sldId="259"/>
            <ac:spMk id="43" creationId="{D9CF7652-78BF-1090-A115-D2830588A041}"/>
          </ac:spMkLst>
        </pc:spChg>
        <pc:spChg chg="mod modVis">
          <ac:chgData name="One Skill" userId="8d49c830ac36a521" providerId="LiveId" clId="{B8839A4C-5D8E-47B7-ACED-D66C062B2ECB}" dt="2022-11-06T13:03:09.486" v="1936"/>
          <ac:spMkLst>
            <pc:docMk/>
            <pc:sldMk cId="3352971447" sldId="259"/>
            <ac:spMk id="44" creationId="{CD13C075-BE55-4CF6-F813-FCF6FE7F408E}"/>
          </ac:spMkLst>
        </pc:spChg>
        <pc:spChg chg="mod modVis">
          <ac:chgData name="One Skill" userId="8d49c830ac36a521" providerId="LiveId" clId="{B8839A4C-5D8E-47B7-ACED-D66C062B2ECB}" dt="2022-11-06T13:03:09.486" v="1936"/>
          <ac:spMkLst>
            <pc:docMk/>
            <pc:sldMk cId="3352971447" sldId="259"/>
            <ac:spMk id="45" creationId="{D1EFBAF3-2195-6D3F-5411-B2DFEA3FADBE}"/>
          </ac:spMkLst>
        </pc:spChg>
        <pc:spChg chg="mod modVis">
          <ac:chgData name="One Skill" userId="8d49c830ac36a521" providerId="LiveId" clId="{B8839A4C-5D8E-47B7-ACED-D66C062B2ECB}" dt="2022-11-06T13:03:09.486" v="1936"/>
          <ac:spMkLst>
            <pc:docMk/>
            <pc:sldMk cId="3352971447" sldId="259"/>
            <ac:spMk id="46" creationId="{6F9A4E4E-8201-4CBF-EB15-3607DCAE6301}"/>
          </ac:spMkLst>
        </pc:spChg>
        <pc:spChg chg="mod">
          <ac:chgData name="One Skill" userId="8d49c830ac36a521" providerId="LiveId" clId="{B8839A4C-5D8E-47B7-ACED-D66C062B2ECB}" dt="2022-11-06T13:09:59.728" v="1997"/>
          <ac:spMkLst>
            <pc:docMk/>
            <pc:sldMk cId="3352971447" sldId="259"/>
            <ac:spMk id="47" creationId="{BD46F03A-3A6E-0DB8-D630-E103870D3A16}"/>
          </ac:spMkLst>
        </pc:spChg>
        <pc:spChg chg="mod">
          <ac:chgData name="One Skill" userId="8d49c830ac36a521" providerId="LiveId" clId="{B8839A4C-5D8E-47B7-ACED-D66C062B2ECB}" dt="2022-11-06T13:11:43.273" v="2022" actId="1076"/>
          <ac:spMkLst>
            <pc:docMk/>
            <pc:sldMk cId="3352971447" sldId="259"/>
            <ac:spMk id="48" creationId="{D0B44730-AB65-69D9-C48D-279E06ECDB96}"/>
          </ac:spMkLst>
        </pc:spChg>
        <pc:spChg chg="mod modVis">
          <ac:chgData name="One Skill" userId="8d49c830ac36a521" providerId="LiveId" clId="{B8839A4C-5D8E-47B7-ACED-D66C062B2ECB}" dt="2022-11-06T13:03:02.914" v="1657"/>
          <ac:spMkLst>
            <pc:docMk/>
            <pc:sldMk cId="3352971447" sldId="259"/>
            <ac:spMk id="49" creationId="{3932172C-66E9-58B8-97EF-9F6EFF910C42}"/>
          </ac:spMkLst>
        </pc:spChg>
        <pc:spChg chg="mod">
          <ac:chgData name="One Skill" userId="8d49c830ac36a521" providerId="LiveId" clId="{B8839A4C-5D8E-47B7-ACED-D66C062B2ECB}" dt="2022-11-06T13:11:26.565" v="2016" actId="1076"/>
          <ac:spMkLst>
            <pc:docMk/>
            <pc:sldMk cId="3352971447" sldId="259"/>
            <ac:spMk id="50" creationId="{33322718-F2D9-725F-477C-8901EBEB8168}"/>
          </ac:spMkLst>
        </pc:spChg>
        <pc:spChg chg="mod modVis">
          <ac:chgData name="One Skill" userId="8d49c830ac36a521" providerId="LiveId" clId="{B8839A4C-5D8E-47B7-ACED-D66C062B2ECB}" dt="2022-11-06T13:03:02.917" v="1683"/>
          <ac:spMkLst>
            <pc:docMk/>
            <pc:sldMk cId="3352971447" sldId="259"/>
            <ac:spMk id="52" creationId="{C88AFB70-C84A-42EB-3D61-A4384B962BF7}"/>
          </ac:spMkLst>
        </pc:spChg>
        <pc:spChg chg="mod modVis">
          <ac:chgData name="One Skill" userId="8d49c830ac36a521" providerId="LiveId" clId="{B8839A4C-5D8E-47B7-ACED-D66C062B2ECB}" dt="2022-11-06T13:57:29.041" v="2040" actId="14100"/>
          <ac:spMkLst>
            <pc:docMk/>
            <pc:sldMk cId="3352971447" sldId="259"/>
            <ac:spMk id="53" creationId="{D6DE1424-2727-BCFE-80C1-78DA46A2105E}"/>
          </ac:spMkLst>
        </pc:spChg>
        <pc:spChg chg="mod modVis">
          <ac:chgData name="One Skill" userId="8d49c830ac36a521" providerId="LiveId" clId="{B8839A4C-5D8E-47B7-ACED-D66C062B2ECB}" dt="2022-11-06T13:57:31.320" v="2041" actId="14100"/>
          <ac:spMkLst>
            <pc:docMk/>
            <pc:sldMk cId="3352971447" sldId="259"/>
            <ac:spMk id="54" creationId="{2D420FBC-A0A5-BAB0-55C1-BDCAAD9734D7}"/>
          </ac:spMkLst>
        </pc:spChg>
        <pc:spChg chg="mod modVis">
          <ac:chgData name="One Skill" userId="8d49c830ac36a521" providerId="LiveId" clId="{B8839A4C-5D8E-47B7-ACED-D66C062B2ECB}" dt="2022-11-06T13:03:02.920" v="1711"/>
          <ac:spMkLst>
            <pc:docMk/>
            <pc:sldMk cId="3352971447" sldId="259"/>
            <ac:spMk id="60" creationId="{D8DAF28D-E231-D65A-CEB1-1A78E3180C37}"/>
          </ac:spMkLst>
        </pc:spChg>
        <pc:spChg chg="mod modVis">
          <ac:chgData name="One Skill" userId="8d49c830ac36a521" providerId="LiveId" clId="{B8839A4C-5D8E-47B7-ACED-D66C062B2ECB}" dt="2022-11-06T13:03:02.920" v="1713"/>
          <ac:spMkLst>
            <pc:docMk/>
            <pc:sldMk cId="3352971447" sldId="259"/>
            <ac:spMk id="61" creationId="{823A9E92-4871-C105-5FFC-DF23C05214D5}"/>
          </ac:spMkLst>
        </pc:spChg>
        <pc:spChg chg="mod modVis">
          <ac:chgData name="One Skill" userId="8d49c830ac36a521" providerId="LiveId" clId="{B8839A4C-5D8E-47B7-ACED-D66C062B2ECB}" dt="2022-11-06T13:03:02.920" v="1715"/>
          <ac:spMkLst>
            <pc:docMk/>
            <pc:sldMk cId="3352971447" sldId="259"/>
            <ac:spMk id="62" creationId="{A60C2453-917B-C883-7533-5457E728A0C7}"/>
          </ac:spMkLst>
        </pc:spChg>
        <pc:spChg chg="mod modVis">
          <ac:chgData name="One Skill" userId="8d49c830ac36a521" providerId="LiveId" clId="{B8839A4C-5D8E-47B7-ACED-D66C062B2ECB}" dt="2022-11-06T13:03:02.919" v="1703"/>
          <ac:spMkLst>
            <pc:docMk/>
            <pc:sldMk cId="3352971447" sldId="259"/>
            <ac:spMk id="63" creationId="{028EA253-AC97-9F27-CAA4-EF5B2C1747C5}"/>
          </ac:spMkLst>
        </pc:spChg>
        <pc:spChg chg="mod modVis">
          <ac:chgData name="One Skill" userId="8d49c830ac36a521" providerId="LiveId" clId="{B8839A4C-5D8E-47B7-ACED-D66C062B2ECB}" dt="2022-11-06T13:03:02.919" v="1705"/>
          <ac:spMkLst>
            <pc:docMk/>
            <pc:sldMk cId="3352971447" sldId="259"/>
            <ac:spMk id="64" creationId="{43060E11-36B3-EBFD-1CA7-F0032A568729}"/>
          </ac:spMkLst>
        </pc:spChg>
        <pc:spChg chg="mod modVis">
          <ac:chgData name="One Skill" userId="8d49c830ac36a521" providerId="LiveId" clId="{B8839A4C-5D8E-47B7-ACED-D66C062B2ECB}" dt="2022-11-06T13:03:02.919" v="1707"/>
          <ac:spMkLst>
            <pc:docMk/>
            <pc:sldMk cId="3352971447" sldId="259"/>
            <ac:spMk id="65" creationId="{908C9B68-71E6-1BBD-A39C-03B1E2CB27CF}"/>
          </ac:spMkLst>
        </pc:spChg>
        <pc:spChg chg="mod modVis">
          <ac:chgData name="One Skill" userId="8d49c830ac36a521" providerId="LiveId" clId="{B8839A4C-5D8E-47B7-ACED-D66C062B2ECB}" dt="2022-11-06T13:03:02.918" v="1695"/>
          <ac:spMkLst>
            <pc:docMk/>
            <pc:sldMk cId="3352971447" sldId="259"/>
            <ac:spMk id="67" creationId="{4663F199-DE11-88B4-F325-B0F1D0035037}"/>
          </ac:spMkLst>
        </pc:spChg>
        <pc:spChg chg="mod modVis">
          <ac:chgData name="One Skill" userId="8d49c830ac36a521" providerId="LiveId" clId="{B8839A4C-5D8E-47B7-ACED-D66C062B2ECB}" dt="2022-11-06T13:03:02.918" v="1697"/>
          <ac:spMkLst>
            <pc:docMk/>
            <pc:sldMk cId="3352971447" sldId="259"/>
            <ac:spMk id="68" creationId="{EE205D54-906C-7FDC-F465-88190E1BAC03}"/>
          </ac:spMkLst>
        </pc:spChg>
        <pc:spChg chg="mod modVis">
          <ac:chgData name="One Skill" userId="8d49c830ac36a521" providerId="LiveId" clId="{B8839A4C-5D8E-47B7-ACED-D66C062B2ECB}" dt="2022-11-06T13:03:02.918" v="1699"/>
          <ac:spMkLst>
            <pc:docMk/>
            <pc:sldMk cId="3352971447" sldId="259"/>
            <ac:spMk id="69" creationId="{92A46CAB-CC3E-D3FB-6EC0-7A5916E2AE40}"/>
          </ac:spMkLst>
        </pc:spChg>
        <pc:spChg chg="mod modVis">
          <ac:chgData name="One Skill" userId="8d49c830ac36a521" providerId="LiveId" clId="{B8839A4C-5D8E-47B7-ACED-D66C062B2ECB}" dt="2022-11-06T13:03:02.917" v="1689"/>
          <ac:spMkLst>
            <pc:docMk/>
            <pc:sldMk cId="3352971447" sldId="259"/>
            <ac:spMk id="71" creationId="{6176BD11-BBD1-A5D7-C0E5-7805CE320164}"/>
          </ac:spMkLst>
        </pc:spChg>
        <pc:spChg chg="mod modVis">
          <ac:chgData name="One Skill" userId="8d49c830ac36a521" providerId="LiveId" clId="{B8839A4C-5D8E-47B7-ACED-D66C062B2ECB}" dt="2022-11-06T13:03:02.918" v="1691"/>
          <ac:spMkLst>
            <pc:docMk/>
            <pc:sldMk cId="3352971447" sldId="259"/>
            <ac:spMk id="72" creationId="{371DFC86-ED8C-5061-055E-901073783E42}"/>
          </ac:spMkLst>
        </pc:spChg>
        <pc:spChg chg="mod">
          <ac:chgData name="One Skill" userId="8d49c830ac36a521" providerId="LiveId" clId="{B8839A4C-5D8E-47B7-ACED-D66C062B2ECB}" dt="2022-11-06T13:09:59.728" v="1997"/>
          <ac:spMkLst>
            <pc:docMk/>
            <pc:sldMk cId="3352971447" sldId="259"/>
            <ac:spMk id="74" creationId="{A8B1A642-D045-3926-4CCB-B178EA0DD155}"/>
          </ac:spMkLst>
        </pc:spChg>
        <pc:spChg chg="mod modVis">
          <ac:chgData name="One Skill" userId="8d49c830ac36a521" providerId="LiveId" clId="{B8839A4C-5D8E-47B7-ACED-D66C062B2ECB}" dt="2022-11-06T13:03:02.929" v="1803"/>
          <ac:spMkLst>
            <pc:docMk/>
            <pc:sldMk cId="3352971447" sldId="259"/>
            <ac:spMk id="75" creationId="{ECC8BF78-95B1-1F9A-0734-4BF89A30D67E}"/>
          </ac:spMkLst>
        </pc:spChg>
        <pc:spChg chg="mod modVis">
          <ac:chgData name="One Skill" userId="8d49c830ac36a521" providerId="LiveId" clId="{B8839A4C-5D8E-47B7-ACED-D66C062B2ECB}" dt="2022-11-06T13:03:02.930" v="1805"/>
          <ac:spMkLst>
            <pc:docMk/>
            <pc:sldMk cId="3352971447" sldId="259"/>
            <ac:spMk id="76" creationId="{E636C537-679D-3EEF-F368-CB560D0630DA}"/>
          </ac:spMkLst>
        </pc:spChg>
        <pc:spChg chg="mod modVis">
          <ac:chgData name="One Skill" userId="8d49c830ac36a521" providerId="LiveId" clId="{B8839A4C-5D8E-47B7-ACED-D66C062B2ECB}" dt="2022-11-06T13:03:02.930" v="1807"/>
          <ac:spMkLst>
            <pc:docMk/>
            <pc:sldMk cId="3352971447" sldId="259"/>
            <ac:spMk id="77" creationId="{9160CAA7-FBD9-1483-716A-77C966384608}"/>
          </ac:spMkLst>
        </pc:spChg>
        <pc:spChg chg="mod modVis">
          <ac:chgData name="One Skill" userId="8d49c830ac36a521" providerId="LiveId" clId="{B8839A4C-5D8E-47B7-ACED-D66C062B2ECB}" dt="2022-11-06T13:03:02.930" v="1809"/>
          <ac:spMkLst>
            <pc:docMk/>
            <pc:sldMk cId="3352971447" sldId="259"/>
            <ac:spMk id="78" creationId="{745A8F62-F59B-0CEF-3D8D-B96270E9C79A}"/>
          </ac:spMkLst>
        </pc:spChg>
        <pc:spChg chg="mod modVis">
          <ac:chgData name="One Skill" userId="8d49c830ac36a521" providerId="LiveId" clId="{B8839A4C-5D8E-47B7-ACED-D66C062B2ECB}" dt="2022-11-06T13:03:02.930" v="1811"/>
          <ac:spMkLst>
            <pc:docMk/>
            <pc:sldMk cId="3352971447" sldId="259"/>
            <ac:spMk id="79" creationId="{0E0598C7-9539-EFE9-5537-1EDEBFE3950F}"/>
          </ac:spMkLst>
        </pc:spChg>
        <pc:spChg chg="mod modVis">
          <ac:chgData name="One Skill" userId="8d49c830ac36a521" providerId="LiveId" clId="{B8839A4C-5D8E-47B7-ACED-D66C062B2ECB}" dt="2022-11-06T13:03:02.931" v="1813"/>
          <ac:spMkLst>
            <pc:docMk/>
            <pc:sldMk cId="3352971447" sldId="259"/>
            <ac:spMk id="80" creationId="{B54E6D70-A24E-100C-B1B9-AB1D7BB4FE9E}"/>
          </ac:spMkLst>
        </pc:spChg>
        <pc:spChg chg="mod modVis">
          <ac:chgData name="One Skill" userId="8d49c830ac36a521" providerId="LiveId" clId="{B8839A4C-5D8E-47B7-ACED-D66C062B2ECB}" dt="2022-11-06T13:03:02.931" v="1815"/>
          <ac:spMkLst>
            <pc:docMk/>
            <pc:sldMk cId="3352971447" sldId="259"/>
            <ac:spMk id="81" creationId="{49C94653-85C6-9F7C-494D-C4353A439EC5}"/>
          </ac:spMkLst>
        </pc:spChg>
        <pc:spChg chg="mod modVis">
          <ac:chgData name="One Skill" userId="8d49c830ac36a521" providerId="LiveId" clId="{B8839A4C-5D8E-47B7-ACED-D66C062B2ECB}" dt="2022-11-06T13:03:02.931" v="1817"/>
          <ac:spMkLst>
            <pc:docMk/>
            <pc:sldMk cId="3352971447" sldId="259"/>
            <ac:spMk id="82" creationId="{D1447006-A4B9-74D8-8804-DEB9A50278EF}"/>
          </ac:spMkLst>
        </pc:spChg>
        <pc:spChg chg="mod modVis">
          <ac:chgData name="One Skill" userId="8d49c830ac36a521" providerId="LiveId" clId="{B8839A4C-5D8E-47B7-ACED-D66C062B2ECB}" dt="2022-11-06T13:03:02.931" v="1819"/>
          <ac:spMkLst>
            <pc:docMk/>
            <pc:sldMk cId="3352971447" sldId="259"/>
            <ac:spMk id="83" creationId="{7BAA5A3B-22F6-0DE5-A612-499C43874860}"/>
          </ac:spMkLst>
        </pc:spChg>
        <pc:spChg chg="mod modVis">
          <ac:chgData name="One Skill" userId="8d49c830ac36a521" providerId="LiveId" clId="{B8839A4C-5D8E-47B7-ACED-D66C062B2ECB}" dt="2022-11-06T13:03:02.932" v="1821"/>
          <ac:spMkLst>
            <pc:docMk/>
            <pc:sldMk cId="3352971447" sldId="259"/>
            <ac:spMk id="84" creationId="{055A7535-6C93-A586-AE5D-DA65FC78405D}"/>
          </ac:spMkLst>
        </pc:spChg>
        <pc:spChg chg="mod modVis">
          <ac:chgData name="One Skill" userId="8d49c830ac36a521" providerId="LiveId" clId="{B8839A4C-5D8E-47B7-ACED-D66C062B2ECB}" dt="2022-11-06T13:03:02.932" v="1823"/>
          <ac:spMkLst>
            <pc:docMk/>
            <pc:sldMk cId="3352971447" sldId="259"/>
            <ac:spMk id="85" creationId="{698AA242-44EC-064E-3EDE-5E97E123D57D}"/>
          </ac:spMkLst>
        </pc:spChg>
        <pc:spChg chg="mod modVis">
          <ac:chgData name="One Skill" userId="8d49c830ac36a521" providerId="LiveId" clId="{B8839A4C-5D8E-47B7-ACED-D66C062B2ECB}" dt="2022-11-06T13:13:29.414" v="2033" actId="554"/>
          <ac:spMkLst>
            <pc:docMk/>
            <pc:sldMk cId="3352971447" sldId="259"/>
            <ac:spMk id="86" creationId="{28B9C78E-C1E9-87A2-563E-7799BF85FA19}"/>
          </ac:spMkLst>
        </pc:spChg>
        <pc:spChg chg="mod modVis">
          <ac:chgData name="One Skill" userId="8d49c830ac36a521" providerId="LiveId" clId="{B8839A4C-5D8E-47B7-ACED-D66C062B2ECB}" dt="2022-11-06T13:03:02.921" v="1719"/>
          <ac:spMkLst>
            <pc:docMk/>
            <pc:sldMk cId="3352971447" sldId="259"/>
            <ac:spMk id="87" creationId="{D452D1D0-C076-2D50-A59F-F5D563BE1FD7}"/>
          </ac:spMkLst>
        </pc:spChg>
        <pc:spChg chg="mod modVis">
          <ac:chgData name="One Skill" userId="8d49c830ac36a521" providerId="LiveId" clId="{B8839A4C-5D8E-47B7-ACED-D66C062B2ECB}" dt="2022-11-06T13:13:45.458" v="2038" actId="1076"/>
          <ac:spMkLst>
            <pc:docMk/>
            <pc:sldMk cId="3352971447" sldId="259"/>
            <ac:spMk id="88" creationId="{027ED151-FAB3-0268-A143-E3A07B7F3C38}"/>
          </ac:spMkLst>
        </pc:spChg>
        <pc:spChg chg="mod">
          <ac:chgData name="One Skill" userId="8d49c830ac36a521" providerId="LiveId" clId="{B8839A4C-5D8E-47B7-ACED-D66C062B2ECB}" dt="2022-11-06T13:12:47.271" v="2025"/>
          <ac:spMkLst>
            <pc:docMk/>
            <pc:sldMk cId="3352971447" sldId="259"/>
            <ac:spMk id="90" creationId="{3B4C712A-9E0E-B6C6-86C0-75CDCADDEBC5}"/>
          </ac:spMkLst>
        </pc:spChg>
        <pc:spChg chg="mod modVis">
          <ac:chgData name="One Skill" userId="8d49c830ac36a521" providerId="LiveId" clId="{B8839A4C-5D8E-47B7-ACED-D66C062B2ECB}" dt="2022-11-06T13:03:02.922" v="1731"/>
          <ac:spMkLst>
            <pc:docMk/>
            <pc:sldMk cId="3352971447" sldId="259"/>
            <ac:spMk id="91" creationId="{A2154279-1577-A591-A5AC-C0DADE93C66E}"/>
          </ac:spMkLst>
        </pc:spChg>
        <pc:spChg chg="mod modVis">
          <ac:chgData name="One Skill" userId="8d49c830ac36a521" providerId="LiveId" clId="{B8839A4C-5D8E-47B7-ACED-D66C062B2ECB}" dt="2022-11-06T13:03:02.922" v="1733"/>
          <ac:spMkLst>
            <pc:docMk/>
            <pc:sldMk cId="3352971447" sldId="259"/>
            <ac:spMk id="92" creationId="{5827D99F-7A9B-4DFB-AF55-417645D74202}"/>
          </ac:spMkLst>
        </pc:spChg>
        <pc:spChg chg="mod modVis">
          <ac:chgData name="One Skill" userId="8d49c830ac36a521" providerId="LiveId" clId="{B8839A4C-5D8E-47B7-ACED-D66C062B2ECB}" dt="2022-11-06T13:03:02.922" v="1735"/>
          <ac:spMkLst>
            <pc:docMk/>
            <pc:sldMk cId="3352971447" sldId="259"/>
            <ac:spMk id="94" creationId="{2B20F270-2CAB-6FD9-268C-15347426C870}"/>
          </ac:spMkLst>
        </pc:spChg>
        <pc:spChg chg="mod modVis">
          <ac:chgData name="One Skill" userId="8d49c830ac36a521" providerId="LiveId" clId="{B8839A4C-5D8E-47B7-ACED-D66C062B2ECB}" dt="2022-11-06T13:03:02.922" v="1737"/>
          <ac:spMkLst>
            <pc:docMk/>
            <pc:sldMk cId="3352971447" sldId="259"/>
            <ac:spMk id="95" creationId="{ADCBFE6F-24BC-669C-48EE-7645C9EB1A98}"/>
          </ac:spMkLst>
        </pc:spChg>
        <pc:spChg chg="mod modVis">
          <ac:chgData name="One Skill" userId="8d49c830ac36a521" providerId="LiveId" clId="{B8839A4C-5D8E-47B7-ACED-D66C062B2ECB}" dt="2022-11-06T13:03:02.923" v="1739"/>
          <ac:spMkLst>
            <pc:docMk/>
            <pc:sldMk cId="3352971447" sldId="259"/>
            <ac:spMk id="96" creationId="{8203F2E1-F58B-668C-D8B4-E780B0E13E41}"/>
          </ac:spMkLst>
        </pc:spChg>
        <pc:spChg chg="mod modVis">
          <ac:chgData name="One Skill" userId="8d49c830ac36a521" providerId="LiveId" clId="{B8839A4C-5D8E-47B7-ACED-D66C062B2ECB}" dt="2022-11-06T13:03:02.923" v="1741"/>
          <ac:spMkLst>
            <pc:docMk/>
            <pc:sldMk cId="3352971447" sldId="259"/>
            <ac:spMk id="98" creationId="{7E467273-46F3-5161-2611-F583CA71C6B4}"/>
          </ac:spMkLst>
        </pc:spChg>
        <pc:spChg chg="mod modVis">
          <ac:chgData name="One Skill" userId="8d49c830ac36a521" providerId="LiveId" clId="{B8839A4C-5D8E-47B7-ACED-D66C062B2ECB}" dt="2022-11-06T13:08:53.369" v="1992" actId="20577"/>
          <ac:spMkLst>
            <pc:docMk/>
            <pc:sldMk cId="3352971447" sldId="259"/>
            <ac:spMk id="99" creationId="{5A840281-0063-930D-6268-3282DEAF3EE0}"/>
          </ac:spMkLst>
        </pc:spChg>
        <pc:spChg chg="mod modVis">
          <ac:chgData name="One Skill" userId="8d49c830ac36a521" providerId="LiveId" clId="{B8839A4C-5D8E-47B7-ACED-D66C062B2ECB}" dt="2022-11-06T13:03:02.923" v="1745"/>
          <ac:spMkLst>
            <pc:docMk/>
            <pc:sldMk cId="3352971447" sldId="259"/>
            <ac:spMk id="100" creationId="{E4035B76-437A-BDAF-083F-E3C4B237424B}"/>
          </ac:spMkLst>
        </pc:spChg>
        <pc:spChg chg="mod">
          <ac:chgData name="One Skill" userId="8d49c830ac36a521" providerId="LiveId" clId="{B8839A4C-5D8E-47B7-ACED-D66C062B2ECB}" dt="2022-11-06T13:12:47.271" v="2025"/>
          <ac:spMkLst>
            <pc:docMk/>
            <pc:sldMk cId="3352971447" sldId="259"/>
            <ac:spMk id="102" creationId="{2C2449E3-CD4F-F0A1-9D63-5EDB435A45E0}"/>
          </ac:spMkLst>
        </pc:spChg>
        <pc:spChg chg="mod modVis">
          <ac:chgData name="One Skill" userId="8d49c830ac36a521" providerId="LiveId" clId="{B8839A4C-5D8E-47B7-ACED-D66C062B2ECB}" dt="2022-11-06T13:03:02.924" v="1749"/>
          <ac:spMkLst>
            <pc:docMk/>
            <pc:sldMk cId="3352971447" sldId="259"/>
            <ac:spMk id="103" creationId="{2AEA614E-EB26-D9DE-77AA-C0437C7B4B1E}"/>
          </ac:spMkLst>
        </pc:spChg>
        <pc:spChg chg="mod modVis">
          <ac:chgData name="One Skill" userId="8d49c830ac36a521" providerId="LiveId" clId="{B8839A4C-5D8E-47B7-ACED-D66C062B2ECB}" dt="2022-11-06T13:03:02.924" v="1756"/>
          <ac:spMkLst>
            <pc:docMk/>
            <pc:sldMk cId="3352971447" sldId="259"/>
            <ac:spMk id="104" creationId="{D977BACA-0007-D8AF-969E-C55BB6012077}"/>
          </ac:spMkLst>
        </pc:spChg>
        <pc:spChg chg="mod modVis">
          <ac:chgData name="One Skill" userId="8d49c830ac36a521" providerId="LiveId" clId="{B8839A4C-5D8E-47B7-ACED-D66C062B2ECB}" dt="2022-11-06T13:03:02.924" v="1758"/>
          <ac:spMkLst>
            <pc:docMk/>
            <pc:sldMk cId="3352971447" sldId="259"/>
            <ac:spMk id="105" creationId="{95DD3F28-0199-14DD-E2DE-43EDEF9F9CB5}"/>
          </ac:spMkLst>
        </pc:spChg>
        <pc:spChg chg="mod modVis">
          <ac:chgData name="One Skill" userId="8d49c830ac36a521" providerId="LiveId" clId="{B8839A4C-5D8E-47B7-ACED-D66C062B2ECB}" dt="2022-11-06T13:03:02.925" v="1760"/>
          <ac:spMkLst>
            <pc:docMk/>
            <pc:sldMk cId="3352971447" sldId="259"/>
            <ac:spMk id="106" creationId="{D32A2EC5-6AF9-A57A-3A4C-25BEFEC9A5EC}"/>
          </ac:spMkLst>
        </pc:spChg>
        <pc:spChg chg="mod modVis">
          <ac:chgData name="One Skill" userId="8d49c830ac36a521" providerId="LiveId" clId="{B8839A4C-5D8E-47B7-ACED-D66C062B2ECB}" dt="2022-11-06T13:03:02.941" v="1908"/>
          <ac:spMkLst>
            <pc:docMk/>
            <pc:sldMk cId="3352971447" sldId="259"/>
            <ac:spMk id="111" creationId="{9C30928F-4CB2-0266-5600-68AEFA6E29EC}"/>
          </ac:spMkLst>
        </pc:spChg>
        <pc:spChg chg="mod modVis">
          <ac:chgData name="One Skill" userId="8d49c830ac36a521" providerId="LiveId" clId="{B8839A4C-5D8E-47B7-ACED-D66C062B2ECB}" dt="2022-11-06T13:03:02.941" v="1910"/>
          <ac:spMkLst>
            <pc:docMk/>
            <pc:sldMk cId="3352971447" sldId="259"/>
            <ac:spMk id="112" creationId="{FE0A0BE5-0B4D-B79C-7095-1A188271B733}"/>
          </ac:spMkLst>
        </pc:spChg>
        <pc:spChg chg="mod modVis">
          <ac:chgData name="One Skill" userId="8d49c830ac36a521" providerId="LiveId" clId="{B8839A4C-5D8E-47B7-ACED-D66C062B2ECB}" dt="2022-11-06T13:03:02.942" v="1912"/>
          <ac:spMkLst>
            <pc:docMk/>
            <pc:sldMk cId="3352971447" sldId="259"/>
            <ac:spMk id="113" creationId="{41924967-7926-518C-7D38-2F61BDAF9389}"/>
          </ac:spMkLst>
        </pc:spChg>
        <pc:spChg chg="mod modVis">
          <ac:chgData name="One Skill" userId="8d49c830ac36a521" providerId="LiveId" clId="{B8839A4C-5D8E-47B7-ACED-D66C062B2ECB}" dt="2022-11-06T13:03:02.940" v="1900"/>
          <ac:spMkLst>
            <pc:docMk/>
            <pc:sldMk cId="3352971447" sldId="259"/>
            <ac:spMk id="114" creationId="{876AE69E-F49A-4D1F-7D32-51A8A35F0B7E}"/>
          </ac:spMkLst>
        </pc:spChg>
        <pc:spChg chg="mod modVis">
          <ac:chgData name="One Skill" userId="8d49c830ac36a521" providerId="LiveId" clId="{B8839A4C-5D8E-47B7-ACED-D66C062B2ECB}" dt="2022-11-06T13:03:02.941" v="1902"/>
          <ac:spMkLst>
            <pc:docMk/>
            <pc:sldMk cId="3352971447" sldId="259"/>
            <ac:spMk id="115" creationId="{2432974D-FD24-0596-13F1-6527A92DF4F9}"/>
          </ac:spMkLst>
        </pc:spChg>
        <pc:spChg chg="mod modVis">
          <ac:chgData name="One Skill" userId="8d49c830ac36a521" providerId="LiveId" clId="{B8839A4C-5D8E-47B7-ACED-D66C062B2ECB}" dt="2022-11-06T13:03:02.941" v="1904"/>
          <ac:spMkLst>
            <pc:docMk/>
            <pc:sldMk cId="3352971447" sldId="259"/>
            <ac:spMk id="116" creationId="{0266D24D-95BE-F00F-32E8-EC24F3A083EF}"/>
          </ac:spMkLst>
        </pc:spChg>
        <pc:spChg chg="mod modVis">
          <ac:chgData name="One Skill" userId="8d49c830ac36a521" providerId="LiveId" clId="{B8839A4C-5D8E-47B7-ACED-D66C062B2ECB}" dt="2022-11-06T13:03:02.940" v="1892"/>
          <ac:spMkLst>
            <pc:docMk/>
            <pc:sldMk cId="3352971447" sldId="259"/>
            <ac:spMk id="118" creationId="{A31DA585-720F-4E0D-04A8-2CA850B5425B}"/>
          </ac:spMkLst>
        </pc:spChg>
        <pc:spChg chg="mod modVis">
          <ac:chgData name="One Skill" userId="8d49c830ac36a521" providerId="LiveId" clId="{B8839A4C-5D8E-47B7-ACED-D66C062B2ECB}" dt="2022-11-06T13:03:02.940" v="1894"/>
          <ac:spMkLst>
            <pc:docMk/>
            <pc:sldMk cId="3352971447" sldId="259"/>
            <ac:spMk id="119" creationId="{5D5B7465-C2C7-FFD8-26B6-210169D6C2EF}"/>
          </ac:spMkLst>
        </pc:spChg>
        <pc:spChg chg="mod modVis">
          <ac:chgData name="One Skill" userId="8d49c830ac36a521" providerId="LiveId" clId="{B8839A4C-5D8E-47B7-ACED-D66C062B2ECB}" dt="2022-11-06T13:03:02.940" v="1896"/>
          <ac:spMkLst>
            <pc:docMk/>
            <pc:sldMk cId="3352971447" sldId="259"/>
            <ac:spMk id="120" creationId="{7103E058-C2EB-24D8-2946-9468E9B28996}"/>
          </ac:spMkLst>
        </pc:spChg>
        <pc:spChg chg="mod modVis">
          <ac:chgData name="One Skill" userId="8d49c830ac36a521" providerId="LiveId" clId="{B8839A4C-5D8E-47B7-ACED-D66C062B2ECB}" dt="2022-11-06T13:03:02.939" v="1886"/>
          <ac:spMkLst>
            <pc:docMk/>
            <pc:sldMk cId="3352971447" sldId="259"/>
            <ac:spMk id="122" creationId="{84B27885-9C58-4CF2-D17B-53DB66C4E924}"/>
          </ac:spMkLst>
        </pc:spChg>
        <pc:spChg chg="mod modVis">
          <ac:chgData name="One Skill" userId="8d49c830ac36a521" providerId="LiveId" clId="{B8839A4C-5D8E-47B7-ACED-D66C062B2ECB}" dt="2022-11-06T13:03:02.939" v="1888"/>
          <ac:spMkLst>
            <pc:docMk/>
            <pc:sldMk cId="3352971447" sldId="259"/>
            <ac:spMk id="123" creationId="{C7947E24-8ED9-4408-ACC7-694CE464EFAC}"/>
          </ac:spMkLst>
        </pc:spChg>
        <pc:spChg chg="mod">
          <ac:chgData name="One Skill" userId="8d49c830ac36a521" providerId="LiveId" clId="{B8839A4C-5D8E-47B7-ACED-D66C062B2ECB}" dt="2022-11-06T13:12:47.271" v="2025"/>
          <ac:spMkLst>
            <pc:docMk/>
            <pc:sldMk cId="3352971447" sldId="259"/>
            <ac:spMk id="125" creationId="{799FF19B-3149-D08A-EACD-E5371AD0BEDF}"/>
          </ac:spMkLst>
        </pc:spChg>
        <pc:spChg chg="mod">
          <ac:chgData name="One Skill" userId="8d49c830ac36a521" providerId="LiveId" clId="{B8839A4C-5D8E-47B7-ACED-D66C062B2ECB}" dt="2022-11-06T13:12:47.271" v="2025"/>
          <ac:spMkLst>
            <pc:docMk/>
            <pc:sldMk cId="3352971447" sldId="259"/>
            <ac:spMk id="126" creationId="{450327BB-6888-A15C-BFCA-2434BB34C950}"/>
          </ac:spMkLst>
        </pc:spChg>
        <pc:spChg chg="mod">
          <ac:chgData name="One Skill" userId="8d49c830ac36a521" providerId="LiveId" clId="{B8839A4C-5D8E-47B7-ACED-D66C062B2ECB}" dt="2022-11-06T13:12:47.271" v="2025"/>
          <ac:spMkLst>
            <pc:docMk/>
            <pc:sldMk cId="3352971447" sldId="259"/>
            <ac:spMk id="127" creationId="{5CD4155C-5D6B-1F02-12F0-2717F5F46954}"/>
          </ac:spMkLst>
        </pc:spChg>
        <pc:spChg chg="mod">
          <ac:chgData name="One Skill" userId="8d49c830ac36a521" providerId="LiveId" clId="{B8839A4C-5D8E-47B7-ACED-D66C062B2ECB}" dt="2022-11-06T13:12:47.271" v="2025"/>
          <ac:spMkLst>
            <pc:docMk/>
            <pc:sldMk cId="3352971447" sldId="259"/>
            <ac:spMk id="128" creationId="{7ECE719B-73A9-1395-2486-EA9C8ACBBA95}"/>
          </ac:spMkLst>
        </pc:spChg>
        <pc:spChg chg="mod">
          <ac:chgData name="One Skill" userId="8d49c830ac36a521" providerId="LiveId" clId="{B8839A4C-5D8E-47B7-ACED-D66C062B2ECB}" dt="2022-11-06T13:12:47.271" v="2025"/>
          <ac:spMkLst>
            <pc:docMk/>
            <pc:sldMk cId="3352971447" sldId="259"/>
            <ac:spMk id="129" creationId="{68B425AD-3BEB-6851-A28D-159A9DE2D433}"/>
          </ac:spMkLst>
        </pc:spChg>
        <pc:spChg chg="mod">
          <ac:chgData name="One Skill" userId="8d49c830ac36a521" providerId="LiveId" clId="{B8839A4C-5D8E-47B7-ACED-D66C062B2ECB}" dt="2022-11-06T13:12:47.271" v="2025"/>
          <ac:spMkLst>
            <pc:docMk/>
            <pc:sldMk cId="3352971447" sldId="259"/>
            <ac:spMk id="130" creationId="{32A34E64-3336-F751-58AD-2AEC70BEB4D4}"/>
          </ac:spMkLst>
        </pc:spChg>
        <pc:spChg chg="mod">
          <ac:chgData name="One Skill" userId="8d49c830ac36a521" providerId="LiveId" clId="{B8839A4C-5D8E-47B7-ACED-D66C062B2ECB}" dt="2022-11-06T13:12:47.271" v="2025"/>
          <ac:spMkLst>
            <pc:docMk/>
            <pc:sldMk cId="3352971447" sldId="259"/>
            <ac:spMk id="131" creationId="{4F84F151-2334-FE3C-0125-686DE8266BA3}"/>
          </ac:spMkLst>
        </pc:spChg>
        <pc:spChg chg="mod">
          <ac:chgData name="One Skill" userId="8d49c830ac36a521" providerId="LiveId" clId="{B8839A4C-5D8E-47B7-ACED-D66C062B2ECB}" dt="2022-11-06T13:12:47.271" v="2025"/>
          <ac:spMkLst>
            <pc:docMk/>
            <pc:sldMk cId="3352971447" sldId="259"/>
            <ac:spMk id="132" creationId="{5A7B022B-22BA-6DAA-44B4-90A1FFB7EE65}"/>
          </ac:spMkLst>
        </pc:spChg>
        <pc:spChg chg="mod">
          <ac:chgData name="One Skill" userId="8d49c830ac36a521" providerId="LiveId" clId="{B8839A4C-5D8E-47B7-ACED-D66C062B2ECB}" dt="2022-11-06T13:12:47.271" v="2025"/>
          <ac:spMkLst>
            <pc:docMk/>
            <pc:sldMk cId="3352971447" sldId="259"/>
            <ac:spMk id="133" creationId="{C0346BA9-12F8-D5A1-5FC8-AF58708C51FF}"/>
          </ac:spMkLst>
        </pc:spChg>
        <pc:spChg chg="mod modVis">
          <ac:chgData name="One Skill" userId="8d49c830ac36a521" providerId="LiveId" clId="{B8839A4C-5D8E-47B7-ACED-D66C062B2ECB}" dt="2022-11-06T13:03:02.932" v="1825"/>
          <ac:spMkLst>
            <pc:docMk/>
            <pc:sldMk cId="3352971447" sldId="259"/>
            <ac:spMk id="145" creationId="{FF63DF0A-21F5-F15A-1F12-4F0A67DD39E1}"/>
          </ac:spMkLst>
        </pc:spChg>
        <pc:spChg chg="mod modVis">
          <ac:chgData name="One Skill" userId="8d49c830ac36a521" providerId="LiveId" clId="{B8839A4C-5D8E-47B7-ACED-D66C062B2ECB}" dt="2022-11-06T13:03:02.932" v="1827"/>
          <ac:spMkLst>
            <pc:docMk/>
            <pc:sldMk cId="3352971447" sldId="259"/>
            <ac:spMk id="146" creationId="{8782ED72-6DE9-B4AF-5512-F5CDBE56D4A7}"/>
          </ac:spMkLst>
        </pc:spChg>
        <pc:spChg chg="mod modVis">
          <ac:chgData name="One Skill" userId="8d49c830ac36a521" providerId="LiveId" clId="{B8839A4C-5D8E-47B7-ACED-D66C062B2ECB}" dt="2022-11-06T13:03:02.933" v="1829"/>
          <ac:spMkLst>
            <pc:docMk/>
            <pc:sldMk cId="3352971447" sldId="259"/>
            <ac:spMk id="147" creationId="{333149B4-ACB7-E475-B301-2D367011F9F2}"/>
          </ac:spMkLst>
        </pc:spChg>
        <pc:spChg chg="mod modVis">
          <ac:chgData name="One Skill" userId="8d49c830ac36a521" providerId="LiveId" clId="{B8839A4C-5D8E-47B7-ACED-D66C062B2ECB}" dt="2022-11-06T13:03:02.933" v="1831"/>
          <ac:spMkLst>
            <pc:docMk/>
            <pc:sldMk cId="3352971447" sldId="259"/>
            <ac:spMk id="148" creationId="{17091423-FC04-15AF-3D66-75AA79F68FD6}"/>
          </ac:spMkLst>
        </pc:spChg>
        <pc:spChg chg="mod modVis">
          <ac:chgData name="One Skill" userId="8d49c830ac36a521" providerId="LiveId" clId="{B8839A4C-5D8E-47B7-ACED-D66C062B2ECB}" dt="2022-11-06T13:03:02.933" v="1833"/>
          <ac:spMkLst>
            <pc:docMk/>
            <pc:sldMk cId="3352971447" sldId="259"/>
            <ac:spMk id="150" creationId="{E5866CDF-DA8E-958A-224A-4521046F7EFC}"/>
          </ac:spMkLst>
        </pc:spChg>
        <pc:spChg chg="mod modVis">
          <ac:chgData name="One Skill" userId="8d49c830ac36a521" providerId="LiveId" clId="{B8839A4C-5D8E-47B7-ACED-D66C062B2ECB}" dt="2022-11-06T13:03:02.933" v="1835"/>
          <ac:spMkLst>
            <pc:docMk/>
            <pc:sldMk cId="3352971447" sldId="259"/>
            <ac:spMk id="151" creationId="{C4DBC5F0-54C7-6689-5A5C-1F89404458BE}"/>
          </ac:spMkLst>
        </pc:spChg>
        <pc:spChg chg="mod modVis">
          <ac:chgData name="One Skill" userId="8d49c830ac36a521" providerId="LiveId" clId="{B8839A4C-5D8E-47B7-ACED-D66C062B2ECB}" dt="2022-11-06T13:03:02.934" v="1837"/>
          <ac:spMkLst>
            <pc:docMk/>
            <pc:sldMk cId="3352971447" sldId="259"/>
            <ac:spMk id="152" creationId="{0110E646-265C-8B39-E5EA-D1AE37FE2746}"/>
          </ac:spMkLst>
        </pc:spChg>
        <pc:spChg chg="mod modVis">
          <ac:chgData name="One Skill" userId="8d49c830ac36a521" providerId="LiveId" clId="{B8839A4C-5D8E-47B7-ACED-D66C062B2ECB}" dt="2022-11-06T13:03:02.934" v="1839"/>
          <ac:spMkLst>
            <pc:docMk/>
            <pc:sldMk cId="3352971447" sldId="259"/>
            <ac:spMk id="153" creationId="{79B1D156-73E5-3D23-FE1E-2E60370CB3AE}"/>
          </ac:spMkLst>
        </pc:spChg>
        <pc:spChg chg="mod modVis">
          <ac:chgData name="One Skill" userId="8d49c830ac36a521" providerId="LiveId" clId="{B8839A4C-5D8E-47B7-ACED-D66C062B2ECB}" dt="2022-11-06T13:03:02.934" v="1841"/>
          <ac:spMkLst>
            <pc:docMk/>
            <pc:sldMk cId="3352971447" sldId="259"/>
            <ac:spMk id="155" creationId="{7A7EDD87-B45C-E509-F18C-A5C7CE552116}"/>
          </ac:spMkLst>
        </pc:spChg>
        <pc:spChg chg="mod modVis">
          <ac:chgData name="One Skill" userId="8d49c830ac36a521" providerId="LiveId" clId="{B8839A4C-5D8E-47B7-ACED-D66C062B2ECB}" dt="2022-11-06T13:03:02.934" v="1843"/>
          <ac:spMkLst>
            <pc:docMk/>
            <pc:sldMk cId="3352971447" sldId="259"/>
            <ac:spMk id="156" creationId="{424D9A15-D36C-C081-E560-3FA9E1945A0C}"/>
          </ac:spMkLst>
        </pc:spChg>
        <pc:spChg chg="mod modVis">
          <ac:chgData name="One Skill" userId="8d49c830ac36a521" providerId="LiveId" clId="{B8839A4C-5D8E-47B7-ACED-D66C062B2ECB}" dt="2022-11-06T13:03:02.935" v="1845"/>
          <ac:spMkLst>
            <pc:docMk/>
            <pc:sldMk cId="3352971447" sldId="259"/>
            <ac:spMk id="157" creationId="{003869E6-9BB1-7B50-566C-CD271FEE289E}"/>
          </ac:spMkLst>
        </pc:spChg>
        <pc:spChg chg="mod modVis">
          <ac:chgData name="One Skill" userId="8d49c830ac36a521" providerId="LiveId" clId="{B8839A4C-5D8E-47B7-ACED-D66C062B2ECB}" dt="2022-11-06T13:03:02.935" v="1847"/>
          <ac:spMkLst>
            <pc:docMk/>
            <pc:sldMk cId="3352971447" sldId="259"/>
            <ac:spMk id="158" creationId="{0EE23829-316C-772F-3B03-267CCFDD79A0}"/>
          </ac:spMkLst>
        </pc:spChg>
        <pc:spChg chg="mod modVis">
          <ac:chgData name="One Skill" userId="8d49c830ac36a521" providerId="LiveId" clId="{B8839A4C-5D8E-47B7-ACED-D66C062B2ECB}" dt="2022-11-06T13:03:02.935" v="1849"/>
          <ac:spMkLst>
            <pc:docMk/>
            <pc:sldMk cId="3352971447" sldId="259"/>
            <ac:spMk id="160" creationId="{377B0E0E-E5F3-DB4C-533A-A18FBB40E684}"/>
          </ac:spMkLst>
        </pc:spChg>
        <pc:spChg chg="mod modVis">
          <ac:chgData name="One Skill" userId="8d49c830ac36a521" providerId="LiveId" clId="{B8839A4C-5D8E-47B7-ACED-D66C062B2ECB}" dt="2022-11-06T13:03:02.935" v="1851"/>
          <ac:spMkLst>
            <pc:docMk/>
            <pc:sldMk cId="3352971447" sldId="259"/>
            <ac:spMk id="161" creationId="{3A2EEA26-9354-81B9-38DA-5AF9A111FD61}"/>
          </ac:spMkLst>
        </pc:spChg>
        <pc:spChg chg="mod modVis">
          <ac:chgData name="One Skill" userId="8d49c830ac36a521" providerId="LiveId" clId="{B8839A4C-5D8E-47B7-ACED-D66C062B2ECB}" dt="2022-11-06T13:03:02.936" v="1853"/>
          <ac:spMkLst>
            <pc:docMk/>
            <pc:sldMk cId="3352971447" sldId="259"/>
            <ac:spMk id="162" creationId="{0D8056CF-B25E-D2D2-D126-E366043C3E47}"/>
          </ac:spMkLst>
        </pc:spChg>
        <pc:spChg chg="mod modVis">
          <ac:chgData name="One Skill" userId="8d49c830ac36a521" providerId="LiveId" clId="{B8839A4C-5D8E-47B7-ACED-D66C062B2ECB}" dt="2022-11-06T13:03:02.936" v="1855"/>
          <ac:spMkLst>
            <pc:docMk/>
            <pc:sldMk cId="3352971447" sldId="259"/>
            <ac:spMk id="163" creationId="{6397D107-7A9F-63A6-CB14-B42D41C616A4}"/>
          </ac:spMkLst>
        </pc:spChg>
        <pc:spChg chg="mod modVis">
          <ac:chgData name="One Skill" userId="8d49c830ac36a521" providerId="LiveId" clId="{B8839A4C-5D8E-47B7-ACED-D66C062B2ECB}" dt="2022-11-06T13:03:02.936" v="1857"/>
          <ac:spMkLst>
            <pc:docMk/>
            <pc:sldMk cId="3352971447" sldId="259"/>
            <ac:spMk id="165" creationId="{189702E5-5BB5-AFF8-C3F6-906F28BA397C}"/>
          </ac:spMkLst>
        </pc:spChg>
        <pc:spChg chg="mod modVis">
          <ac:chgData name="One Skill" userId="8d49c830ac36a521" providerId="LiveId" clId="{B8839A4C-5D8E-47B7-ACED-D66C062B2ECB}" dt="2022-11-06T13:03:02.936" v="1859"/>
          <ac:spMkLst>
            <pc:docMk/>
            <pc:sldMk cId="3352971447" sldId="259"/>
            <ac:spMk id="166" creationId="{B54F9431-ADA1-0C9C-5C86-5A51150C39DC}"/>
          </ac:spMkLst>
        </pc:spChg>
        <pc:spChg chg="mod modVis">
          <ac:chgData name="One Skill" userId="8d49c830ac36a521" providerId="LiveId" clId="{B8839A4C-5D8E-47B7-ACED-D66C062B2ECB}" dt="2022-11-06T13:03:02.937" v="1861"/>
          <ac:spMkLst>
            <pc:docMk/>
            <pc:sldMk cId="3352971447" sldId="259"/>
            <ac:spMk id="167" creationId="{39C5D839-5358-932D-1BF6-DD125EA23AF9}"/>
          </ac:spMkLst>
        </pc:spChg>
        <pc:spChg chg="mod modVis">
          <ac:chgData name="One Skill" userId="8d49c830ac36a521" providerId="LiveId" clId="{B8839A4C-5D8E-47B7-ACED-D66C062B2ECB}" dt="2022-11-06T13:03:02.937" v="1863"/>
          <ac:spMkLst>
            <pc:docMk/>
            <pc:sldMk cId="3352971447" sldId="259"/>
            <ac:spMk id="168" creationId="{5DC2586D-10A0-044F-F0E5-4E15C4F83C64}"/>
          </ac:spMkLst>
        </pc:spChg>
        <pc:grpChg chg="add del mod">
          <ac:chgData name="One Skill" userId="8d49c830ac36a521" providerId="LiveId" clId="{B8839A4C-5D8E-47B7-ACED-D66C062B2ECB}" dt="2022-11-06T13:02:59.468" v="1589" actId="478"/>
          <ac:grpSpMkLst>
            <pc:docMk/>
            <pc:sldMk cId="3352971447" sldId="259"/>
            <ac:grpSpMk id="2" creationId="{6543BECE-4A2B-872F-4333-2E35B31DD2BA}"/>
          </ac:grpSpMkLst>
        </pc:grpChg>
        <pc:grpChg chg="add del mod ord">
          <ac:chgData name="One Skill" userId="8d49c830ac36a521" providerId="LiveId" clId="{B8839A4C-5D8E-47B7-ACED-D66C062B2ECB}" dt="2022-11-06T13:12:42.689" v="2024" actId="478"/>
          <ac:grpSpMkLst>
            <pc:docMk/>
            <pc:sldMk cId="3352971447" sldId="259"/>
            <ac:grpSpMk id="16" creationId="{D7DF0980-A5CE-F784-6393-28B32354B7D1}"/>
          </ac:grpSpMkLst>
        </pc:grpChg>
        <pc:grpChg chg="mod modVis">
          <ac:chgData name="One Skill" userId="8d49c830ac36a521" providerId="LiveId" clId="{B8839A4C-5D8E-47B7-ACED-D66C062B2ECB}" dt="2022-11-06T13:03:09.486" v="1936"/>
          <ac:grpSpMkLst>
            <pc:docMk/>
            <pc:sldMk cId="3352971447" sldId="259"/>
            <ac:grpSpMk id="24" creationId="{5B0AE9A9-58F7-85A6-6D84-729C79BF5A2A}"/>
          </ac:grpSpMkLst>
        </pc:grpChg>
        <pc:grpChg chg="mod modVis">
          <ac:chgData name="One Skill" userId="8d49c830ac36a521" providerId="LiveId" clId="{B8839A4C-5D8E-47B7-ACED-D66C062B2ECB}" dt="2022-11-06T13:03:09.486" v="1936"/>
          <ac:grpSpMkLst>
            <pc:docMk/>
            <pc:sldMk cId="3352971447" sldId="259"/>
            <ac:grpSpMk id="25" creationId="{76930574-ED25-A689-5528-5298FF7D53F0}"/>
          </ac:grpSpMkLst>
        </pc:grpChg>
        <pc:grpChg chg="mod modVis">
          <ac:chgData name="One Skill" userId="8d49c830ac36a521" providerId="LiveId" clId="{B8839A4C-5D8E-47B7-ACED-D66C062B2ECB}" dt="2022-11-06T13:03:09.486" v="1936"/>
          <ac:grpSpMkLst>
            <pc:docMk/>
            <pc:sldMk cId="3352971447" sldId="259"/>
            <ac:grpSpMk id="26" creationId="{B88EFB03-069C-CC9A-3018-41ACDF7C8F7B}"/>
          </ac:grpSpMkLst>
        </pc:grpChg>
        <pc:grpChg chg="mod modVis">
          <ac:chgData name="One Skill" userId="8d49c830ac36a521" providerId="LiveId" clId="{B8839A4C-5D8E-47B7-ACED-D66C062B2ECB}" dt="2022-11-06T13:03:02.916" v="1681"/>
          <ac:grpSpMkLst>
            <pc:docMk/>
            <pc:sldMk cId="3352971447" sldId="259"/>
            <ac:grpSpMk id="51" creationId="{4041BC73-1456-AC98-7C06-D29DB46DA9B3}"/>
          </ac:grpSpMkLst>
        </pc:grpChg>
        <pc:grpChg chg="mod modVis">
          <ac:chgData name="One Skill" userId="8d49c830ac36a521" providerId="LiveId" clId="{B8839A4C-5D8E-47B7-ACED-D66C062B2ECB}" dt="2022-11-06T13:03:02.916" v="1681"/>
          <ac:grpSpMkLst>
            <pc:docMk/>
            <pc:sldMk cId="3352971447" sldId="259"/>
            <ac:grpSpMk id="55" creationId="{A6856FEE-7CC1-F969-3C88-7EF3372E8284}"/>
          </ac:grpSpMkLst>
        </pc:grpChg>
        <pc:grpChg chg="mod modVis">
          <ac:chgData name="One Skill" userId="8d49c830ac36a521" providerId="LiveId" clId="{B8839A4C-5D8E-47B7-ACED-D66C062B2ECB}" dt="2022-11-06T13:03:02.916" v="1681"/>
          <ac:grpSpMkLst>
            <pc:docMk/>
            <pc:sldMk cId="3352971447" sldId="259"/>
            <ac:grpSpMk id="56" creationId="{8C4B8D74-19BF-A434-6820-C95CE3682F45}"/>
          </ac:grpSpMkLst>
        </pc:grpChg>
        <pc:grpChg chg="mod modVis">
          <ac:chgData name="One Skill" userId="8d49c830ac36a521" providerId="LiveId" clId="{B8839A4C-5D8E-47B7-ACED-D66C062B2ECB}" dt="2022-11-06T13:03:02.916" v="1681"/>
          <ac:grpSpMkLst>
            <pc:docMk/>
            <pc:sldMk cId="3352971447" sldId="259"/>
            <ac:grpSpMk id="57" creationId="{E0E7146F-39D6-CB4E-BF72-88AD7C8CE544}"/>
          </ac:grpSpMkLst>
        </pc:grpChg>
        <pc:grpChg chg="mod modVis">
          <ac:chgData name="One Skill" userId="8d49c830ac36a521" providerId="LiveId" clId="{B8839A4C-5D8E-47B7-ACED-D66C062B2ECB}" dt="2022-11-06T13:03:02.916" v="1681"/>
          <ac:grpSpMkLst>
            <pc:docMk/>
            <pc:sldMk cId="3352971447" sldId="259"/>
            <ac:grpSpMk id="58" creationId="{9D74D0F1-61B9-19B7-AD32-310CE92BD678}"/>
          </ac:grpSpMkLst>
        </pc:grpChg>
        <pc:grpChg chg="mod modVis">
          <ac:chgData name="One Skill" userId="8d49c830ac36a521" providerId="LiveId" clId="{B8839A4C-5D8E-47B7-ACED-D66C062B2ECB}" dt="2022-11-06T13:03:02.916" v="1681"/>
          <ac:grpSpMkLst>
            <pc:docMk/>
            <pc:sldMk cId="3352971447" sldId="259"/>
            <ac:grpSpMk id="59" creationId="{10824660-BC25-FA50-A4D5-643FEF2662C9}"/>
          </ac:grpSpMkLst>
        </pc:grpChg>
        <pc:grpChg chg="add mod ord">
          <ac:chgData name="One Skill" userId="8d49c830ac36a521" providerId="LiveId" clId="{B8839A4C-5D8E-47B7-ACED-D66C062B2ECB}" dt="2022-11-06T13:13:36.683" v="2035" actId="553"/>
          <ac:grpSpMkLst>
            <pc:docMk/>
            <pc:sldMk cId="3352971447" sldId="259"/>
            <ac:grpSpMk id="89" creationId="{9B0463C5-B66E-DAD8-CAC5-2C12792C41BF}"/>
          </ac:grpSpMkLst>
        </pc:grpChg>
        <pc:grpChg chg="mod modVis">
          <ac:chgData name="One Skill" userId="8d49c830ac36a521" providerId="LiveId" clId="{B8839A4C-5D8E-47B7-ACED-D66C062B2ECB}" dt="2022-11-06T13:03:02.921" v="1729"/>
          <ac:grpSpMkLst>
            <pc:docMk/>
            <pc:sldMk cId="3352971447" sldId="259"/>
            <ac:grpSpMk id="93" creationId="{5DA4335F-7EBC-D6CF-D561-0EE34EB4C21C}"/>
          </ac:grpSpMkLst>
        </pc:grpChg>
        <pc:grpChg chg="mod modVis">
          <ac:chgData name="One Skill" userId="8d49c830ac36a521" providerId="LiveId" clId="{B8839A4C-5D8E-47B7-ACED-D66C062B2ECB}" dt="2022-11-06T13:12:49.794" v="2026" actId="554"/>
          <ac:grpSpMkLst>
            <pc:docMk/>
            <pc:sldMk cId="3352971447" sldId="259"/>
            <ac:grpSpMk id="97" creationId="{20AC8398-ED54-73F9-4684-E5B0CA74AF22}"/>
          </ac:grpSpMkLst>
        </pc:grpChg>
        <pc:grpChg chg="mod ord modVis">
          <ac:chgData name="One Skill" userId="8d49c830ac36a521" providerId="LiveId" clId="{B8839A4C-5D8E-47B7-ACED-D66C062B2ECB}" dt="2022-11-06T13:03:02.939" v="1884"/>
          <ac:grpSpMkLst>
            <pc:docMk/>
            <pc:sldMk cId="3352971447" sldId="259"/>
            <ac:grpSpMk id="107" creationId="{DF9B84F9-5F91-09A2-4811-1F4D211C3F32}"/>
          </ac:grpSpMkLst>
        </pc:grpChg>
        <pc:grpChg chg="mod modVis">
          <ac:chgData name="One Skill" userId="8d49c830ac36a521" providerId="LiveId" clId="{B8839A4C-5D8E-47B7-ACED-D66C062B2ECB}" dt="2022-11-06T13:03:02.939" v="1884"/>
          <ac:grpSpMkLst>
            <pc:docMk/>
            <pc:sldMk cId="3352971447" sldId="259"/>
            <ac:grpSpMk id="108" creationId="{73251497-EF7D-6642-652C-C29795EECFC6}"/>
          </ac:grpSpMkLst>
        </pc:grpChg>
        <pc:grpChg chg="mod modVis">
          <ac:chgData name="One Skill" userId="8d49c830ac36a521" providerId="LiveId" clId="{B8839A4C-5D8E-47B7-ACED-D66C062B2ECB}" dt="2022-11-06T13:03:02.939" v="1884"/>
          <ac:grpSpMkLst>
            <pc:docMk/>
            <pc:sldMk cId="3352971447" sldId="259"/>
            <ac:grpSpMk id="109" creationId="{F87AD623-2C4D-A268-E8C2-E727ABF24D1F}"/>
          </ac:grpSpMkLst>
        </pc:grpChg>
        <pc:grpChg chg="mod modVis">
          <ac:chgData name="One Skill" userId="8d49c830ac36a521" providerId="LiveId" clId="{B8839A4C-5D8E-47B7-ACED-D66C062B2ECB}" dt="2022-11-06T13:03:02.939" v="1884"/>
          <ac:grpSpMkLst>
            <pc:docMk/>
            <pc:sldMk cId="3352971447" sldId="259"/>
            <ac:grpSpMk id="110" creationId="{AE9914DE-B30A-58D0-DA8C-6DE51F74F010}"/>
          </ac:grpSpMkLst>
        </pc:grpChg>
        <pc:grpChg chg="del mod">
          <ac:chgData name="One Skill" userId="8d49c830ac36a521" providerId="LiveId" clId="{B8839A4C-5D8E-47B7-ACED-D66C062B2ECB}" dt="2022-11-06T12:57:41.383" v="1133" actId="478"/>
          <ac:grpSpMkLst>
            <pc:docMk/>
            <pc:sldMk cId="3352971447" sldId="259"/>
            <ac:grpSpMk id="125" creationId="{117B0867-3F5E-A40D-B119-4E975A41C2E1}"/>
          </ac:grpSpMkLst>
        </pc:grpChg>
        <pc:grpChg chg="mod modVis">
          <ac:chgData name="One Skill" userId="8d49c830ac36a521" providerId="LiveId" clId="{B8839A4C-5D8E-47B7-ACED-D66C062B2ECB}" dt="2022-11-06T13:03:02.929" v="1801"/>
          <ac:grpSpMkLst>
            <pc:docMk/>
            <pc:sldMk cId="3352971447" sldId="259"/>
            <ac:grpSpMk id="137" creationId="{9BBC58BD-ECBE-85A3-EA1E-D23CE5863E84}"/>
          </ac:grpSpMkLst>
        </pc:grpChg>
        <pc:grpChg chg="mod modVis">
          <ac:chgData name="One Skill" userId="8d49c830ac36a521" providerId="LiveId" clId="{B8839A4C-5D8E-47B7-ACED-D66C062B2ECB}" dt="2022-11-06T13:03:02.929" v="1801"/>
          <ac:grpSpMkLst>
            <pc:docMk/>
            <pc:sldMk cId="3352971447" sldId="259"/>
            <ac:grpSpMk id="144" creationId="{F3BD11E7-949C-6BCE-2C9B-FF3BA3433CCC}"/>
          </ac:grpSpMkLst>
        </pc:grpChg>
        <pc:grpChg chg="mod modVis">
          <ac:chgData name="One Skill" userId="8d49c830ac36a521" providerId="LiveId" clId="{B8839A4C-5D8E-47B7-ACED-D66C062B2ECB}" dt="2022-11-06T13:03:02.929" v="1801"/>
          <ac:grpSpMkLst>
            <pc:docMk/>
            <pc:sldMk cId="3352971447" sldId="259"/>
            <ac:grpSpMk id="149" creationId="{02E54A4E-D0FC-6199-22A7-B371DD911792}"/>
          </ac:grpSpMkLst>
        </pc:grpChg>
        <pc:grpChg chg="mod modVis">
          <ac:chgData name="One Skill" userId="8d49c830ac36a521" providerId="LiveId" clId="{B8839A4C-5D8E-47B7-ACED-D66C062B2ECB}" dt="2022-11-06T13:03:02.929" v="1801"/>
          <ac:grpSpMkLst>
            <pc:docMk/>
            <pc:sldMk cId="3352971447" sldId="259"/>
            <ac:grpSpMk id="154" creationId="{9288D955-A778-B1C2-1ACE-92E28C77EED5}"/>
          </ac:grpSpMkLst>
        </pc:grpChg>
        <pc:grpChg chg="mod modVis">
          <ac:chgData name="One Skill" userId="8d49c830ac36a521" providerId="LiveId" clId="{B8839A4C-5D8E-47B7-ACED-D66C062B2ECB}" dt="2022-11-06T13:03:02.929" v="1801"/>
          <ac:grpSpMkLst>
            <pc:docMk/>
            <pc:sldMk cId="3352971447" sldId="259"/>
            <ac:grpSpMk id="159" creationId="{1334E8A1-4880-D68A-DC05-3F2E095419DA}"/>
          </ac:grpSpMkLst>
        </pc:grpChg>
        <pc:grpChg chg="mod modVis">
          <ac:chgData name="One Skill" userId="8d49c830ac36a521" providerId="LiveId" clId="{B8839A4C-5D8E-47B7-ACED-D66C062B2ECB}" dt="2022-11-06T13:03:02.929" v="1801"/>
          <ac:grpSpMkLst>
            <pc:docMk/>
            <pc:sldMk cId="3352971447" sldId="259"/>
            <ac:grpSpMk id="164" creationId="{AD9EFD2D-02C3-0840-8CBC-A1C7DE16F989}"/>
          </ac:grpSpMkLst>
        </pc:grpChg>
        <pc:grpChg chg="mod ord modVis">
          <ac:chgData name="One Skill" userId="8d49c830ac36a521" providerId="LiveId" clId="{B8839A4C-5D8E-47B7-ACED-D66C062B2ECB}" dt="2022-11-06T13:03:02.929" v="1801"/>
          <ac:grpSpMkLst>
            <pc:docMk/>
            <pc:sldMk cId="3352971447" sldId="259"/>
            <ac:grpSpMk id="169" creationId="{975044D1-134E-0DD1-751D-B51E496B05AA}"/>
          </ac:grpSpMkLst>
        </pc:grpChg>
        <pc:grpChg chg="mod modVis">
          <ac:chgData name="One Skill" userId="8d49c830ac36a521" providerId="LiveId" clId="{B8839A4C-5D8E-47B7-ACED-D66C062B2ECB}" dt="2022-11-06T13:03:02.924" v="1754"/>
          <ac:grpSpMkLst>
            <pc:docMk/>
            <pc:sldMk cId="3352971447" sldId="259"/>
            <ac:grpSpMk id="170" creationId="{BC2BA39D-7364-2739-3BB3-8608A0A8E306}"/>
          </ac:grpSpMkLst>
        </pc:grpChg>
        <pc:graphicFrameChg chg="mod modVis">
          <ac:chgData name="One Skill" userId="8d49c830ac36a521" providerId="LiveId" clId="{B8839A4C-5D8E-47B7-ACED-D66C062B2ECB}" dt="2022-11-06T13:03:02.923" v="1747"/>
          <ac:graphicFrameMkLst>
            <pc:docMk/>
            <pc:sldMk cId="3352971447" sldId="259"/>
            <ac:graphicFrameMk id="101" creationId="{014614DF-5748-8906-B688-68AA26ADC059}"/>
          </ac:graphicFrameMkLst>
        </pc:graphicFrameChg>
        <pc:graphicFrameChg chg="mod ord modVis modGraphic">
          <ac:chgData name="One Skill" userId="8d49c830ac36a521" providerId="LiveId" clId="{B8839A4C-5D8E-47B7-ACED-D66C062B2ECB}" dt="2022-11-06T13:06:37.552" v="1965" actId="1076"/>
          <ac:graphicFrameMkLst>
            <pc:docMk/>
            <pc:sldMk cId="3352971447" sldId="259"/>
            <ac:graphicFrameMk id="179" creationId="{6FE89198-B116-0D16-B53B-C04790D98273}"/>
          </ac:graphicFrameMkLst>
        </pc:graphicFrameChg>
        <pc:picChg chg="add mod ord">
          <ac:chgData name="One Skill" userId="8d49c830ac36a521" providerId="LiveId" clId="{B8839A4C-5D8E-47B7-ACED-D66C062B2ECB}" dt="2022-11-06T14:48:45.688" v="2611" actId="167"/>
          <ac:picMkLst>
            <pc:docMk/>
            <pc:sldMk cId="3352971447" sldId="259"/>
            <ac:picMk id="2" creationId="{9A7407D2-21B4-7B9A-9F10-F1D93E8A78CA}"/>
          </ac:picMkLst>
        </pc:picChg>
        <pc:picChg chg="add del mod">
          <ac:chgData name="One Skill" userId="8d49c830ac36a521" providerId="LiveId" clId="{B8839A4C-5D8E-47B7-ACED-D66C062B2ECB}" dt="2022-11-06T12:01:59.338" v="21" actId="478"/>
          <ac:picMkLst>
            <pc:docMk/>
            <pc:sldMk cId="3352971447" sldId="259"/>
            <ac:picMk id="3" creationId="{6F84BF74-3F5C-EAA4-AD83-23F35AA22959}"/>
          </ac:picMkLst>
        </pc:picChg>
        <pc:picChg chg="del">
          <ac:chgData name="One Skill" userId="8d49c830ac36a521" providerId="LiveId" clId="{B8839A4C-5D8E-47B7-ACED-D66C062B2ECB}" dt="2022-11-06T12:02:29.579" v="32" actId="478"/>
          <ac:picMkLst>
            <pc:docMk/>
            <pc:sldMk cId="3352971447" sldId="259"/>
            <ac:picMk id="4" creationId="{CD1166B8-A456-1958-7A8F-E13EF03C8ED8}"/>
          </ac:picMkLst>
        </pc:picChg>
        <pc:picChg chg="add del mod modCrop">
          <ac:chgData name="One Skill" userId="8d49c830ac36a521" providerId="LiveId" clId="{B8839A4C-5D8E-47B7-ACED-D66C062B2ECB}" dt="2022-11-06T12:14:29.006" v="72" actId="478"/>
          <ac:picMkLst>
            <pc:docMk/>
            <pc:sldMk cId="3352971447" sldId="259"/>
            <ac:picMk id="6" creationId="{F81AB16B-C2CB-452E-7F98-FAAEE94ED774}"/>
          </ac:picMkLst>
        </pc:picChg>
        <pc:picChg chg="add del mod">
          <ac:chgData name="One Skill" userId="8d49c830ac36a521" providerId="LiveId" clId="{B8839A4C-5D8E-47B7-ACED-D66C062B2ECB}" dt="2022-11-06T12:08:23.971" v="49" actId="478"/>
          <ac:picMkLst>
            <pc:docMk/>
            <pc:sldMk cId="3352971447" sldId="259"/>
            <ac:picMk id="8" creationId="{D75EDE72-85BC-3E4D-4EDB-1510B7DC2521}"/>
          </ac:picMkLst>
        </pc:picChg>
        <pc:picChg chg="add mod ord modVis">
          <ac:chgData name="One Skill" userId="8d49c830ac36a521" providerId="LiveId" clId="{B8839A4C-5D8E-47B7-ACED-D66C062B2ECB}" dt="2022-11-06T13:07:43.206" v="1985" actId="1038"/>
          <ac:picMkLst>
            <pc:docMk/>
            <pc:sldMk cId="3352971447" sldId="259"/>
            <ac:picMk id="10" creationId="{168859FC-7475-02A4-EE10-D5C4B24FE550}"/>
          </ac:picMkLst>
        </pc:picChg>
        <pc:picChg chg="add del mod ord modCrop">
          <ac:chgData name="One Skill" userId="8d49c830ac36a521" providerId="LiveId" clId="{B8839A4C-5D8E-47B7-ACED-D66C062B2ECB}" dt="2022-11-06T12:25:26.118" v="355" actId="478"/>
          <ac:picMkLst>
            <pc:docMk/>
            <pc:sldMk cId="3352971447" sldId="259"/>
            <ac:picMk id="11" creationId="{69F40174-212F-E0CA-18A3-032EED6A5B5D}"/>
          </ac:picMkLst>
        </pc:picChg>
        <pc:picChg chg="add del mod ord modCrop">
          <ac:chgData name="One Skill" userId="8d49c830ac36a521" providerId="LiveId" clId="{B8839A4C-5D8E-47B7-ACED-D66C062B2ECB}" dt="2022-11-06T12:26:15.418" v="379" actId="478"/>
          <ac:picMkLst>
            <pc:docMk/>
            <pc:sldMk cId="3352971447" sldId="259"/>
            <ac:picMk id="12" creationId="{EBF5BE3C-CC39-B287-FCEB-E39FF7078360}"/>
          </ac:picMkLst>
        </pc:picChg>
        <pc:picChg chg="add del mod ord modVis modCrop">
          <ac:chgData name="One Skill" userId="8d49c830ac36a521" providerId="LiveId" clId="{B8839A4C-5D8E-47B7-ACED-D66C062B2ECB}" dt="2022-11-06T14:48:41.271" v="2605" actId="478"/>
          <ac:picMkLst>
            <pc:docMk/>
            <pc:sldMk cId="3352971447" sldId="259"/>
            <ac:picMk id="13" creationId="{A549E480-44C8-5C93-393C-8130F8630380}"/>
          </ac:picMkLst>
        </pc:picChg>
        <pc:picChg chg="add del mod">
          <ac:chgData name="One Skill" userId="8d49c830ac36a521" providerId="LiveId" clId="{B8839A4C-5D8E-47B7-ACED-D66C062B2ECB}" dt="2022-11-06T12:33:01.971" v="1016" actId="478"/>
          <ac:picMkLst>
            <pc:docMk/>
            <pc:sldMk cId="3352971447" sldId="259"/>
            <ac:picMk id="14" creationId="{DA6FF25D-2ECB-794E-0AC3-F469C447A085}"/>
          </ac:picMkLst>
        </pc:picChg>
        <pc:picChg chg="del">
          <ac:chgData name="One Skill" userId="8d49c830ac36a521" providerId="LiveId" clId="{B8839A4C-5D8E-47B7-ACED-D66C062B2ECB}" dt="2022-11-06T12:24:51.488" v="350" actId="478"/>
          <ac:picMkLst>
            <pc:docMk/>
            <pc:sldMk cId="3352971447" sldId="259"/>
            <ac:picMk id="23" creationId="{98DE717A-0EE5-E69D-D96F-7A8764CF18E1}"/>
          </ac:picMkLst>
        </pc:picChg>
        <pc:picChg chg="mod modVis">
          <ac:chgData name="One Skill" userId="8d49c830ac36a521" providerId="LiveId" clId="{B8839A4C-5D8E-47B7-ACED-D66C062B2ECB}" dt="2022-11-06T13:03:02.919" v="1709"/>
          <ac:picMkLst>
            <pc:docMk/>
            <pc:sldMk cId="3352971447" sldId="259"/>
            <ac:picMk id="66" creationId="{5C229274-320C-EDE9-F1B8-B1FB9CA40C1A}"/>
          </ac:picMkLst>
        </pc:picChg>
        <pc:picChg chg="mod modVis">
          <ac:chgData name="One Skill" userId="8d49c830ac36a521" providerId="LiveId" clId="{B8839A4C-5D8E-47B7-ACED-D66C062B2ECB}" dt="2022-11-06T13:03:02.919" v="1701"/>
          <ac:picMkLst>
            <pc:docMk/>
            <pc:sldMk cId="3352971447" sldId="259"/>
            <ac:picMk id="70" creationId="{D369C2BD-A8EF-501A-FA24-05E8D602B0BC}"/>
          </ac:picMkLst>
        </pc:picChg>
        <pc:picChg chg="mod modVis">
          <ac:chgData name="One Skill" userId="8d49c830ac36a521" providerId="LiveId" clId="{B8839A4C-5D8E-47B7-ACED-D66C062B2ECB}" dt="2022-11-06T13:03:02.918" v="1693"/>
          <ac:picMkLst>
            <pc:docMk/>
            <pc:sldMk cId="3352971447" sldId="259"/>
            <ac:picMk id="73" creationId="{0BCFFBDC-A6C3-4952-DCB7-17871F8F33AB}"/>
          </ac:picMkLst>
        </pc:picChg>
        <pc:picChg chg="mod modVis">
          <ac:chgData name="One Skill" userId="8d49c830ac36a521" providerId="LiveId" clId="{B8839A4C-5D8E-47B7-ACED-D66C062B2ECB}" dt="2022-11-06T13:03:02.941" v="1906"/>
          <ac:picMkLst>
            <pc:docMk/>
            <pc:sldMk cId="3352971447" sldId="259"/>
            <ac:picMk id="117" creationId="{0630BAD7-E3AD-B733-C247-6666BCC86E62}"/>
          </ac:picMkLst>
        </pc:picChg>
        <pc:picChg chg="mod modVis">
          <ac:chgData name="One Skill" userId="8d49c830ac36a521" providerId="LiveId" clId="{B8839A4C-5D8E-47B7-ACED-D66C062B2ECB}" dt="2022-11-06T13:03:02.940" v="1898"/>
          <ac:picMkLst>
            <pc:docMk/>
            <pc:sldMk cId="3352971447" sldId="259"/>
            <ac:picMk id="121" creationId="{5F729F7F-7D29-439E-F83D-9CED709FB454}"/>
          </ac:picMkLst>
        </pc:picChg>
        <pc:picChg chg="mod modVis">
          <ac:chgData name="One Skill" userId="8d49c830ac36a521" providerId="LiveId" clId="{B8839A4C-5D8E-47B7-ACED-D66C062B2ECB}" dt="2022-11-06T13:03:02.939" v="1890"/>
          <ac:picMkLst>
            <pc:docMk/>
            <pc:sldMk cId="3352971447" sldId="259"/>
            <ac:picMk id="124" creationId="{C7ADA933-9435-3B63-E58D-9A2B71DAD19C}"/>
          </ac:picMkLst>
        </pc:picChg>
      </pc:sldChg>
      <pc:sldChg chg="del">
        <pc:chgData name="One Skill" userId="8d49c830ac36a521" providerId="LiveId" clId="{B8839A4C-5D8E-47B7-ACED-D66C062B2ECB}" dt="2022-11-06T11:31:56.293" v="0" actId="18676"/>
        <pc:sldMkLst>
          <pc:docMk/>
          <pc:sldMk cId="533227261" sldId="260"/>
        </pc:sldMkLst>
      </pc:sldChg>
      <pc:sldChg chg="del">
        <pc:chgData name="One Skill" userId="8d49c830ac36a521" providerId="LiveId" clId="{B8839A4C-5D8E-47B7-ACED-D66C062B2ECB}" dt="2022-11-06T11:31:56.293" v="0" actId="18676"/>
        <pc:sldMkLst>
          <pc:docMk/>
          <pc:sldMk cId="1817424231" sldId="261"/>
        </pc:sldMkLst>
      </pc:sldChg>
      <pc:sldChg chg="del">
        <pc:chgData name="One Skill" userId="8d49c830ac36a521" providerId="LiveId" clId="{B8839A4C-5D8E-47B7-ACED-D66C062B2ECB}" dt="2022-11-06T11:31:56.293" v="0" actId="18676"/>
        <pc:sldMkLst>
          <pc:docMk/>
          <pc:sldMk cId="209559846" sldId="263"/>
        </pc:sldMkLst>
      </pc:sldChg>
      <pc:sldChg chg="del">
        <pc:chgData name="One Skill" userId="8d49c830ac36a521" providerId="LiveId" clId="{B8839A4C-5D8E-47B7-ACED-D66C062B2ECB}" dt="2022-11-06T11:31:56.293" v="0" actId="18676"/>
        <pc:sldMkLst>
          <pc:docMk/>
          <pc:sldMk cId="2195717579" sldId="264"/>
        </pc:sldMkLst>
      </pc:sldChg>
      <pc:sldChg chg="del">
        <pc:chgData name="One Skill" userId="8d49c830ac36a521" providerId="LiveId" clId="{B8839A4C-5D8E-47B7-ACED-D66C062B2ECB}" dt="2022-11-06T11:31:56.293" v="0" actId="18676"/>
        <pc:sldMkLst>
          <pc:docMk/>
          <pc:sldMk cId="1706054463" sldId="265"/>
        </pc:sldMkLst>
      </pc:sldChg>
      <pc:sldChg chg="addSp delSp modSp mod modTransition setBg">
        <pc:chgData name="One Skill" userId="8d49c830ac36a521" providerId="LiveId" clId="{B8839A4C-5D8E-47B7-ACED-D66C062B2ECB}" dt="2022-11-06T14:54:20.903" v="2659"/>
        <pc:sldMkLst>
          <pc:docMk/>
          <pc:sldMk cId="1401197732" sldId="266"/>
        </pc:sldMkLst>
        <pc:spChg chg="mod">
          <ac:chgData name="One Skill" userId="8d49c830ac36a521" providerId="LiveId" clId="{B8839A4C-5D8E-47B7-ACED-D66C062B2ECB}" dt="2022-11-06T13:08:40.735" v="1987"/>
          <ac:spMkLst>
            <pc:docMk/>
            <pc:sldMk cId="1401197732" sldId="266"/>
            <ac:spMk id="3" creationId="{D57D55A8-6636-22FC-94D0-6838854FB15B}"/>
          </ac:spMkLst>
        </pc:spChg>
        <pc:spChg chg="mod">
          <ac:chgData name="One Skill" userId="8d49c830ac36a521" providerId="LiveId" clId="{B8839A4C-5D8E-47B7-ACED-D66C062B2ECB}" dt="2022-11-06T13:08:40.735" v="1987"/>
          <ac:spMkLst>
            <pc:docMk/>
            <pc:sldMk cId="1401197732" sldId="266"/>
            <ac:spMk id="4" creationId="{EB73702F-A961-A1C5-952D-2E626BE16A31}"/>
          </ac:spMkLst>
        </pc:spChg>
        <pc:spChg chg="mod">
          <ac:chgData name="One Skill" userId="8d49c830ac36a521" providerId="LiveId" clId="{B8839A4C-5D8E-47B7-ACED-D66C062B2ECB}" dt="2022-11-06T13:08:40.735" v="1987"/>
          <ac:spMkLst>
            <pc:docMk/>
            <pc:sldMk cId="1401197732" sldId="266"/>
            <ac:spMk id="5" creationId="{D9E43A4C-CD7E-FADD-D21F-BA851F83EEF3}"/>
          </ac:spMkLst>
        </pc:spChg>
        <pc:spChg chg="mod">
          <ac:chgData name="One Skill" userId="8d49c830ac36a521" providerId="LiveId" clId="{B8839A4C-5D8E-47B7-ACED-D66C062B2ECB}" dt="2022-11-06T13:08:40.735" v="1987"/>
          <ac:spMkLst>
            <pc:docMk/>
            <pc:sldMk cId="1401197732" sldId="266"/>
            <ac:spMk id="6" creationId="{FED003F3-8506-D41F-2852-D14511E6BCA9}"/>
          </ac:spMkLst>
        </pc:spChg>
        <pc:spChg chg="mod">
          <ac:chgData name="One Skill" userId="8d49c830ac36a521" providerId="LiveId" clId="{B8839A4C-5D8E-47B7-ACED-D66C062B2ECB}" dt="2022-11-06T13:08:40.735" v="1987"/>
          <ac:spMkLst>
            <pc:docMk/>
            <pc:sldMk cId="1401197732" sldId="266"/>
            <ac:spMk id="8" creationId="{CE6A8AD0-D664-920D-C496-DA0484A1133C}"/>
          </ac:spMkLst>
        </pc:spChg>
        <pc:spChg chg="mod">
          <ac:chgData name="One Skill" userId="8d49c830ac36a521" providerId="LiveId" clId="{B8839A4C-5D8E-47B7-ACED-D66C062B2ECB}" dt="2022-11-06T12:38:47.926" v="1108"/>
          <ac:spMkLst>
            <pc:docMk/>
            <pc:sldMk cId="1401197732" sldId="266"/>
            <ac:spMk id="45" creationId="{2345E512-0EB8-A39A-6A38-EBF9689711F8}"/>
          </ac:spMkLst>
        </pc:spChg>
        <pc:spChg chg="mod">
          <ac:chgData name="One Skill" userId="8d49c830ac36a521" providerId="LiveId" clId="{B8839A4C-5D8E-47B7-ACED-D66C062B2ECB}" dt="2022-11-06T13:08:40.735" v="1987"/>
          <ac:spMkLst>
            <pc:docMk/>
            <pc:sldMk cId="1401197732" sldId="266"/>
            <ac:spMk id="46" creationId="{BA11D0DE-37D2-FFA9-DC37-0EAEF060D4A8}"/>
          </ac:spMkLst>
        </pc:spChg>
        <pc:spChg chg="mod">
          <ac:chgData name="One Skill" userId="8d49c830ac36a521" providerId="LiveId" clId="{B8839A4C-5D8E-47B7-ACED-D66C062B2ECB}" dt="2022-11-06T13:08:40.735" v="1987"/>
          <ac:spMkLst>
            <pc:docMk/>
            <pc:sldMk cId="1401197732" sldId="266"/>
            <ac:spMk id="48" creationId="{AEBB40C9-B76E-E340-D209-B116C5ECE3BB}"/>
          </ac:spMkLst>
        </pc:spChg>
        <pc:spChg chg="mod">
          <ac:chgData name="One Skill" userId="8d49c830ac36a521" providerId="LiveId" clId="{B8839A4C-5D8E-47B7-ACED-D66C062B2ECB}" dt="2022-11-06T13:08:40.735" v="1987"/>
          <ac:spMkLst>
            <pc:docMk/>
            <pc:sldMk cId="1401197732" sldId="266"/>
            <ac:spMk id="49" creationId="{E77CE335-DE0F-9DCC-759D-D2EF01D53BE5}"/>
          </ac:spMkLst>
        </pc:spChg>
        <pc:spChg chg="mod">
          <ac:chgData name="One Skill" userId="8d49c830ac36a521" providerId="LiveId" clId="{B8839A4C-5D8E-47B7-ACED-D66C062B2ECB}" dt="2022-11-06T13:08:40.735" v="1987"/>
          <ac:spMkLst>
            <pc:docMk/>
            <pc:sldMk cId="1401197732" sldId="266"/>
            <ac:spMk id="50" creationId="{679EB29D-7DC5-22A6-065E-C8FE68D15466}"/>
          </ac:spMkLst>
        </pc:spChg>
        <pc:spChg chg="mod">
          <ac:chgData name="One Skill" userId="8d49c830ac36a521" providerId="LiveId" clId="{B8839A4C-5D8E-47B7-ACED-D66C062B2ECB}" dt="2022-11-06T13:08:40.735" v="1987"/>
          <ac:spMkLst>
            <pc:docMk/>
            <pc:sldMk cId="1401197732" sldId="266"/>
            <ac:spMk id="53" creationId="{40D5F04E-5360-F84A-DB21-43A734580D70}"/>
          </ac:spMkLst>
        </pc:spChg>
        <pc:spChg chg="mod">
          <ac:chgData name="One Skill" userId="8d49c830ac36a521" providerId="LiveId" clId="{B8839A4C-5D8E-47B7-ACED-D66C062B2ECB}" dt="2022-11-06T13:08:40.735" v="1987"/>
          <ac:spMkLst>
            <pc:docMk/>
            <pc:sldMk cId="1401197732" sldId="266"/>
            <ac:spMk id="54" creationId="{C21AB898-1DBD-CF36-F387-42AFAE7B3DE0}"/>
          </ac:spMkLst>
        </pc:spChg>
        <pc:grpChg chg="add mod">
          <ac:chgData name="One Skill" userId="8d49c830ac36a521" providerId="LiveId" clId="{B8839A4C-5D8E-47B7-ACED-D66C062B2ECB}" dt="2022-11-06T13:08:42.990" v="1988" actId="1076"/>
          <ac:grpSpMkLst>
            <pc:docMk/>
            <pc:sldMk cId="1401197732" sldId="266"/>
            <ac:grpSpMk id="2" creationId="{684994D6-5CE5-8EA8-C389-17B4168BAFBE}"/>
          </ac:grpSpMkLst>
        </pc:grpChg>
        <pc:grpChg chg="del">
          <ac:chgData name="One Skill" userId="8d49c830ac36a521" providerId="LiveId" clId="{B8839A4C-5D8E-47B7-ACED-D66C062B2ECB}" dt="2022-11-06T13:08:40.486" v="1986" actId="478"/>
          <ac:grpSpMkLst>
            <pc:docMk/>
            <pc:sldMk cId="1401197732" sldId="266"/>
            <ac:grpSpMk id="47" creationId="{21C32F64-DF4D-0FD6-0A96-58A84E7AE126}"/>
          </ac:grpSpMkLst>
        </pc:grpChg>
        <pc:picChg chg="del">
          <ac:chgData name="One Skill" userId="8d49c830ac36a521" providerId="LiveId" clId="{B8839A4C-5D8E-47B7-ACED-D66C062B2ECB}" dt="2022-11-06T12:00:37.810" v="14" actId="478"/>
          <ac:picMkLst>
            <pc:docMk/>
            <pc:sldMk cId="1401197732" sldId="266"/>
            <ac:picMk id="3" creationId="{D433BA10-FA5A-6A61-E512-4BCC8A380320}"/>
          </ac:picMkLst>
        </pc:picChg>
        <pc:picChg chg="add del mod modCrop">
          <ac:chgData name="One Skill" userId="8d49c830ac36a521" providerId="LiveId" clId="{B8839A4C-5D8E-47B7-ACED-D66C062B2ECB}" dt="2022-11-06T12:13:54.395" v="57" actId="478"/>
          <ac:picMkLst>
            <pc:docMk/>
            <pc:sldMk cId="1401197732" sldId="266"/>
            <ac:picMk id="4" creationId="{3C866828-89B4-B726-6E66-8BBADEC887D3}"/>
          </ac:picMkLst>
        </pc:picChg>
        <pc:picChg chg="add del mod">
          <ac:chgData name="One Skill" userId="8d49c830ac36a521" providerId="LiveId" clId="{B8839A4C-5D8E-47B7-ACED-D66C062B2ECB}" dt="2022-11-06T12:14:09.667" v="63" actId="478"/>
          <ac:picMkLst>
            <pc:docMk/>
            <pc:sldMk cId="1401197732" sldId="266"/>
            <ac:picMk id="6" creationId="{653836F6-5851-70AD-8DFE-FDA58F912E87}"/>
          </ac:picMkLst>
        </pc:picChg>
        <pc:picChg chg="add mod">
          <ac:chgData name="One Skill" userId="8d49c830ac36a521" providerId="LiveId" clId="{B8839A4C-5D8E-47B7-ACED-D66C062B2ECB}" dt="2022-11-06T14:22:34.851" v="2083" actId="1076"/>
          <ac:picMkLst>
            <pc:docMk/>
            <pc:sldMk cId="1401197732" sldId="266"/>
            <ac:picMk id="7" creationId="{BAB5DA9F-E132-8BE4-F4B6-5B4A8F44EB42}"/>
          </ac:picMkLst>
        </pc:picChg>
        <pc:picChg chg="add mod ord">
          <ac:chgData name="One Skill" userId="8d49c830ac36a521" providerId="LiveId" clId="{B8839A4C-5D8E-47B7-ACED-D66C062B2ECB}" dt="2022-11-06T14:49:08.350" v="2627" actId="167"/>
          <ac:picMkLst>
            <pc:docMk/>
            <pc:sldMk cId="1401197732" sldId="266"/>
            <ac:picMk id="9" creationId="{654B4EF9-31DF-1639-8A58-DC96C5396A11}"/>
          </ac:picMkLst>
        </pc:picChg>
        <pc:picChg chg="add del mod ord modCrop">
          <ac:chgData name="One Skill" userId="8d49c830ac36a521" providerId="LiveId" clId="{B8839A4C-5D8E-47B7-ACED-D66C062B2ECB}" dt="2022-11-06T14:49:04.289" v="2621" actId="478"/>
          <ac:picMkLst>
            <pc:docMk/>
            <pc:sldMk cId="1401197732" sldId="266"/>
            <ac:picMk id="43" creationId="{881D6829-D8EC-00EC-235D-04BA1CCF111B}"/>
          </ac:picMkLst>
        </pc:picChg>
        <pc:picChg chg="add del mod">
          <ac:chgData name="One Skill" userId="8d49c830ac36a521" providerId="LiveId" clId="{B8839A4C-5D8E-47B7-ACED-D66C062B2ECB}" dt="2022-11-06T12:34:51.171" v="1039" actId="478"/>
          <ac:picMkLst>
            <pc:docMk/>
            <pc:sldMk cId="1401197732" sldId="266"/>
            <ac:picMk id="46" creationId="{21417167-7256-D7A2-BB0F-2998B155EB10}"/>
          </ac:picMkLst>
        </pc:picChg>
        <pc:picChg chg="del">
          <ac:chgData name="One Skill" userId="8d49c830ac36a521" providerId="LiveId" clId="{B8839A4C-5D8E-47B7-ACED-D66C062B2ECB}" dt="2022-11-06T12:21:48.091" v="335" actId="478"/>
          <ac:picMkLst>
            <pc:docMk/>
            <pc:sldMk cId="1401197732" sldId="266"/>
            <ac:picMk id="65" creationId="{2FC72AA6-A5DD-114D-FD95-8E184F71E803}"/>
          </ac:picMkLst>
        </pc:picChg>
      </pc:sldChg>
      <pc:sldChg chg="del">
        <pc:chgData name="One Skill" userId="8d49c830ac36a521" providerId="LiveId" clId="{B8839A4C-5D8E-47B7-ACED-D66C062B2ECB}" dt="2022-11-06T11:31:56.293" v="0" actId="18676"/>
        <pc:sldMkLst>
          <pc:docMk/>
          <pc:sldMk cId="2274765040" sldId="267"/>
        </pc:sldMkLst>
      </pc:sldChg>
      <pc:sldChg chg="addSp delSp modSp mod modTransition setBg">
        <pc:chgData name="One Skill" userId="8d49c830ac36a521" providerId="LiveId" clId="{B8839A4C-5D8E-47B7-ACED-D66C062B2ECB}" dt="2022-11-06T14:48:37.653" v="2604"/>
        <pc:sldMkLst>
          <pc:docMk/>
          <pc:sldMk cId="3263617232" sldId="268"/>
        </pc:sldMkLst>
        <pc:spChg chg="mod modVis">
          <ac:chgData name="One Skill" userId="8d49c830ac36a521" providerId="LiveId" clId="{B8839A4C-5D8E-47B7-ACED-D66C062B2ECB}" dt="2022-11-06T12:20:19.536" v="246"/>
          <ac:spMkLst>
            <pc:docMk/>
            <pc:sldMk cId="3263617232" sldId="268"/>
            <ac:spMk id="9" creationId="{72498BB4-C51B-0794-16E1-B15BDF6623B3}"/>
          </ac:spMkLst>
        </pc:spChg>
        <pc:spChg chg="mod modVis">
          <ac:chgData name="One Skill" userId="8d49c830ac36a521" providerId="LiveId" clId="{B8839A4C-5D8E-47B7-ACED-D66C062B2ECB}" dt="2022-11-06T12:20:19.536" v="240"/>
          <ac:spMkLst>
            <pc:docMk/>
            <pc:sldMk cId="3263617232" sldId="268"/>
            <ac:spMk id="10" creationId="{58196A91-F28E-C166-A958-24920AD2385D}"/>
          </ac:spMkLst>
        </pc:spChg>
        <pc:spChg chg="mod modVis">
          <ac:chgData name="One Skill" userId="8d49c830ac36a521" providerId="LiveId" clId="{B8839A4C-5D8E-47B7-ACED-D66C062B2ECB}" dt="2022-11-06T12:20:19.536" v="242"/>
          <ac:spMkLst>
            <pc:docMk/>
            <pc:sldMk cId="3263617232" sldId="268"/>
            <ac:spMk id="13" creationId="{6492ACBE-FFFF-25D7-71F0-C6DFF889A897}"/>
          </ac:spMkLst>
        </pc:spChg>
        <pc:spChg chg="mod modVis">
          <ac:chgData name="One Skill" userId="8d49c830ac36a521" providerId="LiveId" clId="{B8839A4C-5D8E-47B7-ACED-D66C062B2ECB}" dt="2022-11-06T12:20:19.536" v="244"/>
          <ac:spMkLst>
            <pc:docMk/>
            <pc:sldMk cId="3263617232" sldId="268"/>
            <ac:spMk id="14" creationId="{633B96B0-1174-379D-6DAA-CEA8120C5D02}"/>
          </ac:spMkLst>
        </pc:spChg>
        <pc:spChg chg="mod modVis">
          <ac:chgData name="One Skill" userId="8d49c830ac36a521" providerId="LiveId" clId="{B8839A4C-5D8E-47B7-ACED-D66C062B2ECB}" dt="2022-11-06T12:20:19.537" v="248"/>
          <ac:spMkLst>
            <pc:docMk/>
            <pc:sldMk cId="3263617232" sldId="268"/>
            <ac:spMk id="19" creationId="{9F3134D2-C618-2062-4BF7-18CAC8E546BA}"/>
          </ac:spMkLst>
        </pc:spChg>
        <pc:spChg chg="mod modVis">
          <ac:chgData name="One Skill" userId="8d49c830ac36a521" providerId="LiveId" clId="{B8839A4C-5D8E-47B7-ACED-D66C062B2ECB}" dt="2022-11-06T12:20:19.537" v="250"/>
          <ac:spMkLst>
            <pc:docMk/>
            <pc:sldMk cId="3263617232" sldId="268"/>
            <ac:spMk id="21" creationId="{68408077-CFD8-30ED-8F21-9C00C6D0143B}"/>
          </ac:spMkLst>
        </pc:spChg>
        <pc:spChg chg="mod modVis">
          <ac:chgData name="One Skill" userId="8d49c830ac36a521" providerId="LiveId" clId="{B8839A4C-5D8E-47B7-ACED-D66C062B2ECB}" dt="2022-11-06T12:20:19.531" v="182"/>
          <ac:spMkLst>
            <pc:docMk/>
            <pc:sldMk cId="3263617232" sldId="268"/>
            <ac:spMk id="27" creationId="{32E4D665-3502-4C30-B2FE-B66B01BDB4AE}"/>
          </ac:spMkLst>
        </pc:spChg>
        <pc:spChg chg="mod modVis">
          <ac:chgData name="One Skill" userId="8d49c830ac36a521" providerId="LiveId" clId="{B8839A4C-5D8E-47B7-ACED-D66C062B2ECB}" dt="2022-11-06T12:20:19.531" v="184"/>
          <ac:spMkLst>
            <pc:docMk/>
            <pc:sldMk cId="3263617232" sldId="268"/>
            <ac:spMk id="28" creationId="{5BA84914-F361-7C1A-5F7C-A35BD80E5039}"/>
          </ac:spMkLst>
        </pc:spChg>
        <pc:spChg chg="mod modVis">
          <ac:chgData name="One Skill" userId="8d49c830ac36a521" providerId="LiveId" clId="{B8839A4C-5D8E-47B7-ACED-D66C062B2ECB}" dt="2022-11-06T12:20:19.531" v="186"/>
          <ac:spMkLst>
            <pc:docMk/>
            <pc:sldMk cId="3263617232" sldId="268"/>
            <ac:spMk id="29" creationId="{D030C77E-3AE5-0159-8997-5EA201B79CFA}"/>
          </ac:spMkLst>
        </pc:spChg>
        <pc:spChg chg="mod modVis">
          <ac:chgData name="One Skill" userId="8d49c830ac36a521" providerId="LiveId" clId="{B8839A4C-5D8E-47B7-ACED-D66C062B2ECB}" dt="2022-11-06T12:20:19.531" v="188"/>
          <ac:spMkLst>
            <pc:docMk/>
            <pc:sldMk cId="3263617232" sldId="268"/>
            <ac:spMk id="30" creationId="{215A7484-3A5A-804A-5CDA-B9C0B754706D}"/>
          </ac:spMkLst>
        </pc:spChg>
        <pc:spChg chg="mod modVis">
          <ac:chgData name="One Skill" userId="8d49c830ac36a521" providerId="LiveId" clId="{B8839A4C-5D8E-47B7-ACED-D66C062B2ECB}" dt="2022-11-06T12:20:19.531" v="190"/>
          <ac:spMkLst>
            <pc:docMk/>
            <pc:sldMk cId="3263617232" sldId="268"/>
            <ac:spMk id="31" creationId="{127DAE1A-3417-2E1E-60C6-1008E0043707}"/>
          </ac:spMkLst>
        </pc:spChg>
        <pc:spChg chg="mod modVis">
          <ac:chgData name="One Skill" userId="8d49c830ac36a521" providerId="LiveId" clId="{B8839A4C-5D8E-47B7-ACED-D66C062B2ECB}" dt="2022-11-06T12:20:19.531" v="192"/>
          <ac:spMkLst>
            <pc:docMk/>
            <pc:sldMk cId="3263617232" sldId="268"/>
            <ac:spMk id="32" creationId="{FA14B071-C3C8-D46F-349A-BE07C8E67079}"/>
          </ac:spMkLst>
        </pc:spChg>
        <pc:spChg chg="mod modVis">
          <ac:chgData name="One Skill" userId="8d49c830ac36a521" providerId="LiveId" clId="{B8839A4C-5D8E-47B7-ACED-D66C062B2ECB}" dt="2022-11-06T12:20:19.532" v="194"/>
          <ac:spMkLst>
            <pc:docMk/>
            <pc:sldMk cId="3263617232" sldId="268"/>
            <ac:spMk id="33" creationId="{BCF3DBF0-A040-7140-A5B1-7FFA314F2A73}"/>
          </ac:spMkLst>
        </pc:spChg>
        <pc:spChg chg="mod modVis">
          <ac:chgData name="One Skill" userId="8d49c830ac36a521" providerId="LiveId" clId="{B8839A4C-5D8E-47B7-ACED-D66C062B2ECB}" dt="2022-11-06T12:20:19.532" v="196"/>
          <ac:spMkLst>
            <pc:docMk/>
            <pc:sldMk cId="3263617232" sldId="268"/>
            <ac:spMk id="34" creationId="{BE21E3C5-FFA4-93B3-11ED-B647C6746C8D}"/>
          </ac:spMkLst>
        </pc:spChg>
        <pc:spChg chg="mod modVis">
          <ac:chgData name="One Skill" userId="8d49c830ac36a521" providerId="LiveId" clId="{B8839A4C-5D8E-47B7-ACED-D66C062B2ECB}" dt="2022-11-06T12:20:19.528" v="158"/>
          <ac:spMkLst>
            <pc:docMk/>
            <pc:sldMk cId="3263617232" sldId="268"/>
            <ac:spMk id="35" creationId="{A72F3BAA-93C9-1412-485B-8FF5D369E7A2}"/>
          </ac:spMkLst>
        </pc:spChg>
        <pc:spChg chg="mod modVis">
          <ac:chgData name="One Skill" userId="8d49c830ac36a521" providerId="LiveId" clId="{B8839A4C-5D8E-47B7-ACED-D66C062B2ECB}" dt="2022-11-06T12:20:19.528" v="160"/>
          <ac:spMkLst>
            <pc:docMk/>
            <pc:sldMk cId="3263617232" sldId="268"/>
            <ac:spMk id="36" creationId="{ED42C8DC-74CE-EF99-EA96-BAF3B2FC0BC2}"/>
          </ac:spMkLst>
        </pc:spChg>
        <pc:spChg chg="mod modVis">
          <ac:chgData name="One Skill" userId="8d49c830ac36a521" providerId="LiveId" clId="{B8839A4C-5D8E-47B7-ACED-D66C062B2ECB}" dt="2022-11-06T12:20:19.528" v="162"/>
          <ac:spMkLst>
            <pc:docMk/>
            <pc:sldMk cId="3263617232" sldId="268"/>
            <ac:spMk id="37" creationId="{ABD6A03E-1891-0206-67EA-7662778E2DC6}"/>
          </ac:spMkLst>
        </pc:spChg>
        <pc:spChg chg="mod modVis">
          <ac:chgData name="One Skill" userId="8d49c830ac36a521" providerId="LiveId" clId="{B8839A4C-5D8E-47B7-ACED-D66C062B2ECB}" dt="2022-11-06T12:20:19.528" v="164"/>
          <ac:spMkLst>
            <pc:docMk/>
            <pc:sldMk cId="3263617232" sldId="268"/>
            <ac:spMk id="38" creationId="{845B49CB-F382-7C2D-081C-07B6642C9EEB}"/>
          </ac:spMkLst>
        </pc:spChg>
        <pc:spChg chg="mod modVis">
          <ac:chgData name="One Skill" userId="8d49c830ac36a521" providerId="LiveId" clId="{B8839A4C-5D8E-47B7-ACED-D66C062B2ECB}" dt="2022-11-06T12:20:19.528" v="166"/>
          <ac:spMkLst>
            <pc:docMk/>
            <pc:sldMk cId="3263617232" sldId="268"/>
            <ac:spMk id="39" creationId="{61F3924F-095E-F368-DC6E-4AA77AFB6DC4}"/>
          </ac:spMkLst>
        </pc:spChg>
        <pc:spChg chg="mod modVis">
          <ac:chgData name="One Skill" userId="8d49c830ac36a521" providerId="LiveId" clId="{B8839A4C-5D8E-47B7-ACED-D66C062B2ECB}" dt="2022-11-06T12:20:19.529" v="168"/>
          <ac:spMkLst>
            <pc:docMk/>
            <pc:sldMk cId="3263617232" sldId="268"/>
            <ac:spMk id="40" creationId="{250475D7-C395-3E0B-74D3-7A96A906AA74}"/>
          </ac:spMkLst>
        </pc:spChg>
        <pc:spChg chg="mod modVis">
          <ac:chgData name="One Skill" userId="8d49c830ac36a521" providerId="LiveId" clId="{B8839A4C-5D8E-47B7-ACED-D66C062B2ECB}" dt="2022-11-06T12:20:19.529" v="170"/>
          <ac:spMkLst>
            <pc:docMk/>
            <pc:sldMk cId="3263617232" sldId="268"/>
            <ac:spMk id="41" creationId="{7ABED1B2-0D09-90C2-F3A1-F13390C83934}"/>
          </ac:spMkLst>
        </pc:spChg>
        <pc:spChg chg="mod modVis">
          <ac:chgData name="One Skill" userId="8d49c830ac36a521" providerId="LiveId" clId="{B8839A4C-5D8E-47B7-ACED-D66C062B2ECB}" dt="2022-11-06T12:20:19.529" v="172"/>
          <ac:spMkLst>
            <pc:docMk/>
            <pc:sldMk cId="3263617232" sldId="268"/>
            <ac:spMk id="42" creationId="{5C280046-8897-E4C0-FAD3-837DC5CA3B5B}"/>
          </ac:spMkLst>
        </pc:spChg>
        <pc:spChg chg="mod modVis">
          <ac:chgData name="One Skill" userId="8d49c830ac36a521" providerId="LiveId" clId="{B8839A4C-5D8E-47B7-ACED-D66C062B2ECB}" dt="2022-11-06T12:20:19.530" v="174"/>
          <ac:spMkLst>
            <pc:docMk/>
            <pc:sldMk cId="3263617232" sldId="268"/>
            <ac:spMk id="43" creationId="{D9CF7652-78BF-1090-A115-D2830588A041}"/>
          </ac:spMkLst>
        </pc:spChg>
        <pc:spChg chg="mod modVis">
          <ac:chgData name="One Skill" userId="8d49c830ac36a521" providerId="LiveId" clId="{B8839A4C-5D8E-47B7-ACED-D66C062B2ECB}" dt="2022-11-06T12:20:19.530" v="176"/>
          <ac:spMkLst>
            <pc:docMk/>
            <pc:sldMk cId="3263617232" sldId="268"/>
            <ac:spMk id="44" creationId="{CD13C075-BE55-4CF6-F813-FCF6FE7F408E}"/>
          </ac:spMkLst>
        </pc:spChg>
        <pc:spChg chg="mod modVis">
          <ac:chgData name="One Skill" userId="8d49c830ac36a521" providerId="LiveId" clId="{B8839A4C-5D8E-47B7-ACED-D66C062B2ECB}" dt="2022-11-06T12:20:19.530" v="178"/>
          <ac:spMkLst>
            <pc:docMk/>
            <pc:sldMk cId="3263617232" sldId="268"/>
            <ac:spMk id="45" creationId="{D1EFBAF3-2195-6D3F-5411-B2DFEA3FADBE}"/>
          </ac:spMkLst>
        </pc:spChg>
        <pc:spChg chg="mod modVis">
          <ac:chgData name="One Skill" userId="8d49c830ac36a521" providerId="LiveId" clId="{B8839A4C-5D8E-47B7-ACED-D66C062B2ECB}" dt="2022-11-06T12:20:19.530" v="180"/>
          <ac:spMkLst>
            <pc:docMk/>
            <pc:sldMk cId="3263617232" sldId="268"/>
            <ac:spMk id="46" creationId="{6F9A4E4E-8201-4CBF-EB15-3607DCAE6301}"/>
          </ac:spMkLst>
        </pc:spChg>
        <pc:spChg chg="mod modVis">
          <ac:chgData name="One Skill" userId="8d49c830ac36a521" providerId="LiveId" clId="{B8839A4C-5D8E-47B7-ACED-D66C062B2ECB}" dt="2022-11-06T12:20:19.532" v="198"/>
          <ac:spMkLst>
            <pc:docMk/>
            <pc:sldMk cId="3263617232" sldId="268"/>
            <ac:spMk id="49" creationId="{3932172C-66E9-58B8-97EF-9F6EFF910C42}"/>
          </ac:spMkLst>
        </pc:spChg>
        <pc:spChg chg="mod modVis">
          <ac:chgData name="One Skill" userId="8d49c830ac36a521" providerId="LiveId" clId="{B8839A4C-5D8E-47B7-ACED-D66C062B2ECB}" dt="2022-11-06T12:20:19.533" v="213"/>
          <ac:spMkLst>
            <pc:docMk/>
            <pc:sldMk cId="3263617232" sldId="268"/>
            <ac:spMk id="126" creationId="{9C371896-8EFA-F210-F3FB-06FA9DE6FB7B}"/>
          </ac:spMkLst>
        </pc:spChg>
        <pc:spChg chg="mod modVis">
          <ac:chgData name="One Skill" userId="8d49c830ac36a521" providerId="LiveId" clId="{B8839A4C-5D8E-47B7-ACED-D66C062B2ECB}" dt="2022-11-06T12:20:19.533" v="215"/>
          <ac:spMkLst>
            <pc:docMk/>
            <pc:sldMk cId="3263617232" sldId="268"/>
            <ac:spMk id="127" creationId="{BDC10C62-5290-D0EB-D289-02FCEFA850A5}"/>
          </ac:spMkLst>
        </pc:spChg>
        <pc:spChg chg="mod modVis">
          <ac:chgData name="One Skill" userId="8d49c830ac36a521" providerId="LiveId" clId="{B8839A4C-5D8E-47B7-ACED-D66C062B2ECB}" dt="2022-11-06T12:20:19.534" v="217"/>
          <ac:spMkLst>
            <pc:docMk/>
            <pc:sldMk cId="3263617232" sldId="268"/>
            <ac:spMk id="128" creationId="{D2F40552-9D50-B687-BF4E-8423F3E9470B}"/>
          </ac:spMkLst>
        </pc:spChg>
        <pc:spChg chg="mod modVis">
          <ac:chgData name="One Skill" userId="8d49c830ac36a521" providerId="LiveId" clId="{B8839A4C-5D8E-47B7-ACED-D66C062B2ECB}" dt="2022-11-06T12:20:19.534" v="219"/>
          <ac:spMkLst>
            <pc:docMk/>
            <pc:sldMk cId="3263617232" sldId="268"/>
            <ac:spMk id="129" creationId="{61F2EC96-ECB0-A9E1-B150-DF92D8D395F0}"/>
          </ac:spMkLst>
        </pc:spChg>
        <pc:spChg chg="mod modVis">
          <ac:chgData name="One Skill" userId="8d49c830ac36a521" providerId="LiveId" clId="{B8839A4C-5D8E-47B7-ACED-D66C062B2ECB}" dt="2022-11-06T12:20:19.534" v="221"/>
          <ac:spMkLst>
            <pc:docMk/>
            <pc:sldMk cId="3263617232" sldId="268"/>
            <ac:spMk id="130" creationId="{C78FC6DD-EAC9-DFCD-C3FD-42DFF3B39BF6}"/>
          </ac:spMkLst>
        </pc:spChg>
        <pc:spChg chg="mod modVis">
          <ac:chgData name="One Skill" userId="8d49c830ac36a521" providerId="LiveId" clId="{B8839A4C-5D8E-47B7-ACED-D66C062B2ECB}" dt="2022-11-06T12:20:19.534" v="223"/>
          <ac:spMkLst>
            <pc:docMk/>
            <pc:sldMk cId="3263617232" sldId="268"/>
            <ac:spMk id="131" creationId="{C0B107D1-DAC3-54C5-694B-E8DD815DE361}"/>
          </ac:spMkLst>
        </pc:spChg>
        <pc:spChg chg="mod modVis">
          <ac:chgData name="One Skill" userId="8d49c830ac36a521" providerId="LiveId" clId="{B8839A4C-5D8E-47B7-ACED-D66C062B2ECB}" dt="2022-11-06T12:20:19.534" v="225"/>
          <ac:spMkLst>
            <pc:docMk/>
            <pc:sldMk cId="3263617232" sldId="268"/>
            <ac:spMk id="132" creationId="{0F4D086B-7470-94F8-CCDD-613D1727003D}"/>
          </ac:spMkLst>
        </pc:spChg>
        <pc:spChg chg="mod modVis">
          <ac:chgData name="One Skill" userId="8d49c830ac36a521" providerId="LiveId" clId="{B8839A4C-5D8E-47B7-ACED-D66C062B2ECB}" dt="2022-11-06T12:20:19.534" v="227"/>
          <ac:spMkLst>
            <pc:docMk/>
            <pc:sldMk cId="3263617232" sldId="268"/>
            <ac:spMk id="133" creationId="{95B5B759-037E-A14F-1CB6-2D9DEA89EBD2}"/>
          </ac:spMkLst>
        </pc:spChg>
        <pc:spChg chg="mod modVis">
          <ac:chgData name="One Skill" userId="8d49c830ac36a521" providerId="LiveId" clId="{B8839A4C-5D8E-47B7-ACED-D66C062B2ECB}" dt="2022-11-06T12:20:19.534" v="229"/>
          <ac:spMkLst>
            <pc:docMk/>
            <pc:sldMk cId="3263617232" sldId="268"/>
            <ac:spMk id="134" creationId="{3395C924-E95A-863B-0834-86F10C18039A}"/>
          </ac:spMkLst>
        </pc:spChg>
        <pc:spChg chg="mod modVis">
          <ac:chgData name="One Skill" userId="8d49c830ac36a521" providerId="LiveId" clId="{B8839A4C-5D8E-47B7-ACED-D66C062B2ECB}" dt="2022-11-06T12:20:19.534" v="231"/>
          <ac:spMkLst>
            <pc:docMk/>
            <pc:sldMk cId="3263617232" sldId="268"/>
            <ac:spMk id="135" creationId="{4863F2BA-506D-680D-19B8-74AB802389D8}"/>
          </ac:spMkLst>
        </pc:spChg>
        <pc:spChg chg="mod modVis">
          <ac:chgData name="One Skill" userId="8d49c830ac36a521" providerId="LiveId" clId="{B8839A4C-5D8E-47B7-ACED-D66C062B2ECB}" dt="2022-11-06T12:20:19.536" v="233"/>
          <ac:spMkLst>
            <pc:docMk/>
            <pc:sldMk cId="3263617232" sldId="268"/>
            <ac:spMk id="136" creationId="{EA6ECCB0-F7B2-49AC-0A13-2D49232214BB}"/>
          </ac:spMkLst>
        </pc:spChg>
        <pc:spChg chg="mod modVis">
          <ac:chgData name="One Skill" userId="8d49c830ac36a521" providerId="LiveId" clId="{B8839A4C-5D8E-47B7-ACED-D66C062B2ECB}" dt="2022-11-06T12:20:19.537" v="257"/>
          <ac:spMkLst>
            <pc:docMk/>
            <pc:sldMk cId="3263617232" sldId="268"/>
            <ac:spMk id="138" creationId="{6D39482E-5D9D-9978-3725-81976B374E1C}"/>
          </ac:spMkLst>
        </pc:spChg>
        <pc:spChg chg="mod modVis">
          <ac:chgData name="One Skill" userId="8d49c830ac36a521" providerId="LiveId" clId="{B8839A4C-5D8E-47B7-ACED-D66C062B2ECB}" dt="2022-11-06T12:20:19.538" v="259"/>
          <ac:spMkLst>
            <pc:docMk/>
            <pc:sldMk cId="3263617232" sldId="268"/>
            <ac:spMk id="143" creationId="{0839A495-3D16-B3A5-6441-0710BD2C9DE9}"/>
          </ac:spMkLst>
        </pc:spChg>
        <pc:spChg chg="mod modVis">
          <ac:chgData name="One Skill" userId="8d49c830ac36a521" providerId="LiveId" clId="{B8839A4C-5D8E-47B7-ACED-D66C062B2ECB}" dt="2022-11-06T12:20:19.538" v="261"/>
          <ac:spMkLst>
            <pc:docMk/>
            <pc:sldMk cId="3263617232" sldId="268"/>
            <ac:spMk id="171" creationId="{BD9B4FAF-0A26-3BE8-07E4-EEDA1E3AB83A}"/>
          </ac:spMkLst>
        </pc:spChg>
        <pc:spChg chg="mod modVis">
          <ac:chgData name="One Skill" userId="8d49c830ac36a521" providerId="LiveId" clId="{B8839A4C-5D8E-47B7-ACED-D66C062B2ECB}" dt="2022-11-06T12:20:19.538" v="270"/>
          <ac:spMkLst>
            <pc:docMk/>
            <pc:sldMk cId="3263617232" sldId="268"/>
            <ac:spMk id="178" creationId="{1C4F4FEA-171F-0E8B-1E8F-79FEEB240898}"/>
          </ac:spMkLst>
        </pc:spChg>
        <pc:spChg chg="mod modVis">
          <ac:chgData name="One Skill" userId="8d49c830ac36a521" providerId="LiveId" clId="{B8839A4C-5D8E-47B7-ACED-D66C062B2ECB}" dt="2022-11-06T12:20:19.538" v="272"/>
          <ac:spMkLst>
            <pc:docMk/>
            <pc:sldMk cId="3263617232" sldId="268"/>
            <ac:spMk id="179" creationId="{1724CE18-923E-BD16-5FD8-223D7D698D73}"/>
          </ac:spMkLst>
        </pc:spChg>
        <pc:spChg chg="mod modVis">
          <ac:chgData name="One Skill" userId="8d49c830ac36a521" providerId="LiveId" clId="{B8839A4C-5D8E-47B7-ACED-D66C062B2ECB}" dt="2022-11-06T12:20:19.539" v="274"/>
          <ac:spMkLst>
            <pc:docMk/>
            <pc:sldMk cId="3263617232" sldId="268"/>
            <ac:spMk id="180" creationId="{13B34797-A4FA-2857-F491-8D2A03711D35}"/>
          </ac:spMkLst>
        </pc:spChg>
        <pc:spChg chg="mod ord modVis">
          <ac:chgData name="One Skill" userId="8d49c830ac36a521" providerId="LiveId" clId="{B8839A4C-5D8E-47B7-ACED-D66C062B2ECB}" dt="2022-11-06T12:31:51.826" v="1001" actId="1076"/>
          <ac:spMkLst>
            <pc:docMk/>
            <pc:sldMk cId="3263617232" sldId="268"/>
            <ac:spMk id="182" creationId="{287D98ED-4FBB-26F3-4835-9049BDCD854D}"/>
          </ac:spMkLst>
        </pc:spChg>
        <pc:spChg chg="mod modVis">
          <ac:chgData name="One Skill" userId="8d49c830ac36a521" providerId="LiveId" clId="{B8839A4C-5D8E-47B7-ACED-D66C062B2ECB}" dt="2022-11-06T12:20:19.539" v="281"/>
          <ac:spMkLst>
            <pc:docMk/>
            <pc:sldMk cId="3263617232" sldId="268"/>
            <ac:spMk id="184" creationId="{331EF5D5-23BA-DACA-8BD1-C4519A22694E}"/>
          </ac:spMkLst>
        </pc:spChg>
        <pc:spChg chg="mod modVis">
          <ac:chgData name="One Skill" userId="8d49c830ac36a521" providerId="LiveId" clId="{B8839A4C-5D8E-47B7-ACED-D66C062B2ECB}" dt="2022-11-06T12:20:19.539" v="283"/>
          <ac:spMkLst>
            <pc:docMk/>
            <pc:sldMk cId="3263617232" sldId="268"/>
            <ac:spMk id="185" creationId="{80474251-C93B-C176-82F2-D882409F543A}"/>
          </ac:spMkLst>
        </pc:spChg>
        <pc:spChg chg="mod modVis">
          <ac:chgData name="One Skill" userId="8d49c830ac36a521" providerId="LiveId" clId="{B8839A4C-5D8E-47B7-ACED-D66C062B2ECB}" dt="2022-11-06T12:20:19.539" v="285"/>
          <ac:spMkLst>
            <pc:docMk/>
            <pc:sldMk cId="3263617232" sldId="268"/>
            <ac:spMk id="186" creationId="{E42D9968-5A0F-05FB-B9B8-148057931A4C}"/>
          </ac:spMkLst>
        </pc:spChg>
        <pc:spChg chg="mod modVis">
          <ac:chgData name="One Skill" userId="8d49c830ac36a521" providerId="LiveId" clId="{B8839A4C-5D8E-47B7-ACED-D66C062B2ECB}" dt="2022-11-06T12:20:19.540" v="292"/>
          <ac:spMkLst>
            <pc:docMk/>
            <pc:sldMk cId="3263617232" sldId="268"/>
            <ac:spMk id="188" creationId="{C7CAB476-7673-0CD2-5DFD-4CA85ACEB8C4}"/>
          </ac:spMkLst>
        </pc:spChg>
        <pc:spChg chg="mod modVis">
          <ac:chgData name="One Skill" userId="8d49c830ac36a521" providerId="LiveId" clId="{B8839A4C-5D8E-47B7-ACED-D66C062B2ECB}" dt="2022-11-06T12:20:19.540" v="294"/>
          <ac:spMkLst>
            <pc:docMk/>
            <pc:sldMk cId="3263617232" sldId="268"/>
            <ac:spMk id="189" creationId="{26EA58AF-68DF-0518-CC08-C375AB77DDDB}"/>
          </ac:spMkLst>
        </pc:spChg>
        <pc:spChg chg="mod modVis">
          <ac:chgData name="One Skill" userId="8d49c830ac36a521" providerId="LiveId" clId="{B8839A4C-5D8E-47B7-ACED-D66C062B2ECB}" dt="2022-11-06T12:20:19.540" v="296"/>
          <ac:spMkLst>
            <pc:docMk/>
            <pc:sldMk cId="3263617232" sldId="268"/>
            <ac:spMk id="190" creationId="{79B743CD-1277-3B44-95B5-4AD88181B5A7}"/>
          </ac:spMkLst>
        </pc:spChg>
        <pc:spChg chg="mod modVis">
          <ac:chgData name="One Skill" userId="8d49c830ac36a521" providerId="LiveId" clId="{B8839A4C-5D8E-47B7-ACED-D66C062B2ECB}" dt="2022-11-06T12:20:19.540" v="305"/>
          <ac:spMkLst>
            <pc:docMk/>
            <pc:sldMk cId="3263617232" sldId="268"/>
            <ac:spMk id="1024" creationId="{089E45E1-D1A9-7C0C-3BC2-8DF37AFCD65D}"/>
          </ac:spMkLst>
        </pc:spChg>
        <pc:spChg chg="mod modVis">
          <ac:chgData name="One Skill" userId="8d49c830ac36a521" providerId="LiveId" clId="{B8839A4C-5D8E-47B7-ACED-D66C062B2ECB}" dt="2022-11-06T12:20:19.541" v="307"/>
          <ac:spMkLst>
            <pc:docMk/>
            <pc:sldMk cId="3263617232" sldId="268"/>
            <ac:spMk id="1025" creationId="{7D183C85-92F6-01EB-53AB-2D2D240CBEB9}"/>
          </ac:spMkLst>
        </pc:spChg>
        <pc:spChg chg="mod modVis">
          <ac:chgData name="One Skill" userId="8d49c830ac36a521" providerId="LiveId" clId="{B8839A4C-5D8E-47B7-ACED-D66C062B2ECB}" dt="2022-11-06T12:20:19.541" v="309"/>
          <ac:spMkLst>
            <pc:docMk/>
            <pc:sldMk cId="3263617232" sldId="268"/>
            <ac:spMk id="1027" creationId="{3082BF21-C061-B1DB-7D87-C2FBBDE27F80}"/>
          </ac:spMkLst>
        </pc:spChg>
        <pc:grpChg chg="mod modVis">
          <ac:chgData name="One Skill" userId="8d49c830ac36a521" providerId="LiveId" clId="{B8839A4C-5D8E-47B7-ACED-D66C062B2ECB}" dt="2022-11-06T12:21:01.319" v="322" actId="14430"/>
          <ac:grpSpMkLst>
            <pc:docMk/>
            <pc:sldMk cId="3263617232" sldId="268"/>
            <ac:grpSpMk id="24" creationId="{5B0AE9A9-58F7-85A6-6D84-729C79BF5A2A}"/>
          </ac:grpSpMkLst>
        </pc:grpChg>
        <pc:grpChg chg="mod modVis">
          <ac:chgData name="One Skill" userId="8d49c830ac36a521" providerId="LiveId" clId="{B8839A4C-5D8E-47B7-ACED-D66C062B2ECB}" dt="2022-11-06T12:20:19.528" v="156"/>
          <ac:grpSpMkLst>
            <pc:docMk/>
            <pc:sldMk cId="3263617232" sldId="268"/>
            <ac:grpSpMk id="25" creationId="{76930574-ED25-A689-5528-5298FF7D53F0}"/>
          </ac:grpSpMkLst>
        </pc:grpChg>
        <pc:grpChg chg="mod modVis">
          <ac:chgData name="One Skill" userId="8d49c830ac36a521" providerId="LiveId" clId="{B8839A4C-5D8E-47B7-ACED-D66C062B2ECB}" dt="2022-11-06T12:20:19.528" v="156"/>
          <ac:grpSpMkLst>
            <pc:docMk/>
            <pc:sldMk cId="3263617232" sldId="268"/>
            <ac:grpSpMk id="26" creationId="{B88EFB03-069C-CC9A-3018-41ACDF7C8F7B}"/>
          </ac:grpSpMkLst>
        </pc:grpChg>
        <pc:grpChg chg="del mod modVis">
          <ac:chgData name="One Skill" userId="8d49c830ac36a521" providerId="LiveId" clId="{B8839A4C-5D8E-47B7-ACED-D66C062B2ECB}" dt="2022-11-06T12:53:42.172" v="1121" actId="478"/>
          <ac:grpSpMkLst>
            <pc:docMk/>
            <pc:sldMk cId="3263617232" sldId="268"/>
            <ac:grpSpMk id="125" creationId="{117B0867-3F5E-A40D-B119-4E975A41C2E1}"/>
          </ac:grpSpMkLst>
        </pc:grpChg>
        <pc:grpChg chg="mod modVis">
          <ac:chgData name="One Skill" userId="8d49c830ac36a521" providerId="LiveId" clId="{B8839A4C-5D8E-47B7-ACED-D66C062B2ECB}" dt="2022-11-06T12:20:19.536" v="238"/>
          <ac:grpSpMkLst>
            <pc:docMk/>
            <pc:sldMk cId="3263617232" sldId="268"/>
            <ac:grpSpMk id="140" creationId="{7E308E75-5AD0-78F4-E76F-417F1AB76BC9}"/>
          </ac:grpSpMkLst>
        </pc:grpChg>
        <pc:grpChg chg="mod modVis">
          <ac:chgData name="One Skill" userId="8d49c830ac36a521" providerId="LiveId" clId="{B8839A4C-5D8E-47B7-ACED-D66C062B2ECB}" dt="2022-11-06T12:20:19.538" v="268"/>
          <ac:grpSpMkLst>
            <pc:docMk/>
            <pc:sldMk cId="3263617232" sldId="268"/>
            <ac:grpSpMk id="177" creationId="{FA79FEF0-4804-D3EE-17B0-14EE45284D82}"/>
          </ac:grpSpMkLst>
        </pc:grpChg>
        <pc:grpChg chg="mod modVis">
          <ac:chgData name="One Skill" userId="8d49c830ac36a521" providerId="LiveId" clId="{B8839A4C-5D8E-47B7-ACED-D66C062B2ECB}" dt="2022-11-06T12:20:19.539" v="279"/>
          <ac:grpSpMkLst>
            <pc:docMk/>
            <pc:sldMk cId="3263617232" sldId="268"/>
            <ac:grpSpMk id="183" creationId="{61A01E81-36C8-7366-EF9E-D4502200369B}"/>
          </ac:grpSpMkLst>
        </pc:grpChg>
        <pc:grpChg chg="mod modVis">
          <ac:chgData name="One Skill" userId="8d49c830ac36a521" providerId="LiveId" clId="{B8839A4C-5D8E-47B7-ACED-D66C062B2ECB}" dt="2022-11-06T12:20:19.540" v="290"/>
          <ac:grpSpMkLst>
            <pc:docMk/>
            <pc:sldMk cId="3263617232" sldId="268"/>
            <ac:grpSpMk id="187" creationId="{7CED5C33-DC05-37EC-542B-2B9D7BB9E47F}"/>
          </ac:grpSpMkLst>
        </pc:grpChg>
        <pc:grpChg chg="mod modVis">
          <ac:chgData name="One Skill" userId="8d49c830ac36a521" providerId="LiveId" clId="{B8839A4C-5D8E-47B7-ACED-D66C062B2ECB}" dt="2022-11-06T12:20:19.540" v="303"/>
          <ac:grpSpMkLst>
            <pc:docMk/>
            <pc:sldMk cId="3263617232" sldId="268"/>
            <ac:grpSpMk id="191" creationId="{A4AA1B86-8C53-67BE-0553-E959B4DDA641}"/>
          </ac:grpSpMkLst>
        </pc:grpChg>
        <pc:grpChg chg="mod modVis">
          <ac:chgData name="One Skill" userId="8d49c830ac36a521" providerId="LiveId" clId="{B8839A4C-5D8E-47B7-ACED-D66C062B2ECB}" dt="2022-11-06T12:20:19.537" v="255"/>
          <ac:grpSpMkLst>
            <pc:docMk/>
            <pc:sldMk cId="3263617232" sldId="268"/>
            <ac:grpSpMk id="1033" creationId="{EF32978B-348E-5AA2-D2CC-7F08A849EF61}"/>
          </ac:grpSpMkLst>
        </pc:grpChg>
        <pc:picChg chg="add mod ord">
          <ac:chgData name="One Skill" userId="8d49c830ac36a521" providerId="LiveId" clId="{B8839A4C-5D8E-47B7-ACED-D66C062B2ECB}" dt="2022-11-06T14:48:30.644" v="2603" actId="167"/>
          <ac:picMkLst>
            <pc:docMk/>
            <pc:sldMk cId="3263617232" sldId="268"/>
            <ac:picMk id="2" creationId="{D98A42C1-0307-E48C-4A20-94B18734084D}"/>
          </ac:picMkLst>
        </pc:picChg>
        <pc:picChg chg="add mod modVis modCrop">
          <ac:chgData name="One Skill" userId="8d49c830ac36a521" providerId="LiveId" clId="{B8839A4C-5D8E-47B7-ACED-D66C062B2ECB}" dt="2022-11-06T12:20:19.541" v="313"/>
          <ac:picMkLst>
            <pc:docMk/>
            <pc:sldMk cId="3263617232" sldId="268"/>
            <ac:picMk id="3" creationId="{9820572C-54C4-B80F-4279-E7D11AB4423B}"/>
          </ac:picMkLst>
        </pc:picChg>
        <pc:picChg chg="add del mod ord">
          <ac:chgData name="One Skill" userId="8d49c830ac36a521" providerId="LiveId" clId="{B8839A4C-5D8E-47B7-ACED-D66C062B2ECB}" dt="2022-11-06T14:48:26.093" v="2600" actId="478"/>
          <ac:picMkLst>
            <pc:docMk/>
            <pc:sldMk cId="3263617232" sldId="268"/>
            <ac:picMk id="4" creationId="{5785F98C-BC7F-D5AF-792F-E1075EF72F32}"/>
          </ac:picMkLst>
        </pc:picChg>
        <pc:picChg chg="del mod modVis">
          <ac:chgData name="One Skill" userId="8d49c830ac36a521" providerId="LiveId" clId="{B8839A4C-5D8E-47B7-ACED-D66C062B2ECB}" dt="2022-11-06T12:29:31.091" v="386" actId="478"/>
          <ac:picMkLst>
            <pc:docMk/>
            <pc:sldMk cId="3263617232" sldId="268"/>
            <ac:picMk id="23" creationId="{98DE717A-0EE5-E69D-D96F-7A8764CF18E1}"/>
          </ac:picMkLst>
        </pc:picChg>
        <pc:picChg chg="del mod">
          <ac:chgData name="One Skill" userId="8d49c830ac36a521" providerId="LiveId" clId="{B8839A4C-5D8E-47B7-ACED-D66C062B2ECB}" dt="2022-11-06T12:18:42.689" v="117" actId="478"/>
          <ac:picMkLst>
            <pc:docMk/>
            <pc:sldMk cId="3263617232" sldId="268"/>
            <ac:picMk id="1026" creationId="{F79C434A-6F11-C343-9E46-CC95673FACE7}"/>
          </ac:picMkLst>
        </pc:picChg>
        <pc:cxnChg chg="mod modVis">
          <ac:chgData name="One Skill" userId="8d49c830ac36a521" providerId="LiveId" clId="{B8839A4C-5D8E-47B7-ACED-D66C062B2ECB}" dt="2022-11-06T12:20:19.538" v="263"/>
          <ac:cxnSpMkLst>
            <pc:docMk/>
            <pc:sldMk cId="3263617232" sldId="268"/>
            <ac:cxnSpMk id="173" creationId="{1B680004-9AF2-5666-5194-15A0E56208D9}"/>
          </ac:cxnSpMkLst>
        </pc:cxnChg>
        <pc:cxnChg chg="mod modVis">
          <ac:chgData name="One Skill" userId="8d49c830ac36a521" providerId="LiveId" clId="{B8839A4C-5D8E-47B7-ACED-D66C062B2ECB}" dt="2022-11-06T12:20:19.541" v="311"/>
          <ac:cxnSpMkLst>
            <pc:docMk/>
            <pc:sldMk cId="3263617232" sldId="268"/>
            <ac:cxnSpMk id="1029" creationId="{2F9C54C3-B194-0650-C641-66D7A9A4F2D4}"/>
          </ac:cxnSpMkLst>
        </pc:cxnChg>
      </pc:sldChg>
      <pc:sldChg chg="addSp delSp modSp mod modTransition setBg">
        <pc:chgData name="One Skill" userId="8d49c830ac36a521" providerId="LiveId" clId="{B8839A4C-5D8E-47B7-ACED-D66C062B2ECB}" dt="2022-11-06T14:49:00.588" v="2620"/>
        <pc:sldMkLst>
          <pc:docMk/>
          <pc:sldMk cId="465754684" sldId="269"/>
        </pc:sldMkLst>
        <pc:spChg chg="mod">
          <ac:chgData name="One Skill" userId="8d49c830ac36a521" providerId="LiveId" clId="{B8839A4C-5D8E-47B7-ACED-D66C062B2ECB}" dt="2022-11-06T12:56:56.677" v="1125"/>
          <ac:spMkLst>
            <pc:docMk/>
            <pc:sldMk cId="465754684" sldId="269"/>
            <ac:spMk id="7" creationId="{D6657C49-3199-7206-FFAB-70D3E64A17C7}"/>
          </ac:spMkLst>
        </pc:spChg>
        <pc:spChg chg="mod">
          <ac:chgData name="One Skill" userId="8d49c830ac36a521" providerId="LiveId" clId="{B8839A4C-5D8E-47B7-ACED-D66C062B2ECB}" dt="2022-11-06T12:56:56.677" v="1125"/>
          <ac:spMkLst>
            <pc:docMk/>
            <pc:sldMk cId="465754684" sldId="269"/>
            <ac:spMk id="8" creationId="{6E990F4D-3DFC-336C-9894-C48806B188C5}"/>
          </ac:spMkLst>
        </pc:spChg>
        <pc:spChg chg="mod">
          <ac:chgData name="One Skill" userId="8d49c830ac36a521" providerId="LiveId" clId="{B8839A4C-5D8E-47B7-ACED-D66C062B2ECB}" dt="2022-11-06T13:04:52.079" v="1954" actId="20577"/>
          <ac:spMkLst>
            <pc:docMk/>
            <pc:sldMk cId="465754684" sldId="269"/>
            <ac:spMk id="14" creationId="{5272D563-2A28-AFDB-956D-750DF60E8847}"/>
          </ac:spMkLst>
        </pc:spChg>
        <pc:spChg chg="mod">
          <ac:chgData name="One Skill" userId="8d49c830ac36a521" providerId="LiveId" clId="{B8839A4C-5D8E-47B7-ACED-D66C062B2ECB}" dt="2022-11-06T13:04:36.013" v="1943"/>
          <ac:spMkLst>
            <pc:docMk/>
            <pc:sldMk cId="465754684" sldId="269"/>
            <ac:spMk id="15" creationId="{6085B946-715B-C693-DE49-4E268565C8AA}"/>
          </ac:spMkLst>
        </pc:spChg>
        <pc:spChg chg="mod">
          <ac:chgData name="One Skill" userId="8d49c830ac36a521" providerId="LiveId" clId="{B8839A4C-5D8E-47B7-ACED-D66C062B2ECB}" dt="2022-11-06T13:04:39.087" v="1950" actId="20577"/>
          <ac:spMkLst>
            <pc:docMk/>
            <pc:sldMk cId="465754684" sldId="269"/>
            <ac:spMk id="17" creationId="{8D626FF9-FB31-0727-4744-5AF5A304B502}"/>
          </ac:spMkLst>
        </pc:spChg>
        <pc:spChg chg="mod">
          <ac:chgData name="One Skill" userId="8d49c830ac36a521" providerId="LiveId" clId="{B8839A4C-5D8E-47B7-ACED-D66C062B2ECB}" dt="2022-11-06T13:04:26.398" v="1941"/>
          <ac:spMkLst>
            <pc:docMk/>
            <pc:sldMk cId="465754684" sldId="269"/>
            <ac:spMk id="19" creationId="{F49C8C3A-A72B-72DF-3CCF-707A06A6F15D}"/>
          </ac:spMkLst>
        </pc:spChg>
        <pc:spChg chg="mod">
          <ac:chgData name="One Skill" userId="8d49c830ac36a521" providerId="LiveId" clId="{B8839A4C-5D8E-47B7-ACED-D66C062B2ECB}" dt="2022-11-06T12:56:56.677" v="1125"/>
          <ac:spMkLst>
            <pc:docMk/>
            <pc:sldMk cId="465754684" sldId="269"/>
            <ac:spMk id="43" creationId="{23F8CF34-511C-9CB3-3251-F10760AD41DE}"/>
          </ac:spMkLst>
        </pc:spChg>
        <pc:spChg chg="mod">
          <ac:chgData name="One Skill" userId="8d49c830ac36a521" providerId="LiveId" clId="{B8839A4C-5D8E-47B7-ACED-D66C062B2ECB}" dt="2022-11-06T12:56:56.677" v="1125"/>
          <ac:spMkLst>
            <pc:docMk/>
            <pc:sldMk cId="465754684" sldId="269"/>
            <ac:spMk id="46" creationId="{9B2F05FB-3502-0E0B-D1D1-A1C24DF39068}"/>
          </ac:spMkLst>
        </pc:spChg>
        <pc:spChg chg="mod">
          <ac:chgData name="One Skill" userId="8d49c830ac36a521" providerId="LiveId" clId="{B8839A4C-5D8E-47B7-ACED-D66C062B2ECB}" dt="2022-11-06T12:56:56.677" v="1125"/>
          <ac:spMkLst>
            <pc:docMk/>
            <pc:sldMk cId="465754684" sldId="269"/>
            <ac:spMk id="48" creationId="{1C2FE5CC-7B1B-10CD-E341-BB8404481142}"/>
          </ac:spMkLst>
        </pc:spChg>
        <pc:spChg chg="mod">
          <ac:chgData name="One Skill" userId="8d49c830ac36a521" providerId="LiveId" clId="{B8839A4C-5D8E-47B7-ACED-D66C062B2ECB}" dt="2022-11-06T12:56:56.677" v="1125"/>
          <ac:spMkLst>
            <pc:docMk/>
            <pc:sldMk cId="465754684" sldId="269"/>
            <ac:spMk id="49" creationId="{B0AD553D-34D4-A377-AF40-17F1BCBE7C3C}"/>
          </ac:spMkLst>
        </pc:spChg>
        <pc:spChg chg="mod">
          <ac:chgData name="One Skill" userId="8d49c830ac36a521" providerId="LiveId" clId="{B8839A4C-5D8E-47B7-ACED-D66C062B2ECB}" dt="2022-11-06T12:56:56.677" v="1125"/>
          <ac:spMkLst>
            <pc:docMk/>
            <pc:sldMk cId="465754684" sldId="269"/>
            <ac:spMk id="50" creationId="{2C33BB30-C300-3645-A722-F58ECBC03100}"/>
          </ac:spMkLst>
        </pc:spChg>
        <pc:spChg chg="mod">
          <ac:chgData name="One Skill" userId="8d49c830ac36a521" providerId="LiveId" clId="{B8839A4C-5D8E-47B7-ACED-D66C062B2ECB}" dt="2022-11-06T14:36:21.055" v="2268" actId="14100"/>
          <ac:spMkLst>
            <pc:docMk/>
            <pc:sldMk cId="465754684" sldId="269"/>
            <ac:spMk id="52" creationId="{41FA78DE-727A-2E35-02ED-AA230864E75C}"/>
          </ac:spMkLst>
        </pc:spChg>
        <pc:spChg chg="mod">
          <ac:chgData name="One Skill" userId="8d49c830ac36a521" providerId="LiveId" clId="{B8839A4C-5D8E-47B7-ACED-D66C062B2ECB}" dt="2022-11-06T12:56:56.677" v="1125"/>
          <ac:spMkLst>
            <pc:docMk/>
            <pc:sldMk cId="465754684" sldId="269"/>
            <ac:spMk id="53" creationId="{082F4661-2A00-CFAB-19EB-A2E36399B6DE}"/>
          </ac:spMkLst>
        </pc:spChg>
        <pc:spChg chg="mod">
          <ac:chgData name="One Skill" userId="8d49c830ac36a521" providerId="LiveId" clId="{B8839A4C-5D8E-47B7-ACED-D66C062B2ECB}" dt="2022-11-06T12:56:56.677" v="1125"/>
          <ac:spMkLst>
            <pc:docMk/>
            <pc:sldMk cId="465754684" sldId="269"/>
            <ac:spMk id="54" creationId="{13E850FC-1151-170A-8DC0-888E9C2A5BBA}"/>
          </ac:spMkLst>
        </pc:spChg>
        <pc:spChg chg="mod">
          <ac:chgData name="One Skill" userId="8d49c830ac36a521" providerId="LiveId" clId="{B8839A4C-5D8E-47B7-ACED-D66C062B2ECB}" dt="2022-11-06T12:56:56.677" v="1125"/>
          <ac:spMkLst>
            <pc:docMk/>
            <pc:sldMk cId="465754684" sldId="269"/>
            <ac:spMk id="55" creationId="{B11B858C-CB96-65EA-3646-89E4250839A7}"/>
          </ac:spMkLst>
        </pc:spChg>
        <pc:spChg chg="mod">
          <ac:chgData name="One Skill" userId="8d49c830ac36a521" providerId="LiveId" clId="{B8839A4C-5D8E-47B7-ACED-D66C062B2ECB}" dt="2022-11-06T12:56:56.677" v="1125"/>
          <ac:spMkLst>
            <pc:docMk/>
            <pc:sldMk cId="465754684" sldId="269"/>
            <ac:spMk id="56" creationId="{E001FB76-D607-EDC6-DBC5-34045EAE434C}"/>
          </ac:spMkLst>
        </pc:spChg>
        <pc:spChg chg="mod">
          <ac:chgData name="One Skill" userId="8d49c830ac36a521" providerId="LiveId" clId="{B8839A4C-5D8E-47B7-ACED-D66C062B2ECB}" dt="2022-11-06T13:09:03.389" v="1996" actId="20577"/>
          <ac:spMkLst>
            <pc:docMk/>
            <pc:sldMk cId="465754684" sldId="269"/>
            <ac:spMk id="124" creationId="{28132D8D-EC3B-0126-06E7-951CAB0C248E}"/>
          </ac:spMkLst>
        </pc:spChg>
        <pc:grpChg chg="add del mod">
          <ac:chgData name="One Skill" userId="8d49c830ac36a521" providerId="LiveId" clId="{B8839A4C-5D8E-47B7-ACED-D66C062B2ECB}" dt="2022-11-06T12:56:59.408" v="1126"/>
          <ac:grpSpMkLst>
            <pc:docMk/>
            <pc:sldMk cId="465754684" sldId="269"/>
            <ac:grpSpMk id="6" creationId="{54C28DD4-9D56-C672-819B-7F71E4BE23E8}"/>
          </ac:grpSpMkLst>
        </pc:grpChg>
        <pc:grpChg chg="add del ord">
          <ac:chgData name="One Skill" userId="8d49c830ac36a521" providerId="LiveId" clId="{B8839A4C-5D8E-47B7-ACED-D66C062B2ECB}" dt="2022-11-06T13:04:11.008" v="1937" actId="166"/>
          <ac:grpSpMkLst>
            <pc:docMk/>
            <pc:sldMk cId="465754684" sldId="269"/>
            <ac:grpSpMk id="47" creationId="{21C32F64-DF4D-0FD6-0A96-58A84E7AE126}"/>
          </ac:grpSpMkLst>
        </pc:grpChg>
        <pc:graphicFrameChg chg="add mod">
          <ac:chgData name="One Skill" userId="8d49c830ac36a521" providerId="LiveId" clId="{B8839A4C-5D8E-47B7-ACED-D66C062B2ECB}" dt="2022-11-06T13:07:08.513" v="1969" actId="1076"/>
          <ac:graphicFrameMkLst>
            <pc:docMk/>
            <pc:sldMk cId="465754684" sldId="269"/>
            <ac:graphicFrameMk id="2" creationId="{2F78C9D5-8601-300C-840F-754855C8229C}"/>
          </ac:graphicFrameMkLst>
        </pc:graphicFrameChg>
        <pc:graphicFrameChg chg="del ord">
          <ac:chgData name="One Skill" userId="8d49c830ac36a521" providerId="LiveId" clId="{B8839A4C-5D8E-47B7-ACED-D66C062B2ECB}" dt="2022-11-06T13:06:48.097" v="1966" actId="478"/>
          <ac:graphicFrameMkLst>
            <pc:docMk/>
            <pc:sldMk cId="465754684" sldId="269"/>
            <ac:graphicFrameMk id="195" creationId="{89940303-9E7C-8D4B-8057-40AC77013D4A}"/>
          </ac:graphicFrameMkLst>
        </pc:graphicFrameChg>
        <pc:picChg chg="add del mod modCrop">
          <ac:chgData name="One Skill" userId="8d49c830ac36a521" providerId="LiveId" clId="{B8839A4C-5D8E-47B7-ACED-D66C062B2ECB}" dt="2022-11-06T12:14:00.828" v="60" actId="478"/>
          <ac:picMkLst>
            <pc:docMk/>
            <pc:sldMk cId="465754684" sldId="269"/>
            <ac:picMk id="2" creationId="{D3FF4D89-65DC-9F54-8196-03D6791C8F03}"/>
          </ac:picMkLst>
        </pc:picChg>
        <pc:picChg chg="add mod ord">
          <ac:chgData name="One Skill" userId="8d49c830ac36a521" providerId="LiveId" clId="{B8839A4C-5D8E-47B7-ACED-D66C062B2ECB}" dt="2022-11-06T14:48:57.355" v="2619" actId="167"/>
          <ac:picMkLst>
            <pc:docMk/>
            <pc:sldMk cId="465754684" sldId="269"/>
            <ac:picMk id="3" creationId="{B0A7BEA0-2215-FCC0-92F0-48202671FE0A}"/>
          </ac:picMkLst>
        </pc:picChg>
        <pc:picChg chg="del">
          <ac:chgData name="One Skill" userId="8d49c830ac36a521" providerId="LiveId" clId="{B8839A4C-5D8E-47B7-ACED-D66C062B2ECB}" dt="2022-11-06T12:01:36.282" v="18" actId="478"/>
          <ac:picMkLst>
            <pc:docMk/>
            <pc:sldMk cId="465754684" sldId="269"/>
            <ac:picMk id="3" creationId="{D433BA10-FA5A-6A61-E512-4BCC8A380320}"/>
          </ac:picMkLst>
        </pc:picChg>
        <pc:picChg chg="add mod ord">
          <ac:chgData name="One Skill" userId="8d49c830ac36a521" providerId="LiveId" clId="{B8839A4C-5D8E-47B7-ACED-D66C062B2ECB}" dt="2022-11-06T13:05:00.462" v="1955" actId="166"/>
          <ac:picMkLst>
            <pc:docMk/>
            <pc:sldMk cId="465754684" sldId="269"/>
            <ac:picMk id="4" creationId="{E2FD0FC0-FA88-17B7-E69D-C4BC5DCB3609}"/>
          </ac:picMkLst>
        </pc:picChg>
        <pc:picChg chg="add del mod ord modCrop">
          <ac:chgData name="One Skill" userId="8d49c830ac36a521" providerId="LiveId" clId="{B8839A4C-5D8E-47B7-ACED-D66C062B2ECB}" dt="2022-11-06T14:48:53.601" v="2613" actId="478"/>
          <ac:picMkLst>
            <pc:docMk/>
            <pc:sldMk cId="465754684" sldId="269"/>
            <ac:picMk id="5" creationId="{27831C60-9C27-4F08-7A55-613CA642F748}"/>
          </ac:picMkLst>
        </pc:picChg>
        <pc:picChg chg="del">
          <ac:chgData name="One Skill" userId="8d49c830ac36a521" providerId="LiveId" clId="{B8839A4C-5D8E-47B7-ACED-D66C062B2ECB}" dt="2022-11-06T12:24:43.590" v="347" actId="478"/>
          <ac:picMkLst>
            <pc:docMk/>
            <pc:sldMk cId="465754684" sldId="269"/>
            <ac:picMk id="65" creationId="{2FC72AA6-A5DD-114D-FD95-8E184F71E803}"/>
          </ac:picMkLst>
        </pc:picChg>
      </pc:sldChg>
      <pc:sldChg chg="new del">
        <pc:chgData name="One Skill" userId="8d49c830ac36a521" providerId="LiveId" clId="{B8839A4C-5D8E-47B7-ACED-D66C062B2ECB}" dt="2022-11-06T14:52:40.462" v="2658" actId="47"/>
        <pc:sldMkLst>
          <pc:docMk/>
          <pc:sldMk cId="481632952" sldId="270"/>
        </pc:sldMkLst>
      </pc:sldChg>
      <pc:sldChg chg="new del">
        <pc:chgData name="One Skill" userId="8d49c830ac36a521" providerId="LiveId" clId="{B8839A4C-5D8E-47B7-ACED-D66C062B2ECB}" dt="2022-11-06T14:57:49.630" v="2663" actId="47"/>
        <pc:sldMkLst>
          <pc:docMk/>
          <pc:sldMk cId="1323061515" sldId="270"/>
        </pc:sldMkLst>
      </pc:sldChg>
      <pc:sldChg chg="addSp delSp modSp new mod modTransition setBg">
        <pc:chgData name="One Skill" userId="8d49c830ac36a521" providerId="LiveId" clId="{B8839A4C-5D8E-47B7-ACED-D66C062B2ECB}" dt="2022-11-06T15:15:17.870" v="3092" actId="166"/>
        <pc:sldMkLst>
          <pc:docMk/>
          <pc:sldMk cId="3039565230" sldId="270"/>
        </pc:sldMkLst>
        <pc:spChg chg="add mod">
          <ac:chgData name="One Skill" userId="8d49c830ac36a521" providerId="LiveId" clId="{B8839A4C-5D8E-47B7-ACED-D66C062B2ECB}" dt="2022-11-06T15:06:01.590" v="2674"/>
          <ac:spMkLst>
            <pc:docMk/>
            <pc:sldMk cId="3039565230" sldId="270"/>
            <ac:spMk id="5" creationId="{2EFC8FFB-EEDC-A189-D53D-4791A3E2ED13}"/>
          </ac:spMkLst>
        </pc:spChg>
        <pc:spChg chg="add mod">
          <ac:chgData name="One Skill" userId="8d49c830ac36a521" providerId="LiveId" clId="{B8839A4C-5D8E-47B7-ACED-D66C062B2ECB}" dt="2022-11-06T15:08:09.878" v="2871" actId="1076"/>
          <ac:spMkLst>
            <pc:docMk/>
            <pc:sldMk cId="3039565230" sldId="270"/>
            <ac:spMk id="6" creationId="{C5C9E6F0-8DB2-B131-3300-1489EE8F5B42}"/>
          </ac:spMkLst>
        </pc:spChg>
        <pc:spChg chg="add mod">
          <ac:chgData name="One Skill" userId="8d49c830ac36a521" providerId="LiveId" clId="{B8839A4C-5D8E-47B7-ACED-D66C062B2ECB}" dt="2022-11-06T15:08:09.878" v="2871" actId="1076"/>
          <ac:spMkLst>
            <pc:docMk/>
            <pc:sldMk cId="3039565230" sldId="270"/>
            <ac:spMk id="7" creationId="{929FC923-B6EA-906B-D022-3CF7980D6896}"/>
          </ac:spMkLst>
        </pc:spChg>
        <pc:spChg chg="add mod">
          <ac:chgData name="One Skill" userId="8d49c830ac36a521" providerId="LiveId" clId="{B8839A4C-5D8E-47B7-ACED-D66C062B2ECB}" dt="2022-11-06T15:08:19.538" v="2876" actId="1076"/>
          <ac:spMkLst>
            <pc:docMk/>
            <pc:sldMk cId="3039565230" sldId="270"/>
            <ac:spMk id="8" creationId="{8114DFE4-B6C1-DAD6-06D8-729F5C1458F4}"/>
          </ac:spMkLst>
        </pc:spChg>
        <pc:spChg chg="mod">
          <ac:chgData name="One Skill" userId="8d49c830ac36a521" providerId="LiveId" clId="{B8839A4C-5D8E-47B7-ACED-D66C062B2ECB}" dt="2022-11-06T15:13:48.282" v="3078"/>
          <ac:spMkLst>
            <pc:docMk/>
            <pc:sldMk cId="3039565230" sldId="270"/>
            <ac:spMk id="10" creationId="{EED12072-C9AA-18DE-6882-4CB46A3EF301}"/>
          </ac:spMkLst>
        </pc:spChg>
        <pc:spChg chg="mod">
          <ac:chgData name="One Skill" userId="8d49c830ac36a521" providerId="LiveId" clId="{B8839A4C-5D8E-47B7-ACED-D66C062B2ECB}" dt="2022-11-06T15:13:48.282" v="3078"/>
          <ac:spMkLst>
            <pc:docMk/>
            <pc:sldMk cId="3039565230" sldId="270"/>
            <ac:spMk id="11" creationId="{89721C52-6427-A97E-932F-6227EC5CE6F4}"/>
          </ac:spMkLst>
        </pc:spChg>
        <pc:spChg chg="mod">
          <ac:chgData name="One Skill" userId="8d49c830ac36a521" providerId="LiveId" clId="{B8839A4C-5D8E-47B7-ACED-D66C062B2ECB}" dt="2022-11-06T15:13:48.282" v="3078"/>
          <ac:spMkLst>
            <pc:docMk/>
            <pc:sldMk cId="3039565230" sldId="270"/>
            <ac:spMk id="12" creationId="{A2D2E2B1-D1EB-9DF3-3CAB-A799C11CF969}"/>
          </ac:spMkLst>
        </pc:spChg>
        <pc:spChg chg="mod">
          <ac:chgData name="One Skill" userId="8d49c830ac36a521" providerId="LiveId" clId="{B8839A4C-5D8E-47B7-ACED-D66C062B2ECB}" dt="2022-11-06T15:13:48.282" v="3078"/>
          <ac:spMkLst>
            <pc:docMk/>
            <pc:sldMk cId="3039565230" sldId="270"/>
            <ac:spMk id="13" creationId="{8959DA48-F383-F982-59C5-B0E1039633B3}"/>
          </ac:spMkLst>
        </pc:spChg>
        <pc:spChg chg="mod">
          <ac:chgData name="One Skill" userId="8d49c830ac36a521" providerId="LiveId" clId="{B8839A4C-5D8E-47B7-ACED-D66C062B2ECB}" dt="2022-11-06T15:13:48.282" v="3078"/>
          <ac:spMkLst>
            <pc:docMk/>
            <pc:sldMk cId="3039565230" sldId="270"/>
            <ac:spMk id="14" creationId="{E2542394-1806-6544-4CA1-3CA0580FD57E}"/>
          </ac:spMkLst>
        </pc:spChg>
        <pc:spChg chg="mod">
          <ac:chgData name="One Skill" userId="8d49c830ac36a521" providerId="LiveId" clId="{B8839A4C-5D8E-47B7-ACED-D66C062B2ECB}" dt="2022-11-06T15:15:02.945" v="3088"/>
          <ac:spMkLst>
            <pc:docMk/>
            <pc:sldMk cId="3039565230" sldId="270"/>
            <ac:spMk id="17" creationId="{3DF60AA3-CAAE-7810-D92B-809BD950EA36}"/>
          </ac:spMkLst>
        </pc:spChg>
        <pc:spChg chg="mod">
          <ac:chgData name="One Skill" userId="8d49c830ac36a521" providerId="LiveId" clId="{B8839A4C-5D8E-47B7-ACED-D66C062B2ECB}" dt="2022-11-06T15:15:02.945" v="3088"/>
          <ac:spMkLst>
            <pc:docMk/>
            <pc:sldMk cId="3039565230" sldId="270"/>
            <ac:spMk id="18" creationId="{209D50D0-3908-C019-83E9-FEAAC856B868}"/>
          </ac:spMkLst>
        </pc:spChg>
        <pc:spChg chg="mod">
          <ac:chgData name="One Skill" userId="8d49c830ac36a521" providerId="LiveId" clId="{B8839A4C-5D8E-47B7-ACED-D66C062B2ECB}" dt="2022-11-06T15:15:02.945" v="3088"/>
          <ac:spMkLst>
            <pc:docMk/>
            <pc:sldMk cId="3039565230" sldId="270"/>
            <ac:spMk id="19" creationId="{F1A93BFB-7A33-7824-08C3-64042C5FA423}"/>
          </ac:spMkLst>
        </pc:spChg>
        <pc:spChg chg="mod">
          <ac:chgData name="One Skill" userId="8d49c830ac36a521" providerId="LiveId" clId="{B8839A4C-5D8E-47B7-ACED-D66C062B2ECB}" dt="2022-11-06T15:15:02.945" v="3088"/>
          <ac:spMkLst>
            <pc:docMk/>
            <pc:sldMk cId="3039565230" sldId="270"/>
            <ac:spMk id="25" creationId="{50C96AFE-2581-545A-17C7-65F7B3589B6D}"/>
          </ac:spMkLst>
        </pc:spChg>
        <pc:spChg chg="mod">
          <ac:chgData name="One Skill" userId="8d49c830ac36a521" providerId="LiveId" clId="{B8839A4C-5D8E-47B7-ACED-D66C062B2ECB}" dt="2022-11-06T15:15:02.945" v="3088"/>
          <ac:spMkLst>
            <pc:docMk/>
            <pc:sldMk cId="3039565230" sldId="270"/>
            <ac:spMk id="26" creationId="{B1EF4838-47BA-FB13-A05C-BF8E6FFDE4DE}"/>
          </ac:spMkLst>
        </pc:spChg>
        <pc:spChg chg="mod">
          <ac:chgData name="One Skill" userId="8d49c830ac36a521" providerId="LiveId" clId="{B8839A4C-5D8E-47B7-ACED-D66C062B2ECB}" dt="2022-11-06T15:15:02.945" v="3088"/>
          <ac:spMkLst>
            <pc:docMk/>
            <pc:sldMk cId="3039565230" sldId="270"/>
            <ac:spMk id="27" creationId="{885CA78C-09C8-9492-61B4-8A7B4B388741}"/>
          </ac:spMkLst>
        </pc:spChg>
        <pc:spChg chg="mod">
          <ac:chgData name="One Skill" userId="8d49c830ac36a521" providerId="LiveId" clId="{B8839A4C-5D8E-47B7-ACED-D66C062B2ECB}" dt="2022-11-06T15:15:02.945" v="3088"/>
          <ac:spMkLst>
            <pc:docMk/>
            <pc:sldMk cId="3039565230" sldId="270"/>
            <ac:spMk id="28" creationId="{BA00ED35-2734-1A07-38A0-4C5FF4F6860E}"/>
          </ac:spMkLst>
        </pc:spChg>
        <pc:spChg chg="mod">
          <ac:chgData name="One Skill" userId="8d49c830ac36a521" providerId="LiveId" clId="{B8839A4C-5D8E-47B7-ACED-D66C062B2ECB}" dt="2022-11-06T15:15:02.945" v="3088"/>
          <ac:spMkLst>
            <pc:docMk/>
            <pc:sldMk cId="3039565230" sldId="270"/>
            <ac:spMk id="29" creationId="{148B7409-41DB-105E-2AED-C6E360406BF3}"/>
          </ac:spMkLst>
        </pc:spChg>
        <pc:spChg chg="mod">
          <ac:chgData name="One Skill" userId="8d49c830ac36a521" providerId="LiveId" clId="{B8839A4C-5D8E-47B7-ACED-D66C062B2ECB}" dt="2022-11-06T15:15:02.945" v="3088"/>
          <ac:spMkLst>
            <pc:docMk/>
            <pc:sldMk cId="3039565230" sldId="270"/>
            <ac:spMk id="30" creationId="{DDDF120D-86DC-6D23-8E56-1AC5EDAAAB7A}"/>
          </ac:spMkLst>
        </pc:spChg>
        <pc:spChg chg="mod">
          <ac:chgData name="One Skill" userId="8d49c830ac36a521" providerId="LiveId" clId="{B8839A4C-5D8E-47B7-ACED-D66C062B2ECB}" dt="2022-11-06T15:15:02.945" v="3088"/>
          <ac:spMkLst>
            <pc:docMk/>
            <pc:sldMk cId="3039565230" sldId="270"/>
            <ac:spMk id="32" creationId="{312D6988-9A22-1D25-2949-BE1BF6FFDDE0}"/>
          </ac:spMkLst>
        </pc:spChg>
        <pc:spChg chg="mod">
          <ac:chgData name="One Skill" userId="8d49c830ac36a521" providerId="LiveId" clId="{B8839A4C-5D8E-47B7-ACED-D66C062B2ECB}" dt="2022-11-06T15:15:02.945" v="3088"/>
          <ac:spMkLst>
            <pc:docMk/>
            <pc:sldMk cId="3039565230" sldId="270"/>
            <ac:spMk id="33" creationId="{91FC3BD3-22CC-7014-D8CA-675332E72FB8}"/>
          </ac:spMkLst>
        </pc:spChg>
        <pc:spChg chg="mod">
          <ac:chgData name="One Skill" userId="8d49c830ac36a521" providerId="LiveId" clId="{B8839A4C-5D8E-47B7-ACED-D66C062B2ECB}" dt="2022-11-06T15:15:02.945" v="3088"/>
          <ac:spMkLst>
            <pc:docMk/>
            <pc:sldMk cId="3039565230" sldId="270"/>
            <ac:spMk id="34" creationId="{D43B1F97-D7EF-123A-7863-E5350AB69ABE}"/>
          </ac:spMkLst>
        </pc:spChg>
        <pc:spChg chg="mod">
          <ac:chgData name="One Skill" userId="8d49c830ac36a521" providerId="LiveId" clId="{B8839A4C-5D8E-47B7-ACED-D66C062B2ECB}" dt="2022-11-06T15:15:02.945" v="3088"/>
          <ac:spMkLst>
            <pc:docMk/>
            <pc:sldMk cId="3039565230" sldId="270"/>
            <ac:spMk id="36" creationId="{CC8F51A9-DEBC-3D00-4A86-3B22A7B416EC}"/>
          </ac:spMkLst>
        </pc:spChg>
        <pc:spChg chg="mod">
          <ac:chgData name="One Skill" userId="8d49c830ac36a521" providerId="LiveId" clId="{B8839A4C-5D8E-47B7-ACED-D66C062B2ECB}" dt="2022-11-06T15:15:02.945" v="3088"/>
          <ac:spMkLst>
            <pc:docMk/>
            <pc:sldMk cId="3039565230" sldId="270"/>
            <ac:spMk id="37" creationId="{B40E5E5F-9D26-B8D3-A16F-79584A403BBD}"/>
          </ac:spMkLst>
        </pc:spChg>
        <pc:spChg chg="mod">
          <ac:chgData name="One Skill" userId="8d49c830ac36a521" providerId="LiveId" clId="{B8839A4C-5D8E-47B7-ACED-D66C062B2ECB}" dt="2022-11-06T15:15:02.945" v="3088"/>
          <ac:spMkLst>
            <pc:docMk/>
            <pc:sldMk cId="3039565230" sldId="270"/>
            <ac:spMk id="40" creationId="{DEC0F043-B472-09BA-8286-EC1F90D4BCA1}"/>
          </ac:spMkLst>
        </pc:spChg>
        <pc:spChg chg="mod">
          <ac:chgData name="One Skill" userId="8d49c830ac36a521" providerId="LiveId" clId="{B8839A4C-5D8E-47B7-ACED-D66C062B2ECB}" dt="2022-11-06T15:15:02.945" v="3088"/>
          <ac:spMkLst>
            <pc:docMk/>
            <pc:sldMk cId="3039565230" sldId="270"/>
            <ac:spMk id="41" creationId="{79C24B75-8305-8A5B-E6D4-A9BEC0A0C12E}"/>
          </ac:spMkLst>
        </pc:spChg>
        <pc:spChg chg="mod">
          <ac:chgData name="One Skill" userId="8d49c830ac36a521" providerId="LiveId" clId="{B8839A4C-5D8E-47B7-ACED-D66C062B2ECB}" dt="2022-11-06T15:15:02.945" v="3088"/>
          <ac:spMkLst>
            <pc:docMk/>
            <pc:sldMk cId="3039565230" sldId="270"/>
            <ac:spMk id="42" creationId="{A0D0EA98-C545-785A-BE0B-083B226AF3DC}"/>
          </ac:spMkLst>
        </pc:spChg>
        <pc:spChg chg="mod">
          <ac:chgData name="One Skill" userId="8d49c830ac36a521" providerId="LiveId" clId="{B8839A4C-5D8E-47B7-ACED-D66C062B2ECB}" dt="2022-11-06T15:15:02.945" v="3088"/>
          <ac:spMkLst>
            <pc:docMk/>
            <pc:sldMk cId="3039565230" sldId="270"/>
            <ac:spMk id="43" creationId="{82BC30D5-1BCF-B64B-9CF2-1BA922F049AF}"/>
          </ac:spMkLst>
        </pc:spChg>
        <pc:spChg chg="mod">
          <ac:chgData name="One Skill" userId="8d49c830ac36a521" providerId="LiveId" clId="{B8839A4C-5D8E-47B7-ACED-D66C062B2ECB}" dt="2022-11-06T15:15:02.945" v="3088"/>
          <ac:spMkLst>
            <pc:docMk/>
            <pc:sldMk cId="3039565230" sldId="270"/>
            <ac:spMk id="44" creationId="{FAAE4DCF-BEDC-23A1-FCF6-46504BE7C4BE}"/>
          </ac:spMkLst>
        </pc:spChg>
        <pc:spChg chg="mod">
          <ac:chgData name="One Skill" userId="8d49c830ac36a521" providerId="LiveId" clId="{B8839A4C-5D8E-47B7-ACED-D66C062B2ECB}" dt="2022-11-06T15:15:02.945" v="3088"/>
          <ac:spMkLst>
            <pc:docMk/>
            <pc:sldMk cId="3039565230" sldId="270"/>
            <ac:spMk id="45" creationId="{842EA127-EEA9-2935-95C5-90339A32B20E}"/>
          </ac:spMkLst>
        </pc:spChg>
        <pc:spChg chg="mod">
          <ac:chgData name="One Skill" userId="8d49c830ac36a521" providerId="LiveId" clId="{B8839A4C-5D8E-47B7-ACED-D66C062B2ECB}" dt="2022-11-06T15:15:02.945" v="3088"/>
          <ac:spMkLst>
            <pc:docMk/>
            <pc:sldMk cId="3039565230" sldId="270"/>
            <ac:spMk id="46" creationId="{5BDADDA0-3118-91F9-37A2-8B6DFCD542B9}"/>
          </ac:spMkLst>
        </pc:spChg>
        <pc:spChg chg="mod">
          <ac:chgData name="One Skill" userId="8d49c830ac36a521" providerId="LiveId" clId="{B8839A4C-5D8E-47B7-ACED-D66C062B2ECB}" dt="2022-11-06T15:15:02.945" v="3088"/>
          <ac:spMkLst>
            <pc:docMk/>
            <pc:sldMk cId="3039565230" sldId="270"/>
            <ac:spMk id="47" creationId="{F7F38ECE-6333-34C3-9E45-9046CC4517FA}"/>
          </ac:spMkLst>
        </pc:spChg>
        <pc:spChg chg="mod">
          <ac:chgData name="One Skill" userId="8d49c830ac36a521" providerId="LiveId" clId="{B8839A4C-5D8E-47B7-ACED-D66C062B2ECB}" dt="2022-11-06T15:15:02.945" v="3088"/>
          <ac:spMkLst>
            <pc:docMk/>
            <pc:sldMk cId="3039565230" sldId="270"/>
            <ac:spMk id="48" creationId="{A37ECA46-2213-8440-935B-42B09F932016}"/>
          </ac:spMkLst>
        </pc:spChg>
        <pc:spChg chg="mod">
          <ac:chgData name="One Skill" userId="8d49c830ac36a521" providerId="LiveId" clId="{B8839A4C-5D8E-47B7-ACED-D66C062B2ECB}" dt="2022-11-06T15:15:02.945" v="3088"/>
          <ac:spMkLst>
            <pc:docMk/>
            <pc:sldMk cId="3039565230" sldId="270"/>
            <ac:spMk id="49" creationId="{FA0587C8-F294-2776-834F-06EFFD76C978}"/>
          </ac:spMkLst>
        </pc:spChg>
        <pc:spChg chg="mod">
          <ac:chgData name="One Skill" userId="8d49c830ac36a521" providerId="LiveId" clId="{B8839A4C-5D8E-47B7-ACED-D66C062B2ECB}" dt="2022-11-06T15:15:02.945" v="3088"/>
          <ac:spMkLst>
            <pc:docMk/>
            <pc:sldMk cId="3039565230" sldId="270"/>
            <ac:spMk id="50" creationId="{4046E2F0-F1DF-A391-8B7D-A89E527DD3FA}"/>
          </ac:spMkLst>
        </pc:spChg>
        <pc:grpChg chg="add del mod">
          <ac:chgData name="One Skill" userId="8d49c830ac36a521" providerId="LiveId" clId="{B8839A4C-5D8E-47B7-ACED-D66C062B2ECB}" dt="2022-11-06T15:15:05.367" v="3089" actId="478"/>
          <ac:grpSpMkLst>
            <pc:docMk/>
            <pc:sldMk cId="3039565230" sldId="270"/>
            <ac:grpSpMk id="9" creationId="{4687C986-2A8A-76D8-2016-B85C1E5ADBD6}"/>
          </ac:grpSpMkLst>
        </pc:grpChg>
        <pc:grpChg chg="add mod">
          <ac:chgData name="One Skill" userId="8d49c830ac36a521" providerId="LiveId" clId="{B8839A4C-5D8E-47B7-ACED-D66C062B2ECB}" dt="2022-11-06T15:15:10.271" v="3090" actId="1076"/>
          <ac:grpSpMkLst>
            <pc:docMk/>
            <pc:sldMk cId="3039565230" sldId="270"/>
            <ac:grpSpMk id="16" creationId="{848C13A6-CCD6-2F39-B376-33E8105FECEF}"/>
          </ac:grpSpMkLst>
        </pc:grpChg>
        <pc:grpChg chg="mod">
          <ac:chgData name="One Skill" userId="8d49c830ac36a521" providerId="LiveId" clId="{B8839A4C-5D8E-47B7-ACED-D66C062B2ECB}" dt="2022-11-06T15:15:02.945" v="3088"/>
          <ac:grpSpMkLst>
            <pc:docMk/>
            <pc:sldMk cId="3039565230" sldId="270"/>
            <ac:grpSpMk id="20" creationId="{86B6F3CB-3D7F-590A-7A15-A909FE3B284B}"/>
          </ac:grpSpMkLst>
        </pc:grpChg>
        <pc:grpChg chg="mod">
          <ac:chgData name="One Skill" userId="8d49c830ac36a521" providerId="LiveId" clId="{B8839A4C-5D8E-47B7-ACED-D66C062B2ECB}" dt="2022-11-06T15:15:02.945" v="3088"/>
          <ac:grpSpMkLst>
            <pc:docMk/>
            <pc:sldMk cId="3039565230" sldId="270"/>
            <ac:grpSpMk id="21" creationId="{8DF954A4-A097-4ED0-7234-23F867AE5013}"/>
          </ac:grpSpMkLst>
        </pc:grpChg>
        <pc:grpChg chg="mod">
          <ac:chgData name="One Skill" userId="8d49c830ac36a521" providerId="LiveId" clId="{B8839A4C-5D8E-47B7-ACED-D66C062B2ECB}" dt="2022-11-06T15:15:02.945" v="3088"/>
          <ac:grpSpMkLst>
            <pc:docMk/>
            <pc:sldMk cId="3039565230" sldId="270"/>
            <ac:grpSpMk id="22" creationId="{16BC5ACB-38BA-2F58-EF84-4F36979DE218}"/>
          </ac:grpSpMkLst>
        </pc:grpChg>
        <pc:grpChg chg="mod">
          <ac:chgData name="One Skill" userId="8d49c830ac36a521" providerId="LiveId" clId="{B8839A4C-5D8E-47B7-ACED-D66C062B2ECB}" dt="2022-11-06T15:15:02.945" v="3088"/>
          <ac:grpSpMkLst>
            <pc:docMk/>
            <pc:sldMk cId="3039565230" sldId="270"/>
            <ac:grpSpMk id="23" creationId="{3295CEE9-B282-A41C-1771-6CB00FD04403}"/>
          </ac:grpSpMkLst>
        </pc:grpChg>
        <pc:grpChg chg="mod">
          <ac:chgData name="One Skill" userId="8d49c830ac36a521" providerId="LiveId" clId="{B8839A4C-5D8E-47B7-ACED-D66C062B2ECB}" dt="2022-11-06T15:15:02.945" v="3088"/>
          <ac:grpSpMkLst>
            <pc:docMk/>
            <pc:sldMk cId="3039565230" sldId="270"/>
            <ac:grpSpMk id="24" creationId="{4EE9F049-51B6-DB47-8337-4C9AE800B879}"/>
          </ac:grpSpMkLst>
        </pc:grpChg>
        <pc:grpChg chg="add mod">
          <ac:chgData name="One Skill" userId="8d49c830ac36a521" providerId="LiveId" clId="{B8839A4C-5D8E-47B7-ACED-D66C062B2ECB}" dt="2022-11-06T15:15:12.779" v="3091" actId="1076"/>
          <ac:grpSpMkLst>
            <pc:docMk/>
            <pc:sldMk cId="3039565230" sldId="270"/>
            <ac:grpSpMk id="39" creationId="{47F1C497-1BE4-D833-CA39-B65C9397E1EF}"/>
          </ac:grpSpMkLst>
        </pc:grpChg>
        <pc:picChg chg="add mod modCrop">
          <ac:chgData name="One Skill" userId="8d49c830ac36a521" providerId="LiveId" clId="{B8839A4C-5D8E-47B7-ACED-D66C062B2ECB}" dt="2022-11-06T15:14:02.677" v="3083" actId="1076"/>
          <ac:picMkLst>
            <pc:docMk/>
            <pc:sldMk cId="3039565230" sldId="270"/>
            <ac:picMk id="3" creationId="{97931294-1221-8764-1DBA-914B6F5C3A90}"/>
          </ac:picMkLst>
        </pc:picChg>
        <pc:picChg chg="add mod ord">
          <ac:chgData name="One Skill" userId="8d49c830ac36a521" providerId="LiveId" clId="{B8839A4C-5D8E-47B7-ACED-D66C062B2ECB}" dt="2022-11-06T15:15:17.870" v="3092" actId="166"/>
          <ac:picMkLst>
            <pc:docMk/>
            <pc:sldMk cId="3039565230" sldId="270"/>
            <ac:picMk id="4" creationId="{F44469F6-C857-E4E7-9219-EED505898B92}"/>
          </ac:picMkLst>
        </pc:picChg>
        <pc:picChg chg="mod">
          <ac:chgData name="One Skill" userId="8d49c830ac36a521" providerId="LiveId" clId="{B8839A4C-5D8E-47B7-ACED-D66C062B2ECB}" dt="2022-11-06T15:13:48.282" v="3078"/>
          <ac:picMkLst>
            <pc:docMk/>
            <pc:sldMk cId="3039565230" sldId="270"/>
            <ac:picMk id="15" creationId="{B9688614-EF69-FBFA-F21B-6585CCA689C4}"/>
          </ac:picMkLst>
        </pc:picChg>
        <pc:picChg chg="mod">
          <ac:chgData name="One Skill" userId="8d49c830ac36a521" providerId="LiveId" clId="{B8839A4C-5D8E-47B7-ACED-D66C062B2ECB}" dt="2022-11-06T15:15:02.945" v="3088"/>
          <ac:picMkLst>
            <pc:docMk/>
            <pc:sldMk cId="3039565230" sldId="270"/>
            <ac:picMk id="31" creationId="{06DA914D-7BC9-6DA6-4094-501A7B1D5041}"/>
          </ac:picMkLst>
        </pc:picChg>
        <pc:picChg chg="mod">
          <ac:chgData name="One Skill" userId="8d49c830ac36a521" providerId="LiveId" clId="{B8839A4C-5D8E-47B7-ACED-D66C062B2ECB}" dt="2022-11-06T15:15:02.945" v="3088"/>
          <ac:picMkLst>
            <pc:docMk/>
            <pc:sldMk cId="3039565230" sldId="270"/>
            <ac:picMk id="35" creationId="{60D88896-4218-C38A-9998-B69C96282CBE}"/>
          </ac:picMkLst>
        </pc:picChg>
        <pc:picChg chg="mod">
          <ac:chgData name="One Skill" userId="8d49c830ac36a521" providerId="LiveId" clId="{B8839A4C-5D8E-47B7-ACED-D66C062B2ECB}" dt="2022-11-06T15:15:02.945" v="3088"/>
          <ac:picMkLst>
            <pc:docMk/>
            <pc:sldMk cId="3039565230" sldId="270"/>
            <ac:picMk id="38" creationId="{6ECC8111-504F-E6BA-D91C-99A0FFFFEBA9}"/>
          </ac:picMkLst>
        </pc:picChg>
      </pc:sldChg>
      <pc:sldChg chg="new del">
        <pc:chgData name="One Skill" userId="8d49c830ac36a521" providerId="LiveId" clId="{B8839A4C-5D8E-47B7-ACED-D66C062B2ECB}" dt="2022-11-06T15:00:44.102" v="2665" actId="47"/>
        <pc:sldMkLst>
          <pc:docMk/>
          <pc:sldMk cId="3072044706" sldId="270"/>
        </pc:sldMkLst>
      </pc:sldChg>
      <pc:sldChg chg="addSp delSp modSp new del mod modTransition setBg">
        <pc:chgData name="One Skill" userId="8d49c830ac36a521" providerId="LiveId" clId="{B8839A4C-5D8E-47B7-ACED-D66C062B2ECB}" dt="2022-11-06T14:52:36.257" v="2656" actId="47"/>
        <pc:sldMkLst>
          <pc:docMk/>
          <pc:sldMk cId="3445572273" sldId="270"/>
        </pc:sldMkLst>
        <pc:spChg chg="add del mod">
          <ac:chgData name="One Skill" userId="8d49c830ac36a521" providerId="LiveId" clId="{B8839A4C-5D8E-47B7-ACED-D66C062B2ECB}" dt="2022-11-06T14:25:33.083" v="2088"/>
          <ac:spMkLst>
            <pc:docMk/>
            <pc:sldMk cId="3445572273" sldId="270"/>
            <ac:spMk id="6" creationId="{6DE6787D-FD26-2464-E8CF-047EB3CAEF42}"/>
          </ac:spMkLst>
        </pc:spChg>
        <pc:spChg chg="add mod">
          <ac:chgData name="One Skill" userId="8d49c830ac36a521" providerId="LiveId" clId="{B8839A4C-5D8E-47B7-ACED-D66C062B2ECB}" dt="2022-11-06T14:28:14.922" v="2098"/>
          <ac:spMkLst>
            <pc:docMk/>
            <pc:sldMk cId="3445572273" sldId="270"/>
            <ac:spMk id="10" creationId="{E6F538BC-A3C0-D3CB-EC69-072C09B5E5F4}"/>
          </ac:spMkLst>
        </pc:spChg>
        <pc:spChg chg="add mod">
          <ac:chgData name="One Skill" userId="8d49c830ac36a521" providerId="LiveId" clId="{B8839A4C-5D8E-47B7-ACED-D66C062B2ECB}" dt="2022-11-06T14:32:09.597" v="2108" actId="1076"/>
          <ac:spMkLst>
            <pc:docMk/>
            <pc:sldMk cId="3445572273" sldId="270"/>
            <ac:spMk id="11" creationId="{66C70752-04C1-F76D-7515-B440E721ED47}"/>
          </ac:spMkLst>
        </pc:spChg>
        <pc:spChg chg="add mod">
          <ac:chgData name="One Skill" userId="8d49c830ac36a521" providerId="LiveId" clId="{B8839A4C-5D8E-47B7-ACED-D66C062B2ECB}" dt="2022-11-06T14:32:09.597" v="2108" actId="1076"/>
          <ac:spMkLst>
            <pc:docMk/>
            <pc:sldMk cId="3445572273" sldId="270"/>
            <ac:spMk id="12" creationId="{58CD220A-A55E-BE7E-9CC1-2115A36E8FFC}"/>
          </ac:spMkLst>
        </pc:spChg>
        <pc:spChg chg="add mod">
          <ac:chgData name="One Skill" userId="8d49c830ac36a521" providerId="LiveId" clId="{B8839A4C-5D8E-47B7-ACED-D66C062B2ECB}" dt="2022-11-06T14:32:15.785" v="2109" actId="1076"/>
          <ac:spMkLst>
            <pc:docMk/>
            <pc:sldMk cId="3445572273" sldId="270"/>
            <ac:spMk id="13" creationId="{36F740C4-18E7-74A2-9F51-260DE678A403}"/>
          </ac:spMkLst>
        </pc:spChg>
        <pc:spChg chg="mod">
          <ac:chgData name="One Skill" userId="8d49c830ac36a521" providerId="LiveId" clId="{B8839A4C-5D8E-47B7-ACED-D66C062B2ECB}" dt="2022-11-06T14:42:43.292" v="2570"/>
          <ac:spMkLst>
            <pc:docMk/>
            <pc:sldMk cId="3445572273" sldId="270"/>
            <ac:spMk id="15" creationId="{C606B017-5428-B2BF-4DC7-F83C76E35331}"/>
          </ac:spMkLst>
        </pc:spChg>
        <pc:spChg chg="mod">
          <ac:chgData name="One Skill" userId="8d49c830ac36a521" providerId="LiveId" clId="{B8839A4C-5D8E-47B7-ACED-D66C062B2ECB}" dt="2022-11-06T14:42:43.292" v="2570"/>
          <ac:spMkLst>
            <pc:docMk/>
            <pc:sldMk cId="3445572273" sldId="270"/>
            <ac:spMk id="16" creationId="{649AE989-BF26-AFA9-4F5F-B89CBEFB268C}"/>
          </ac:spMkLst>
        </pc:spChg>
        <pc:spChg chg="mod">
          <ac:chgData name="One Skill" userId="8d49c830ac36a521" providerId="LiveId" clId="{B8839A4C-5D8E-47B7-ACED-D66C062B2ECB}" dt="2022-11-06T14:42:43.292" v="2570"/>
          <ac:spMkLst>
            <pc:docMk/>
            <pc:sldMk cId="3445572273" sldId="270"/>
            <ac:spMk id="17" creationId="{FE121AF1-D6F8-9EA5-D486-4B3822F3B789}"/>
          </ac:spMkLst>
        </pc:spChg>
        <pc:spChg chg="mod">
          <ac:chgData name="One Skill" userId="8d49c830ac36a521" providerId="LiveId" clId="{B8839A4C-5D8E-47B7-ACED-D66C062B2ECB}" dt="2022-11-06T14:42:43.292" v="2570"/>
          <ac:spMkLst>
            <pc:docMk/>
            <pc:sldMk cId="3445572273" sldId="270"/>
            <ac:spMk id="18" creationId="{B5E2412E-91DB-9E0D-5A94-6353C8B9620C}"/>
          </ac:spMkLst>
        </pc:spChg>
        <pc:spChg chg="mod">
          <ac:chgData name="One Skill" userId="8d49c830ac36a521" providerId="LiveId" clId="{B8839A4C-5D8E-47B7-ACED-D66C062B2ECB}" dt="2022-11-06T14:42:43.292" v="2570"/>
          <ac:spMkLst>
            <pc:docMk/>
            <pc:sldMk cId="3445572273" sldId="270"/>
            <ac:spMk id="19" creationId="{C6E38D3C-5F2B-8B07-98F1-2F6A08B4603E}"/>
          </ac:spMkLst>
        </pc:spChg>
        <pc:spChg chg="mod">
          <ac:chgData name="One Skill" userId="8d49c830ac36a521" providerId="LiveId" clId="{B8839A4C-5D8E-47B7-ACED-D66C062B2ECB}" dt="2022-11-06T14:44:10.654" v="2581"/>
          <ac:spMkLst>
            <pc:docMk/>
            <pc:sldMk cId="3445572273" sldId="270"/>
            <ac:spMk id="22" creationId="{93D8941F-5E83-BF70-BB86-276F397F6CB9}"/>
          </ac:spMkLst>
        </pc:spChg>
        <pc:spChg chg="mod">
          <ac:chgData name="One Skill" userId="8d49c830ac36a521" providerId="LiveId" clId="{B8839A4C-5D8E-47B7-ACED-D66C062B2ECB}" dt="2022-11-06T14:44:10.654" v="2581"/>
          <ac:spMkLst>
            <pc:docMk/>
            <pc:sldMk cId="3445572273" sldId="270"/>
            <ac:spMk id="23" creationId="{145D8DA2-9FAD-E047-5140-E76714EAFCAA}"/>
          </ac:spMkLst>
        </pc:spChg>
        <pc:spChg chg="mod">
          <ac:chgData name="One Skill" userId="8d49c830ac36a521" providerId="LiveId" clId="{B8839A4C-5D8E-47B7-ACED-D66C062B2ECB}" dt="2022-11-06T14:44:10.654" v="2581"/>
          <ac:spMkLst>
            <pc:docMk/>
            <pc:sldMk cId="3445572273" sldId="270"/>
            <ac:spMk id="24" creationId="{C676A9F0-9D4C-01E7-CE4A-A9244FF792ED}"/>
          </ac:spMkLst>
        </pc:spChg>
        <pc:spChg chg="mod">
          <ac:chgData name="One Skill" userId="8d49c830ac36a521" providerId="LiveId" clId="{B8839A4C-5D8E-47B7-ACED-D66C062B2ECB}" dt="2022-11-06T14:44:10.654" v="2581"/>
          <ac:spMkLst>
            <pc:docMk/>
            <pc:sldMk cId="3445572273" sldId="270"/>
            <ac:spMk id="30" creationId="{286616AB-A908-5DE5-6941-59F62FBCAE16}"/>
          </ac:spMkLst>
        </pc:spChg>
        <pc:spChg chg="mod">
          <ac:chgData name="One Skill" userId="8d49c830ac36a521" providerId="LiveId" clId="{B8839A4C-5D8E-47B7-ACED-D66C062B2ECB}" dt="2022-11-06T14:44:10.654" v="2581"/>
          <ac:spMkLst>
            <pc:docMk/>
            <pc:sldMk cId="3445572273" sldId="270"/>
            <ac:spMk id="31" creationId="{E62DC097-A8E8-5684-690C-18481DD6D4A0}"/>
          </ac:spMkLst>
        </pc:spChg>
        <pc:spChg chg="mod">
          <ac:chgData name="One Skill" userId="8d49c830ac36a521" providerId="LiveId" clId="{B8839A4C-5D8E-47B7-ACED-D66C062B2ECB}" dt="2022-11-06T14:44:10.654" v="2581"/>
          <ac:spMkLst>
            <pc:docMk/>
            <pc:sldMk cId="3445572273" sldId="270"/>
            <ac:spMk id="32" creationId="{C2659617-F363-EC0C-F9B5-3BFBEF49AA5E}"/>
          </ac:spMkLst>
        </pc:spChg>
        <pc:spChg chg="mod">
          <ac:chgData name="One Skill" userId="8d49c830ac36a521" providerId="LiveId" clId="{B8839A4C-5D8E-47B7-ACED-D66C062B2ECB}" dt="2022-11-06T14:44:10.654" v="2581"/>
          <ac:spMkLst>
            <pc:docMk/>
            <pc:sldMk cId="3445572273" sldId="270"/>
            <ac:spMk id="33" creationId="{5DF9EE7D-4634-4A4C-30B0-E10BABC2EF00}"/>
          </ac:spMkLst>
        </pc:spChg>
        <pc:spChg chg="mod">
          <ac:chgData name="One Skill" userId="8d49c830ac36a521" providerId="LiveId" clId="{B8839A4C-5D8E-47B7-ACED-D66C062B2ECB}" dt="2022-11-06T14:44:10.654" v="2581"/>
          <ac:spMkLst>
            <pc:docMk/>
            <pc:sldMk cId="3445572273" sldId="270"/>
            <ac:spMk id="34" creationId="{F693E7FD-4D5E-6975-238A-4C426ED097CB}"/>
          </ac:spMkLst>
        </pc:spChg>
        <pc:spChg chg="mod">
          <ac:chgData name="One Skill" userId="8d49c830ac36a521" providerId="LiveId" clId="{B8839A4C-5D8E-47B7-ACED-D66C062B2ECB}" dt="2022-11-06T14:44:10.654" v="2581"/>
          <ac:spMkLst>
            <pc:docMk/>
            <pc:sldMk cId="3445572273" sldId="270"/>
            <ac:spMk id="35" creationId="{2404AF5A-BD30-6BA1-C4F5-BAA6C2A38DAA}"/>
          </ac:spMkLst>
        </pc:spChg>
        <pc:spChg chg="mod">
          <ac:chgData name="One Skill" userId="8d49c830ac36a521" providerId="LiveId" clId="{B8839A4C-5D8E-47B7-ACED-D66C062B2ECB}" dt="2022-11-06T14:44:10.654" v="2581"/>
          <ac:spMkLst>
            <pc:docMk/>
            <pc:sldMk cId="3445572273" sldId="270"/>
            <ac:spMk id="37" creationId="{19B64550-A786-27D2-EF96-376F30E059F9}"/>
          </ac:spMkLst>
        </pc:spChg>
        <pc:spChg chg="mod">
          <ac:chgData name="One Skill" userId="8d49c830ac36a521" providerId="LiveId" clId="{B8839A4C-5D8E-47B7-ACED-D66C062B2ECB}" dt="2022-11-06T14:44:10.654" v="2581"/>
          <ac:spMkLst>
            <pc:docMk/>
            <pc:sldMk cId="3445572273" sldId="270"/>
            <ac:spMk id="38" creationId="{C2D228F2-4463-9BC0-7F73-DBAA3D7CFB3F}"/>
          </ac:spMkLst>
        </pc:spChg>
        <pc:spChg chg="mod">
          <ac:chgData name="One Skill" userId="8d49c830ac36a521" providerId="LiveId" clId="{B8839A4C-5D8E-47B7-ACED-D66C062B2ECB}" dt="2022-11-06T14:44:10.654" v="2581"/>
          <ac:spMkLst>
            <pc:docMk/>
            <pc:sldMk cId="3445572273" sldId="270"/>
            <ac:spMk id="39" creationId="{CDE825A4-B573-516E-DAF7-6DB9DF770514}"/>
          </ac:spMkLst>
        </pc:spChg>
        <pc:spChg chg="mod">
          <ac:chgData name="One Skill" userId="8d49c830ac36a521" providerId="LiveId" clId="{B8839A4C-5D8E-47B7-ACED-D66C062B2ECB}" dt="2022-11-06T14:44:10.654" v="2581"/>
          <ac:spMkLst>
            <pc:docMk/>
            <pc:sldMk cId="3445572273" sldId="270"/>
            <ac:spMk id="41" creationId="{20D72A44-6D85-8A8E-DB36-C84832F3303E}"/>
          </ac:spMkLst>
        </pc:spChg>
        <pc:spChg chg="mod">
          <ac:chgData name="One Skill" userId="8d49c830ac36a521" providerId="LiveId" clId="{B8839A4C-5D8E-47B7-ACED-D66C062B2ECB}" dt="2022-11-06T14:44:10.654" v="2581"/>
          <ac:spMkLst>
            <pc:docMk/>
            <pc:sldMk cId="3445572273" sldId="270"/>
            <ac:spMk id="42" creationId="{EC8EFF28-8198-224C-28F1-46F4832BB0DD}"/>
          </ac:spMkLst>
        </pc:spChg>
        <pc:spChg chg="mod">
          <ac:chgData name="One Skill" userId="8d49c830ac36a521" providerId="LiveId" clId="{B8839A4C-5D8E-47B7-ACED-D66C062B2ECB}" dt="2022-11-06T14:44:10.654" v="2581"/>
          <ac:spMkLst>
            <pc:docMk/>
            <pc:sldMk cId="3445572273" sldId="270"/>
            <ac:spMk id="45" creationId="{DF1973B0-5D5E-787A-ABFF-EC4E9D2BF827}"/>
          </ac:spMkLst>
        </pc:spChg>
        <pc:spChg chg="mod">
          <ac:chgData name="One Skill" userId="8d49c830ac36a521" providerId="LiveId" clId="{B8839A4C-5D8E-47B7-ACED-D66C062B2ECB}" dt="2022-11-06T14:44:10.654" v="2581"/>
          <ac:spMkLst>
            <pc:docMk/>
            <pc:sldMk cId="3445572273" sldId="270"/>
            <ac:spMk id="46" creationId="{43F33B07-7152-D023-D614-DBD341E11F92}"/>
          </ac:spMkLst>
        </pc:spChg>
        <pc:spChg chg="mod">
          <ac:chgData name="One Skill" userId="8d49c830ac36a521" providerId="LiveId" clId="{B8839A4C-5D8E-47B7-ACED-D66C062B2ECB}" dt="2022-11-06T14:44:10.654" v="2581"/>
          <ac:spMkLst>
            <pc:docMk/>
            <pc:sldMk cId="3445572273" sldId="270"/>
            <ac:spMk id="47" creationId="{D58E7D64-E30A-10AD-A65C-B08C8EAF4CD3}"/>
          </ac:spMkLst>
        </pc:spChg>
        <pc:spChg chg="mod">
          <ac:chgData name="One Skill" userId="8d49c830ac36a521" providerId="LiveId" clId="{B8839A4C-5D8E-47B7-ACED-D66C062B2ECB}" dt="2022-11-06T14:44:10.654" v="2581"/>
          <ac:spMkLst>
            <pc:docMk/>
            <pc:sldMk cId="3445572273" sldId="270"/>
            <ac:spMk id="48" creationId="{E15C7D97-D8F4-5138-0D16-A71E27084F19}"/>
          </ac:spMkLst>
        </pc:spChg>
        <pc:spChg chg="mod">
          <ac:chgData name="One Skill" userId="8d49c830ac36a521" providerId="LiveId" clId="{B8839A4C-5D8E-47B7-ACED-D66C062B2ECB}" dt="2022-11-06T14:44:10.654" v="2581"/>
          <ac:spMkLst>
            <pc:docMk/>
            <pc:sldMk cId="3445572273" sldId="270"/>
            <ac:spMk id="49" creationId="{A26F978B-088F-85FA-5121-528D37FB73C2}"/>
          </ac:spMkLst>
        </pc:spChg>
        <pc:spChg chg="mod">
          <ac:chgData name="One Skill" userId="8d49c830ac36a521" providerId="LiveId" clId="{B8839A4C-5D8E-47B7-ACED-D66C062B2ECB}" dt="2022-11-06T14:44:10.654" v="2581"/>
          <ac:spMkLst>
            <pc:docMk/>
            <pc:sldMk cId="3445572273" sldId="270"/>
            <ac:spMk id="50" creationId="{863E51C7-FCFD-8E9F-7676-EE8626E46CA0}"/>
          </ac:spMkLst>
        </pc:spChg>
        <pc:spChg chg="mod">
          <ac:chgData name="One Skill" userId="8d49c830ac36a521" providerId="LiveId" clId="{B8839A4C-5D8E-47B7-ACED-D66C062B2ECB}" dt="2022-11-06T14:44:10.654" v="2581"/>
          <ac:spMkLst>
            <pc:docMk/>
            <pc:sldMk cId="3445572273" sldId="270"/>
            <ac:spMk id="51" creationId="{13154D01-ECD2-C476-F4F9-1BA91085F4C0}"/>
          </ac:spMkLst>
        </pc:spChg>
        <pc:spChg chg="mod">
          <ac:chgData name="One Skill" userId="8d49c830ac36a521" providerId="LiveId" clId="{B8839A4C-5D8E-47B7-ACED-D66C062B2ECB}" dt="2022-11-06T14:44:10.654" v="2581"/>
          <ac:spMkLst>
            <pc:docMk/>
            <pc:sldMk cId="3445572273" sldId="270"/>
            <ac:spMk id="52" creationId="{DE07900D-3F3C-A35C-3B81-CF558DBB6520}"/>
          </ac:spMkLst>
        </pc:spChg>
        <pc:spChg chg="mod">
          <ac:chgData name="One Skill" userId="8d49c830ac36a521" providerId="LiveId" clId="{B8839A4C-5D8E-47B7-ACED-D66C062B2ECB}" dt="2022-11-06T14:44:10.654" v="2581"/>
          <ac:spMkLst>
            <pc:docMk/>
            <pc:sldMk cId="3445572273" sldId="270"/>
            <ac:spMk id="53" creationId="{6E85F640-4540-1832-DC59-62B4EF4D61E1}"/>
          </ac:spMkLst>
        </pc:spChg>
        <pc:spChg chg="mod">
          <ac:chgData name="One Skill" userId="8d49c830ac36a521" providerId="LiveId" clId="{B8839A4C-5D8E-47B7-ACED-D66C062B2ECB}" dt="2022-11-06T14:44:10.654" v="2581"/>
          <ac:spMkLst>
            <pc:docMk/>
            <pc:sldMk cId="3445572273" sldId="270"/>
            <ac:spMk id="54" creationId="{A7950282-5232-1A09-54A1-193FA4326AD9}"/>
          </ac:spMkLst>
        </pc:spChg>
        <pc:spChg chg="mod">
          <ac:chgData name="One Skill" userId="8d49c830ac36a521" providerId="LiveId" clId="{B8839A4C-5D8E-47B7-ACED-D66C062B2ECB}" dt="2022-11-06T14:44:10.654" v="2581"/>
          <ac:spMkLst>
            <pc:docMk/>
            <pc:sldMk cId="3445572273" sldId="270"/>
            <ac:spMk id="55" creationId="{DB75315F-7816-90C4-3B25-E9404E75F18D}"/>
          </ac:spMkLst>
        </pc:spChg>
        <pc:grpChg chg="add del mod">
          <ac:chgData name="One Skill" userId="8d49c830ac36a521" providerId="LiveId" clId="{B8839A4C-5D8E-47B7-ACED-D66C062B2ECB}" dt="2022-11-06T14:44:10.393" v="2580" actId="478"/>
          <ac:grpSpMkLst>
            <pc:docMk/>
            <pc:sldMk cId="3445572273" sldId="270"/>
            <ac:grpSpMk id="14" creationId="{14C8FBA2-4344-8B74-F017-003F43491531}"/>
          </ac:grpSpMkLst>
        </pc:grpChg>
        <pc:grpChg chg="add mod">
          <ac:chgData name="One Skill" userId="8d49c830ac36a521" providerId="LiveId" clId="{B8839A4C-5D8E-47B7-ACED-D66C062B2ECB}" dt="2022-11-06T14:44:19.382" v="2585" actId="1076"/>
          <ac:grpSpMkLst>
            <pc:docMk/>
            <pc:sldMk cId="3445572273" sldId="270"/>
            <ac:grpSpMk id="21" creationId="{F09941A9-1411-16DE-D6DD-6836F4547CE0}"/>
          </ac:grpSpMkLst>
        </pc:grpChg>
        <pc:grpChg chg="mod">
          <ac:chgData name="One Skill" userId="8d49c830ac36a521" providerId="LiveId" clId="{B8839A4C-5D8E-47B7-ACED-D66C062B2ECB}" dt="2022-11-06T14:44:10.654" v="2581"/>
          <ac:grpSpMkLst>
            <pc:docMk/>
            <pc:sldMk cId="3445572273" sldId="270"/>
            <ac:grpSpMk id="25" creationId="{17CDB0F8-7332-0998-FB77-712F6E52671D}"/>
          </ac:grpSpMkLst>
        </pc:grpChg>
        <pc:grpChg chg="mod">
          <ac:chgData name="One Skill" userId="8d49c830ac36a521" providerId="LiveId" clId="{B8839A4C-5D8E-47B7-ACED-D66C062B2ECB}" dt="2022-11-06T14:44:10.654" v="2581"/>
          <ac:grpSpMkLst>
            <pc:docMk/>
            <pc:sldMk cId="3445572273" sldId="270"/>
            <ac:grpSpMk id="26" creationId="{2F0786B6-D940-71E4-1604-FACF02A20F21}"/>
          </ac:grpSpMkLst>
        </pc:grpChg>
        <pc:grpChg chg="mod">
          <ac:chgData name="One Skill" userId="8d49c830ac36a521" providerId="LiveId" clId="{B8839A4C-5D8E-47B7-ACED-D66C062B2ECB}" dt="2022-11-06T14:44:10.654" v="2581"/>
          <ac:grpSpMkLst>
            <pc:docMk/>
            <pc:sldMk cId="3445572273" sldId="270"/>
            <ac:grpSpMk id="27" creationId="{6E0ACC50-55FF-A77C-1270-F7C5F6190557}"/>
          </ac:grpSpMkLst>
        </pc:grpChg>
        <pc:grpChg chg="mod">
          <ac:chgData name="One Skill" userId="8d49c830ac36a521" providerId="LiveId" clId="{B8839A4C-5D8E-47B7-ACED-D66C062B2ECB}" dt="2022-11-06T14:44:10.654" v="2581"/>
          <ac:grpSpMkLst>
            <pc:docMk/>
            <pc:sldMk cId="3445572273" sldId="270"/>
            <ac:grpSpMk id="28" creationId="{35E0FA1C-CD37-0F04-8A2C-BC57859F1407}"/>
          </ac:grpSpMkLst>
        </pc:grpChg>
        <pc:grpChg chg="mod">
          <ac:chgData name="One Skill" userId="8d49c830ac36a521" providerId="LiveId" clId="{B8839A4C-5D8E-47B7-ACED-D66C062B2ECB}" dt="2022-11-06T14:44:10.654" v="2581"/>
          <ac:grpSpMkLst>
            <pc:docMk/>
            <pc:sldMk cId="3445572273" sldId="270"/>
            <ac:grpSpMk id="29" creationId="{8B267246-69B7-BD8E-0BB9-FA8CC40646ED}"/>
          </ac:grpSpMkLst>
        </pc:grpChg>
        <pc:grpChg chg="add mod">
          <ac:chgData name="One Skill" userId="8d49c830ac36a521" providerId="LiveId" clId="{B8839A4C-5D8E-47B7-ACED-D66C062B2ECB}" dt="2022-11-06T14:44:24.689" v="2587" actId="1076"/>
          <ac:grpSpMkLst>
            <pc:docMk/>
            <pc:sldMk cId="3445572273" sldId="270"/>
            <ac:grpSpMk id="44" creationId="{D1DC1034-3AD2-EC4B-E72A-A4BB254DFFC0}"/>
          </ac:grpSpMkLst>
        </pc:grpChg>
        <pc:picChg chg="add del mod">
          <ac:chgData name="One Skill" userId="8d49c830ac36a521" providerId="LiveId" clId="{B8839A4C-5D8E-47B7-ACED-D66C062B2ECB}" dt="2022-11-06T14:15:28.698" v="2052" actId="478"/>
          <ac:picMkLst>
            <pc:docMk/>
            <pc:sldMk cId="3445572273" sldId="270"/>
            <ac:picMk id="3" creationId="{37F94583-540D-6A09-4643-393A3F9390FF}"/>
          </ac:picMkLst>
        </pc:picChg>
        <pc:picChg chg="add del mod modCrop">
          <ac:chgData name="One Skill" userId="8d49c830ac36a521" providerId="LiveId" clId="{B8839A4C-5D8E-47B7-ACED-D66C062B2ECB}" dt="2022-11-06T14:27:16.905" v="2090" actId="478"/>
          <ac:picMkLst>
            <pc:docMk/>
            <pc:sldMk cId="3445572273" sldId="270"/>
            <ac:picMk id="4" creationId="{EFDA4540-02C8-F9BF-BA15-549C59D4C59D}"/>
          </ac:picMkLst>
        </pc:picChg>
        <pc:picChg chg="add del mod">
          <ac:chgData name="One Skill" userId="8d49c830ac36a521" providerId="LiveId" clId="{B8839A4C-5D8E-47B7-ACED-D66C062B2ECB}" dt="2022-11-06T14:27:16.483" v="2089" actId="478"/>
          <ac:picMkLst>
            <pc:docMk/>
            <pc:sldMk cId="3445572273" sldId="270"/>
            <ac:picMk id="5" creationId="{16CC0E8E-36E7-F284-95E6-4440699E6293}"/>
          </ac:picMkLst>
        </pc:picChg>
        <pc:picChg chg="add mod modCrop">
          <ac:chgData name="One Skill" userId="8d49c830ac36a521" providerId="LiveId" clId="{B8839A4C-5D8E-47B7-ACED-D66C062B2ECB}" dt="2022-11-06T14:48:18.973" v="2599" actId="1076"/>
          <ac:picMkLst>
            <pc:docMk/>
            <pc:sldMk cId="3445572273" sldId="270"/>
            <ac:picMk id="8" creationId="{19F4D030-2477-3C73-1BA0-6CC4C818D3F2}"/>
          </ac:picMkLst>
        </pc:picChg>
        <pc:picChg chg="add mod ord">
          <ac:chgData name="One Skill" userId="8d49c830ac36a521" providerId="LiveId" clId="{B8839A4C-5D8E-47B7-ACED-D66C062B2ECB}" dt="2022-11-06T14:44:16.814" v="2584" actId="1076"/>
          <ac:picMkLst>
            <pc:docMk/>
            <pc:sldMk cId="3445572273" sldId="270"/>
            <ac:picMk id="9" creationId="{02D8BBAE-E1CA-5E27-D06F-717486DF04CA}"/>
          </ac:picMkLst>
        </pc:picChg>
        <pc:picChg chg="mod">
          <ac:chgData name="One Skill" userId="8d49c830ac36a521" providerId="LiveId" clId="{B8839A4C-5D8E-47B7-ACED-D66C062B2ECB}" dt="2022-11-06T14:42:43.292" v="2570"/>
          <ac:picMkLst>
            <pc:docMk/>
            <pc:sldMk cId="3445572273" sldId="270"/>
            <ac:picMk id="20" creationId="{D5E317AB-D86F-D4EC-6960-DC447DC671C5}"/>
          </ac:picMkLst>
        </pc:picChg>
        <pc:picChg chg="mod">
          <ac:chgData name="One Skill" userId="8d49c830ac36a521" providerId="LiveId" clId="{B8839A4C-5D8E-47B7-ACED-D66C062B2ECB}" dt="2022-11-06T14:44:10.654" v="2581"/>
          <ac:picMkLst>
            <pc:docMk/>
            <pc:sldMk cId="3445572273" sldId="270"/>
            <ac:picMk id="36" creationId="{DE213239-A6AA-1AD3-BCE0-F7C4C98C52CF}"/>
          </ac:picMkLst>
        </pc:picChg>
        <pc:picChg chg="mod">
          <ac:chgData name="One Skill" userId="8d49c830ac36a521" providerId="LiveId" clId="{B8839A4C-5D8E-47B7-ACED-D66C062B2ECB}" dt="2022-11-06T14:44:10.654" v="2581"/>
          <ac:picMkLst>
            <pc:docMk/>
            <pc:sldMk cId="3445572273" sldId="270"/>
            <ac:picMk id="40" creationId="{24DC9A59-D3A0-21AF-6D90-69C3F5BC3783}"/>
          </ac:picMkLst>
        </pc:picChg>
        <pc:picChg chg="mod">
          <ac:chgData name="One Skill" userId="8d49c830ac36a521" providerId="LiveId" clId="{B8839A4C-5D8E-47B7-ACED-D66C062B2ECB}" dt="2022-11-06T14:44:10.654" v="2581"/>
          <ac:picMkLst>
            <pc:docMk/>
            <pc:sldMk cId="3445572273" sldId="270"/>
            <ac:picMk id="43" creationId="{26D5F34D-4873-C530-59BE-B2EB44BCFF71}"/>
          </ac:picMkLst>
        </pc:picChg>
      </pc:sldChg>
      <pc:sldChg chg="new del">
        <pc:chgData name="One Skill" userId="8d49c830ac36a521" providerId="LiveId" clId="{B8839A4C-5D8E-47B7-ACED-D66C062B2ECB}" dt="2022-11-06T13:56:51.553" v="2039" actId="47"/>
        <pc:sldMkLst>
          <pc:docMk/>
          <pc:sldMk cId="3855962781" sldId="270"/>
        </pc:sldMkLst>
      </pc:sldChg>
      <pc:sldChg chg="new del">
        <pc:chgData name="One Skill" userId="8d49c830ac36a521" providerId="LiveId" clId="{B8839A4C-5D8E-47B7-ACED-D66C062B2ECB}" dt="2022-11-06T14:56:03.333" v="2661" actId="47"/>
        <pc:sldMkLst>
          <pc:docMk/>
          <pc:sldMk cId="3866593080" sldId="270"/>
        </pc:sldMkLst>
      </pc:sldChg>
      <pc:sldChg chg="addSp delSp modSp add mod modTransition setBg">
        <pc:chgData name="One Skill" userId="8d49c830ac36a521" providerId="LiveId" clId="{B8839A4C-5D8E-47B7-ACED-D66C062B2ECB}" dt="2022-11-06T15:22:15.550" v="3150" actId="1076"/>
        <pc:sldMkLst>
          <pc:docMk/>
          <pc:sldMk cId="1055107978" sldId="271"/>
        </pc:sldMkLst>
        <pc:spChg chg="add mod">
          <ac:chgData name="One Skill" userId="8d49c830ac36a521" providerId="LiveId" clId="{B8839A4C-5D8E-47B7-ACED-D66C062B2ECB}" dt="2022-11-06T15:06:51.396" v="2680"/>
          <ac:spMkLst>
            <pc:docMk/>
            <pc:sldMk cId="1055107978" sldId="271"/>
            <ac:spMk id="2" creationId="{8FDACB0C-4C77-19B4-CE17-0A70CA99159B}"/>
          </ac:spMkLst>
        </pc:spChg>
        <pc:spChg chg="add mod">
          <ac:chgData name="One Skill" userId="8d49c830ac36a521" providerId="LiveId" clId="{B8839A4C-5D8E-47B7-ACED-D66C062B2ECB}" dt="2022-11-06T15:07:29.989" v="2862" actId="14838"/>
          <ac:spMkLst>
            <pc:docMk/>
            <pc:sldMk cId="1055107978" sldId="271"/>
            <ac:spMk id="6" creationId="{F7B19526-E0B5-8048-B4D4-C2506DD4FD95}"/>
          </ac:spMkLst>
        </pc:spChg>
        <pc:spChg chg="add mod">
          <ac:chgData name="One Skill" userId="8d49c830ac36a521" providerId="LiveId" clId="{B8839A4C-5D8E-47B7-ACED-D66C062B2ECB}" dt="2022-11-06T15:06:51.396" v="2680"/>
          <ac:spMkLst>
            <pc:docMk/>
            <pc:sldMk cId="1055107978" sldId="271"/>
            <ac:spMk id="7" creationId="{A41EDF10-3D8D-4096-F1BB-D383E4A023C8}"/>
          </ac:spMkLst>
        </pc:spChg>
        <pc:spChg chg="add mod">
          <ac:chgData name="One Skill" userId="8d49c830ac36a521" providerId="LiveId" clId="{B8839A4C-5D8E-47B7-ACED-D66C062B2ECB}" dt="2022-11-06T15:13:20.155" v="3068" actId="164"/>
          <ac:spMkLst>
            <pc:docMk/>
            <pc:sldMk cId="1055107978" sldId="271"/>
            <ac:spMk id="8" creationId="{1CEF3580-1956-066A-393C-752C884500BF}"/>
          </ac:spMkLst>
        </pc:spChg>
        <pc:spChg chg="add mod">
          <ac:chgData name="One Skill" userId="8d49c830ac36a521" providerId="LiveId" clId="{B8839A4C-5D8E-47B7-ACED-D66C062B2ECB}" dt="2022-11-06T15:13:20.155" v="3068" actId="164"/>
          <ac:spMkLst>
            <pc:docMk/>
            <pc:sldMk cId="1055107978" sldId="271"/>
            <ac:spMk id="10" creationId="{FC407013-1C65-9516-D900-ACB1F7446BB7}"/>
          </ac:spMkLst>
        </pc:spChg>
        <pc:spChg chg="add mod">
          <ac:chgData name="One Skill" userId="8d49c830ac36a521" providerId="LiveId" clId="{B8839A4C-5D8E-47B7-ACED-D66C062B2ECB}" dt="2022-11-06T15:13:20.155" v="3068" actId="164"/>
          <ac:spMkLst>
            <pc:docMk/>
            <pc:sldMk cId="1055107978" sldId="271"/>
            <ac:spMk id="11" creationId="{978ED1E7-7C09-F90F-F0C0-F8741309F90A}"/>
          </ac:spMkLst>
        </pc:spChg>
        <pc:spChg chg="add mod">
          <ac:chgData name="One Skill" userId="8d49c830ac36a521" providerId="LiveId" clId="{B8839A4C-5D8E-47B7-ACED-D66C062B2ECB}" dt="2022-11-06T15:13:20.155" v="3068" actId="164"/>
          <ac:spMkLst>
            <pc:docMk/>
            <pc:sldMk cId="1055107978" sldId="271"/>
            <ac:spMk id="12" creationId="{78AD2DC6-9963-286B-5003-29111F00F1BC}"/>
          </ac:spMkLst>
        </pc:spChg>
        <pc:spChg chg="add mod">
          <ac:chgData name="One Skill" userId="8d49c830ac36a521" providerId="LiveId" clId="{B8839A4C-5D8E-47B7-ACED-D66C062B2ECB}" dt="2022-11-06T15:13:20.155" v="3068" actId="164"/>
          <ac:spMkLst>
            <pc:docMk/>
            <pc:sldMk cId="1055107978" sldId="271"/>
            <ac:spMk id="15" creationId="{14CB67D2-9ACB-CFAE-C8EE-AB87A97CC864}"/>
          </ac:spMkLst>
        </pc:spChg>
        <pc:spChg chg="mod">
          <ac:chgData name="One Skill" userId="8d49c830ac36a521" providerId="LiveId" clId="{B8839A4C-5D8E-47B7-ACED-D66C062B2ECB}" dt="2022-11-06T15:14:50.520" v="3087"/>
          <ac:spMkLst>
            <pc:docMk/>
            <pc:sldMk cId="1055107978" sldId="271"/>
            <ac:spMk id="18" creationId="{7B54DEEC-B481-6062-72B1-A35661B8A70D}"/>
          </ac:spMkLst>
        </pc:spChg>
        <pc:spChg chg="mod">
          <ac:chgData name="One Skill" userId="8d49c830ac36a521" providerId="LiveId" clId="{B8839A4C-5D8E-47B7-ACED-D66C062B2ECB}" dt="2022-11-06T15:14:50.520" v="3087"/>
          <ac:spMkLst>
            <pc:docMk/>
            <pc:sldMk cId="1055107978" sldId="271"/>
            <ac:spMk id="19" creationId="{7791BD80-92E5-15A0-BBDE-F1AE389CF6FA}"/>
          </ac:spMkLst>
        </pc:spChg>
        <pc:spChg chg="mod">
          <ac:chgData name="One Skill" userId="8d49c830ac36a521" providerId="LiveId" clId="{B8839A4C-5D8E-47B7-ACED-D66C062B2ECB}" dt="2022-11-06T15:14:50.520" v="3087"/>
          <ac:spMkLst>
            <pc:docMk/>
            <pc:sldMk cId="1055107978" sldId="271"/>
            <ac:spMk id="20" creationId="{07C09D0F-826D-A775-F5A1-ACF33980E50E}"/>
          </ac:spMkLst>
        </pc:spChg>
        <pc:spChg chg="mod">
          <ac:chgData name="One Skill" userId="8d49c830ac36a521" providerId="LiveId" clId="{B8839A4C-5D8E-47B7-ACED-D66C062B2ECB}" dt="2022-11-06T15:14:50.520" v="3087"/>
          <ac:spMkLst>
            <pc:docMk/>
            <pc:sldMk cId="1055107978" sldId="271"/>
            <ac:spMk id="26" creationId="{E17A35D6-9940-5A37-AD3A-C4F7CA6B56E2}"/>
          </ac:spMkLst>
        </pc:spChg>
        <pc:spChg chg="mod">
          <ac:chgData name="One Skill" userId="8d49c830ac36a521" providerId="LiveId" clId="{B8839A4C-5D8E-47B7-ACED-D66C062B2ECB}" dt="2022-11-06T15:14:50.520" v="3087"/>
          <ac:spMkLst>
            <pc:docMk/>
            <pc:sldMk cId="1055107978" sldId="271"/>
            <ac:spMk id="27" creationId="{59E706ED-F2FA-E131-DC41-A9298ADF633F}"/>
          </ac:spMkLst>
        </pc:spChg>
        <pc:spChg chg="mod">
          <ac:chgData name="One Skill" userId="8d49c830ac36a521" providerId="LiveId" clId="{B8839A4C-5D8E-47B7-ACED-D66C062B2ECB}" dt="2022-11-06T15:14:50.520" v="3087"/>
          <ac:spMkLst>
            <pc:docMk/>
            <pc:sldMk cId="1055107978" sldId="271"/>
            <ac:spMk id="28" creationId="{4E831AB7-B1AC-5571-CBDD-666E6F7C2F11}"/>
          </ac:spMkLst>
        </pc:spChg>
        <pc:spChg chg="mod">
          <ac:chgData name="One Skill" userId="8d49c830ac36a521" providerId="LiveId" clId="{B8839A4C-5D8E-47B7-ACED-D66C062B2ECB}" dt="2022-11-06T15:14:50.520" v="3087"/>
          <ac:spMkLst>
            <pc:docMk/>
            <pc:sldMk cId="1055107978" sldId="271"/>
            <ac:spMk id="29" creationId="{D482D7BC-1DD4-B1C3-AFCF-0BFC0B26D393}"/>
          </ac:spMkLst>
        </pc:spChg>
        <pc:spChg chg="mod">
          <ac:chgData name="One Skill" userId="8d49c830ac36a521" providerId="LiveId" clId="{B8839A4C-5D8E-47B7-ACED-D66C062B2ECB}" dt="2022-11-06T15:14:50.520" v="3087"/>
          <ac:spMkLst>
            <pc:docMk/>
            <pc:sldMk cId="1055107978" sldId="271"/>
            <ac:spMk id="30" creationId="{D903AA9A-6E65-6E70-5EEA-09E26AB67194}"/>
          </ac:spMkLst>
        </pc:spChg>
        <pc:spChg chg="mod">
          <ac:chgData name="One Skill" userId="8d49c830ac36a521" providerId="LiveId" clId="{B8839A4C-5D8E-47B7-ACED-D66C062B2ECB}" dt="2022-11-06T15:14:50.520" v="3087"/>
          <ac:spMkLst>
            <pc:docMk/>
            <pc:sldMk cId="1055107978" sldId="271"/>
            <ac:spMk id="31" creationId="{FA5BD793-ACE9-16E3-0AC9-69DC4E75DDB0}"/>
          </ac:spMkLst>
        </pc:spChg>
        <pc:spChg chg="mod">
          <ac:chgData name="One Skill" userId="8d49c830ac36a521" providerId="LiveId" clId="{B8839A4C-5D8E-47B7-ACED-D66C062B2ECB}" dt="2022-11-06T15:14:50.520" v="3087"/>
          <ac:spMkLst>
            <pc:docMk/>
            <pc:sldMk cId="1055107978" sldId="271"/>
            <ac:spMk id="33" creationId="{890BCCCF-EB4E-820D-7485-FD57BC6BB1D2}"/>
          </ac:spMkLst>
        </pc:spChg>
        <pc:spChg chg="mod">
          <ac:chgData name="One Skill" userId="8d49c830ac36a521" providerId="LiveId" clId="{B8839A4C-5D8E-47B7-ACED-D66C062B2ECB}" dt="2022-11-06T15:14:50.520" v="3087"/>
          <ac:spMkLst>
            <pc:docMk/>
            <pc:sldMk cId="1055107978" sldId="271"/>
            <ac:spMk id="34" creationId="{4CE43CD3-4F9B-7C26-177F-5CD0DE08FD3C}"/>
          </ac:spMkLst>
        </pc:spChg>
        <pc:spChg chg="mod">
          <ac:chgData name="One Skill" userId="8d49c830ac36a521" providerId="LiveId" clId="{B8839A4C-5D8E-47B7-ACED-D66C062B2ECB}" dt="2022-11-06T15:14:50.520" v="3087"/>
          <ac:spMkLst>
            <pc:docMk/>
            <pc:sldMk cId="1055107978" sldId="271"/>
            <ac:spMk id="35" creationId="{6EC91B1C-12A8-3FA3-3DB7-F9B14E266BBE}"/>
          </ac:spMkLst>
        </pc:spChg>
        <pc:spChg chg="mod">
          <ac:chgData name="One Skill" userId="8d49c830ac36a521" providerId="LiveId" clId="{B8839A4C-5D8E-47B7-ACED-D66C062B2ECB}" dt="2022-11-06T15:14:50.520" v="3087"/>
          <ac:spMkLst>
            <pc:docMk/>
            <pc:sldMk cId="1055107978" sldId="271"/>
            <ac:spMk id="37" creationId="{B994F5EC-520C-45B0-2FDE-64DBFB4E1AB2}"/>
          </ac:spMkLst>
        </pc:spChg>
        <pc:spChg chg="mod">
          <ac:chgData name="One Skill" userId="8d49c830ac36a521" providerId="LiveId" clId="{B8839A4C-5D8E-47B7-ACED-D66C062B2ECB}" dt="2022-11-06T15:14:50.520" v="3087"/>
          <ac:spMkLst>
            <pc:docMk/>
            <pc:sldMk cId="1055107978" sldId="271"/>
            <ac:spMk id="38" creationId="{15EC7028-CF53-E900-4086-91A80EB751F1}"/>
          </ac:spMkLst>
        </pc:spChg>
        <pc:spChg chg="mod">
          <ac:chgData name="One Skill" userId="8d49c830ac36a521" providerId="LiveId" clId="{B8839A4C-5D8E-47B7-ACED-D66C062B2ECB}" dt="2022-11-06T15:14:50.520" v="3087"/>
          <ac:spMkLst>
            <pc:docMk/>
            <pc:sldMk cId="1055107978" sldId="271"/>
            <ac:spMk id="41" creationId="{7BDC79F0-9781-958B-9ADD-47FD93A6907A}"/>
          </ac:spMkLst>
        </pc:spChg>
        <pc:spChg chg="mod">
          <ac:chgData name="One Skill" userId="8d49c830ac36a521" providerId="LiveId" clId="{B8839A4C-5D8E-47B7-ACED-D66C062B2ECB}" dt="2022-11-06T15:14:50.520" v="3087"/>
          <ac:spMkLst>
            <pc:docMk/>
            <pc:sldMk cId="1055107978" sldId="271"/>
            <ac:spMk id="42" creationId="{C7CCF17D-0EE6-A024-39DD-8AAD0F9139C0}"/>
          </ac:spMkLst>
        </pc:spChg>
        <pc:spChg chg="mod">
          <ac:chgData name="One Skill" userId="8d49c830ac36a521" providerId="LiveId" clId="{B8839A4C-5D8E-47B7-ACED-D66C062B2ECB}" dt="2022-11-06T15:14:50.520" v="3087"/>
          <ac:spMkLst>
            <pc:docMk/>
            <pc:sldMk cId="1055107978" sldId="271"/>
            <ac:spMk id="43" creationId="{FE82CD07-A5E9-80EF-538E-83311A63693B}"/>
          </ac:spMkLst>
        </pc:spChg>
        <pc:spChg chg="mod">
          <ac:chgData name="One Skill" userId="8d49c830ac36a521" providerId="LiveId" clId="{B8839A4C-5D8E-47B7-ACED-D66C062B2ECB}" dt="2022-11-06T15:14:50.520" v="3087"/>
          <ac:spMkLst>
            <pc:docMk/>
            <pc:sldMk cId="1055107978" sldId="271"/>
            <ac:spMk id="44" creationId="{EB4B033C-A2D1-135F-C4A3-F86CB200E49A}"/>
          </ac:spMkLst>
        </pc:spChg>
        <pc:spChg chg="mod">
          <ac:chgData name="One Skill" userId="8d49c830ac36a521" providerId="LiveId" clId="{B8839A4C-5D8E-47B7-ACED-D66C062B2ECB}" dt="2022-11-06T15:14:50.520" v="3087"/>
          <ac:spMkLst>
            <pc:docMk/>
            <pc:sldMk cId="1055107978" sldId="271"/>
            <ac:spMk id="45" creationId="{91882E12-EF4C-FA63-07FA-6C9795F417C2}"/>
          </ac:spMkLst>
        </pc:spChg>
        <pc:spChg chg="mod">
          <ac:chgData name="One Skill" userId="8d49c830ac36a521" providerId="LiveId" clId="{B8839A4C-5D8E-47B7-ACED-D66C062B2ECB}" dt="2022-11-06T15:14:50.520" v="3087"/>
          <ac:spMkLst>
            <pc:docMk/>
            <pc:sldMk cId="1055107978" sldId="271"/>
            <ac:spMk id="46" creationId="{A09C64FA-2F87-2F9E-B566-BE0972DA884C}"/>
          </ac:spMkLst>
        </pc:spChg>
        <pc:spChg chg="mod">
          <ac:chgData name="One Skill" userId="8d49c830ac36a521" providerId="LiveId" clId="{B8839A4C-5D8E-47B7-ACED-D66C062B2ECB}" dt="2022-11-06T15:14:50.520" v="3087"/>
          <ac:spMkLst>
            <pc:docMk/>
            <pc:sldMk cId="1055107978" sldId="271"/>
            <ac:spMk id="47" creationId="{364FA951-E052-AB74-C63E-47828E642424}"/>
          </ac:spMkLst>
        </pc:spChg>
        <pc:spChg chg="mod">
          <ac:chgData name="One Skill" userId="8d49c830ac36a521" providerId="LiveId" clId="{B8839A4C-5D8E-47B7-ACED-D66C062B2ECB}" dt="2022-11-06T15:14:50.520" v="3087"/>
          <ac:spMkLst>
            <pc:docMk/>
            <pc:sldMk cId="1055107978" sldId="271"/>
            <ac:spMk id="48" creationId="{E600CBFB-0819-7977-4573-D0CB768F7B4B}"/>
          </ac:spMkLst>
        </pc:spChg>
        <pc:spChg chg="mod">
          <ac:chgData name="One Skill" userId="8d49c830ac36a521" providerId="LiveId" clId="{B8839A4C-5D8E-47B7-ACED-D66C062B2ECB}" dt="2022-11-06T15:14:50.520" v="3087"/>
          <ac:spMkLst>
            <pc:docMk/>
            <pc:sldMk cId="1055107978" sldId="271"/>
            <ac:spMk id="49" creationId="{D82925CE-EB09-0F4E-DED2-26B8745E4C3F}"/>
          </ac:spMkLst>
        </pc:spChg>
        <pc:spChg chg="mod">
          <ac:chgData name="One Skill" userId="8d49c830ac36a521" providerId="LiveId" clId="{B8839A4C-5D8E-47B7-ACED-D66C062B2ECB}" dt="2022-11-06T15:14:50.520" v="3087"/>
          <ac:spMkLst>
            <pc:docMk/>
            <pc:sldMk cId="1055107978" sldId="271"/>
            <ac:spMk id="50" creationId="{7B46C797-FAEC-3EAD-524B-F8B43768357B}"/>
          </ac:spMkLst>
        </pc:spChg>
        <pc:spChg chg="mod">
          <ac:chgData name="One Skill" userId="8d49c830ac36a521" providerId="LiveId" clId="{B8839A4C-5D8E-47B7-ACED-D66C062B2ECB}" dt="2022-11-06T15:14:50.520" v="3087"/>
          <ac:spMkLst>
            <pc:docMk/>
            <pc:sldMk cId="1055107978" sldId="271"/>
            <ac:spMk id="51" creationId="{1C22C03B-1075-0028-01A9-5B8E11A0BD48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54" creationId="{14C58244-8756-2266-1D09-74B335474C69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55" creationId="{EAF1B23B-49EC-C8C3-C46E-51B71133E1E5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57" creationId="{8BB0892F-724C-CED3-3F9C-EE53A3448567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58" creationId="{2723E537-F41E-7C84-63C1-D3F2C5F42F10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59" creationId="{81A08046-3E4F-C47E-019C-3EC9B4BBB93F}"/>
          </ac:spMkLst>
        </pc:spChg>
        <pc:spChg chg="add mod">
          <ac:chgData name="One Skill" userId="8d49c830ac36a521" providerId="LiveId" clId="{B8839A4C-5D8E-47B7-ACED-D66C062B2ECB}" dt="2022-11-06T15:18:37.104" v="3108" actId="1076"/>
          <ac:spMkLst>
            <pc:docMk/>
            <pc:sldMk cId="1055107978" sldId="271"/>
            <ac:spMk id="60" creationId="{2F47AB2D-E89E-F9E0-73B4-4AF2078BA74C}"/>
          </ac:spMkLst>
        </pc:spChg>
        <pc:spChg chg="add mod">
          <ac:chgData name="One Skill" userId="8d49c830ac36a521" providerId="LiveId" clId="{B8839A4C-5D8E-47B7-ACED-D66C062B2ECB}" dt="2022-11-06T15:18:37.104" v="3108" actId="1076"/>
          <ac:spMkLst>
            <pc:docMk/>
            <pc:sldMk cId="1055107978" sldId="271"/>
            <ac:spMk id="61" creationId="{53E983D3-B95B-0990-CBFD-7C45326C8583}"/>
          </ac:spMkLst>
        </pc:spChg>
        <pc:spChg chg="add mod">
          <ac:chgData name="One Skill" userId="8d49c830ac36a521" providerId="LiveId" clId="{B8839A4C-5D8E-47B7-ACED-D66C062B2ECB}" dt="2022-11-06T15:18:37.104" v="3108" actId="1076"/>
          <ac:spMkLst>
            <pc:docMk/>
            <pc:sldMk cId="1055107978" sldId="271"/>
            <ac:spMk id="62" creationId="{D9748F55-040A-53B6-497B-8902775066A6}"/>
          </ac:spMkLst>
        </pc:spChg>
        <pc:spChg chg="add mod">
          <ac:chgData name="One Skill" userId="8d49c830ac36a521" providerId="LiveId" clId="{B8839A4C-5D8E-47B7-ACED-D66C062B2ECB}" dt="2022-11-06T15:18:37.104" v="3108" actId="1076"/>
          <ac:spMkLst>
            <pc:docMk/>
            <pc:sldMk cId="1055107978" sldId="271"/>
            <ac:spMk id="64" creationId="{E9F01043-F0B7-BBF6-B94A-18068109184D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66" creationId="{11225DD9-7A7E-F638-3567-AC6A0457B0F4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67" creationId="{48D5B88D-4B78-2D48-2946-AA947D7811A3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68" creationId="{95A2DB77-4D96-3682-B1D8-3E435A957A13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70" creationId="{AC04B52A-62CE-7192-8BB5-2F64AC55FB6F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71" creationId="{2F86AD90-9502-CBA2-820D-B45D8FF460E6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72" creationId="{85AA4B59-0E22-FC80-4A25-C952EC37E062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73" creationId="{6D6B2312-DB2F-2595-55DA-383E4FDF57AC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74" creationId="{6671F0C8-4468-8E55-8528-6A6BA93C3D65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75" creationId="{7C4A889B-4DEA-285E-AD65-ED2306373388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77" creationId="{CADB24B7-687B-DFB2-CD9E-3C2926E864B5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83" creationId="{4E842F50-7328-A486-32F6-D90D73473F19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84" creationId="{98819760-AC12-CD22-9467-81C1DFFD5F9E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85" creationId="{D8FA91D0-D1CA-6496-8E3C-E81A9B40E788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86" creationId="{AB0F7576-AB2F-03F5-B17C-FFCC52E716C1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87" creationId="{A51BA7E0-A8A1-84FC-DAC5-CC3D22145E5A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88" creationId="{6105D1FA-1982-62B5-678A-454BEB07AC06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89" creationId="{596ABE83-EC1F-4270-0BD4-1AF513E09F3A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90" creationId="{97DED24A-E3BF-026F-ABB0-49FD37ED0F0E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91" creationId="{7860240F-6CC6-F0FB-94DA-3FA6C044EF30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92" creationId="{2D254FA9-B84F-F965-749C-E8CABB20BC98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93" creationId="{5DAB529C-7D29-5D64-8486-7488546FB86E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94" creationId="{510CCB1B-6B3D-6E7D-AC65-9DC2298996FE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95" creationId="{36D7AE83-4E07-9814-08FF-F9F4C69D0483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96" creationId="{250B76DD-E195-F660-ED70-2C10ED408D6C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97" creationId="{E183BB33-0012-AE8D-E896-C1EEFF99450B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98" creationId="{DCFF0A1C-873D-C255-3322-A1C3581B805F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99" creationId="{AFCA9BB2-A5F7-754F-0F05-5924E5CFC1CA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100" creationId="{2B607A23-5E15-2148-4329-BA2205D8AAF4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101" creationId="{AADC722E-9C6A-84C9-32F6-E72674D35C51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102" creationId="{3E641D0C-5C44-9E65-E64D-F2F4809F862D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103" creationId="{606657C7-C0AB-D3C4-B105-1EE96986A6B3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104" creationId="{AF43DF95-D4E1-FFF6-A668-D955A49E53A5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105" creationId="{161B625A-CD39-A87E-C0C0-032D45510911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106" creationId="{3A4F3D4E-274A-3394-9F32-8B538EB1A7BA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111" creationId="{3C35FD9D-D9C1-1995-CFFD-0D68F255ECA0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112" creationId="{B379E858-A620-518B-B851-A47B43428081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113" creationId="{27352448-1622-11F7-1CDA-254018A45620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114" creationId="{C6B9C178-A7D6-2344-1362-EB13DDC33725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115" creationId="{FEB225A9-54B9-92A6-7ADD-90E8AD089D11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116" creationId="{98B3C30B-CDC8-A469-BCEF-DADBF8C2DBF3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118" creationId="{333AB1E7-83A5-5E53-FBB5-B65B5B70ECC7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119" creationId="{CA165FD9-948D-4C6C-17CF-9B3B3D9C8490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120" creationId="{865CD37C-6507-93CE-FBE7-730DC843A66B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122" creationId="{FDC4D83C-0CE0-BE56-FFA5-4E9AF065ABC4}"/>
          </ac:spMkLst>
        </pc:spChg>
        <pc:spChg chg="mod">
          <ac:chgData name="One Skill" userId="8d49c830ac36a521" providerId="LiveId" clId="{B8839A4C-5D8E-47B7-ACED-D66C062B2ECB}" dt="2022-11-06T15:18:33.397" v="3107"/>
          <ac:spMkLst>
            <pc:docMk/>
            <pc:sldMk cId="1055107978" sldId="271"/>
            <ac:spMk id="123" creationId="{F769EC00-B21B-249C-EEC8-C13F2041F11E}"/>
          </ac:spMkLst>
        </pc:spChg>
        <pc:grpChg chg="add del mod">
          <ac:chgData name="One Skill" userId="8d49c830ac36a521" providerId="LiveId" clId="{B8839A4C-5D8E-47B7-ACED-D66C062B2ECB}" dt="2022-11-06T15:14:40.716" v="3085" actId="478"/>
          <ac:grpSpMkLst>
            <pc:docMk/>
            <pc:sldMk cId="1055107978" sldId="271"/>
            <ac:grpSpMk id="16" creationId="{508D7166-7C14-CBCA-A045-0ABF1489092F}"/>
          </ac:grpSpMkLst>
        </pc:grpChg>
        <pc:grpChg chg="add mod">
          <ac:chgData name="One Skill" userId="8d49c830ac36a521" providerId="LiveId" clId="{B8839A4C-5D8E-47B7-ACED-D66C062B2ECB}" dt="2022-11-06T15:14:50.520" v="3087"/>
          <ac:grpSpMkLst>
            <pc:docMk/>
            <pc:sldMk cId="1055107978" sldId="271"/>
            <ac:grpSpMk id="17" creationId="{FA3F370E-D099-BBC1-A0F2-89B9713045D9}"/>
          </ac:grpSpMkLst>
        </pc:grpChg>
        <pc:grpChg chg="mod">
          <ac:chgData name="One Skill" userId="8d49c830ac36a521" providerId="LiveId" clId="{B8839A4C-5D8E-47B7-ACED-D66C062B2ECB}" dt="2022-11-06T15:14:50.520" v="3087"/>
          <ac:grpSpMkLst>
            <pc:docMk/>
            <pc:sldMk cId="1055107978" sldId="271"/>
            <ac:grpSpMk id="21" creationId="{D99AB41F-8D6C-16BD-1ED6-7B9FC202E6F9}"/>
          </ac:grpSpMkLst>
        </pc:grpChg>
        <pc:grpChg chg="mod">
          <ac:chgData name="One Skill" userId="8d49c830ac36a521" providerId="LiveId" clId="{B8839A4C-5D8E-47B7-ACED-D66C062B2ECB}" dt="2022-11-06T15:14:50.520" v="3087"/>
          <ac:grpSpMkLst>
            <pc:docMk/>
            <pc:sldMk cId="1055107978" sldId="271"/>
            <ac:grpSpMk id="22" creationId="{A5D634BD-D97B-2E7C-1407-644F444B2CE1}"/>
          </ac:grpSpMkLst>
        </pc:grpChg>
        <pc:grpChg chg="mod">
          <ac:chgData name="One Skill" userId="8d49c830ac36a521" providerId="LiveId" clId="{B8839A4C-5D8E-47B7-ACED-D66C062B2ECB}" dt="2022-11-06T15:14:50.520" v="3087"/>
          <ac:grpSpMkLst>
            <pc:docMk/>
            <pc:sldMk cId="1055107978" sldId="271"/>
            <ac:grpSpMk id="23" creationId="{BB8BF4A3-020A-5A27-F423-EF3AE44D82BA}"/>
          </ac:grpSpMkLst>
        </pc:grpChg>
        <pc:grpChg chg="mod">
          <ac:chgData name="One Skill" userId="8d49c830ac36a521" providerId="LiveId" clId="{B8839A4C-5D8E-47B7-ACED-D66C062B2ECB}" dt="2022-11-06T15:14:50.520" v="3087"/>
          <ac:grpSpMkLst>
            <pc:docMk/>
            <pc:sldMk cId="1055107978" sldId="271"/>
            <ac:grpSpMk id="24" creationId="{F0B32569-B383-5B00-3C5C-9B11DB0C953B}"/>
          </ac:grpSpMkLst>
        </pc:grpChg>
        <pc:grpChg chg="mod">
          <ac:chgData name="One Skill" userId="8d49c830ac36a521" providerId="LiveId" clId="{B8839A4C-5D8E-47B7-ACED-D66C062B2ECB}" dt="2022-11-06T15:14:50.520" v="3087"/>
          <ac:grpSpMkLst>
            <pc:docMk/>
            <pc:sldMk cId="1055107978" sldId="271"/>
            <ac:grpSpMk id="25" creationId="{7CD9B1E7-2EA1-7677-2D4F-6CFCABE47C2B}"/>
          </ac:grpSpMkLst>
        </pc:grpChg>
        <pc:grpChg chg="add mod">
          <ac:chgData name="One Skill" userId="8d49c830ac36a521" providerId="LiveId" clId="{B8839A4C-5D8E-47B7-ACED-D66C062B2ECB}" dt="2022-11-06T15:14:50.520" v="3087"/>
          <ac:grpSpMkLst>
            <pc:docMk/>
            <pc:sldMk cId="1055107978" sldId="271"/>
            <ac:grpSpMk id="40" creationId="{9143F91B-095B-BEB8-4900-EA332675A84B}"/>
          </ac:grpSpMkLst>
        </pc:grpChg>
        <pc:grpChg chg="add mod">
          <ac:chgData name="One Skill" userId="8d49c830ac36a521" providerId="LiveId" clId="{B8839A4C-5D8E-47B7-ACED-D66C062B2ECB}" dt="2022-11-06T15:18:37.104" v="3108" actId="1076"/>
          <ac:grpSpMkLst>
            <pc:docMk/>
            <pc:sldMk cId="1055107978" sldId="271"/>
            <ac:grpSpMk id="53" creationId="{01EF856F-E9B3-D537-E142-82565A0B3700}"/>
          </ac:grpSpMkLst>
        </pc:grpChg>
        <pc:grpChg chg="mod">
          <ac:chgData name="One Skill" userId="8d49c830ac36a521" providerId="LiveId" clId="{B8839A4C-5D8E-47B7-ACED-D66C062B2ECB}" dt="2022-11-06T15:18:33.397" v="3107"/>
          <ac:grpSpMkLst>
            <pc:docMk/>
            <pc:sldMk cId="1055107978" sldId="271"/>
            <ac:grpSpMk id="56" creationId="{EC960012-5FE9-ED61-44EA-A5FB0AEB9738}"/>
          </ac:grpSpMkLst>
        </pc:grpChg>
        <pc:grpChg chg="add mod">
          <ac:chgData name="One Skill" userId="8d49c830ac36a521" providerId="LiveId" clId="{B8839A4C-5D8E-47B7-ACED-D66C062B2ECB}" dt="2022-11-06T15:18:37.104" v="3108" actId="1076"/>
          <ac:grpSpMkLst>
            <pc:docMk/>
            <pc:sldMk cId="1055107978" sldId="271"/>
            <ac:grpSpMk id="65" creationId="{CCE04C7C-7F33-6702-59A7-1B30E769FC57}"/>
          </ac:grpSpMkLst>
        </pc:grpChg>
        <pc:grpChg chg="add mod">
          <ac:chgData name="One Skill" userId="8d49c830ac36a521" providerId="LiveId" clId="{B8839A4C-5D8E-47B7-ACED-D66C062B2ECB}" dt="2022-11-06T15:18:37.104" v="3108" actId="1076"/>
          <ac:grpSpMkLst>
            <pc:docMk/>
            <pc:sldMk cId="1055107978" sldId="271"/>
            <ac:grpSpMk id="69" creationId="{50EDC95E-7064-2689-302E-3A53531F4BD5}"/>
          </ac:grpSpMkLst>
        </pc:grpChg>
        <pc:grpChg chg="mod">
          <ac:chgData name="One Skill" userId="8d49c830ac36a521" providerId="LiveId" clId="{B8839A4C-5D8E-47B7-ACED-D66C062B2ECB}" dt="2022-11-06T15:18:33.397" v="3107"/>
          <ac:grpSpMkLst>
            <pc:docMk/>
            <pc:sldMk cId="1055107978" sldId="271"/>
            <ac:grpSpMk id="76" creationId="{0558A5D3-BA17-EC19-2AF6-9FBD9946723E}"/>
          </ac:grpSpMkLst>
        </pc:grpChg>
        <pc:grpChg chg="mod">
          <ac:chgData name="One Skill" userId="8d49c830ac36a521" providerId="LiveId" clId="{B8839A4C-5D8E-47B7-ACED-D66C062B2ECB}" dt="2022-11-06T15:18:33.397" v="3107"/>
          <ac:grpSpMkLst>
            <pc:docMk/>
            <pc:sldMk cId="1055107978" sldId="271"/>
            <ac:grpSpMk id="78" creationId="{AF477575-346D-5A5E-0A55-6D964E80C63D}"/>
          </ac:grpSpMkLst>
        </pc:grpChg>
        <pc:grpChg chg="mod">
          <ac:chgData name="One Skill" userId="8d49c830ac36a521" providerId="LiveId" clId="{B8839A4C-5D8E-47B7-ACED-D66C062B2ECB}" dt="2022-11-06T15:18:33.397" v="3107"/>
          <ac:grpSpMkLst>
            <pc:docMk/>
            <pc:sldMk cId="1055107978" sldId="271"/>
            <ac:grpSpMk id="79" creationId="{D784C5BB-B7CB-CECF-B0DE-EC7954E4DAB7}"/>
          </ac:grpSpMkLst>
        </pc:grpChg>
        <pc:grpChg chg="mod">
          <ac:chgData name="One Skill" userId="8d49c830ac36a521" providerId="LiveId" clId="{B8839A4C-5D8E-47B7-ACED-D66C062B2ECB}" dt="2022-11-06T15:18:33.397" v="3107"/>
          <ac:grpSpMkLst>
            <pc:docMk/>
            <pc:sldMk cId="1055107978" sldId="271"/>
            <ac:grpSpMk id="80" creationId="{45AC9A92-A488-6E00-B34D-1B8312FDFADD}"/>
          </ac:grpSpMkLst>
        </pc:grpChg>
        <pc:grpChg chg="mod">
          <ac:chgData name="One Skill" userId="8d49c830ac36a521" providerId="LiveId" clId="{B8839A4C-5D8E-47B7-ACED-D66C062B2ECB}" dt="2022-11-06T15:18:33.397" v="3107"/>
          <ac:grpSpMkLst>
            <pc:docMk/>
            <pc:sldMk cId="1055107978" sldId="271"/>
            <ac:grpSpMk id="81" creationId="{8955D528-CF15-0393-DE32-3AE833DDFC3C}"/>
          </ac:grpSpMkLst>
        </pc:grpChg>
        <pc:grpChg chg="mod">
          <ac:chgData name="One Skill" userId="8d49c830ac36a521" providerId="LiveId" clId="{B8839A4C-5D8E-47B7-ACED-D66C062B2ECB}" dt="2022-11-06T15:18:33.397" v="3107"/>
          <ac:grpSpMkLst>
            <pc:docMk/>
            <pc:sldMk cId="1055107978" sldId="271"/>
            <ac:grpSpMk id="82" creationId="{DE5F8260-02D9-3B41-6A91-1ABC48CF25F5}"/>
          </ac:grpSpMkLst>
        </pc:grpChg>
        <pc:grpChg chg="add mod">
          <ac:chgData name="One Skill" userId="8d49c830ac36a521" providerId="LiveId" clId="{B8839A4C-5D8E-47B7-ACED-D66C062B2ECB}" dt="2022-11-06T15:18:37.104" v="3108" actId="1076"/>
          <ac:grpSpMkLst>
            <pc:docMk/>
            <pc:sldMk cId="1055107978" sldId="271"/>
            <ac:grpSpMk id="107" creationId="{65987422-2143-D841-C126-F18488DDFB30}"/>
          </ac:grpSpMkLst>
        </pc:grpChg>
        <pc:grpChg chg="mod">
          <ac:chgData name="One Skill" userId="8d49c830ac36a521" providerId="LiveId" clId="{B8839A4C-5D8E-47B7-ACED-D66C062B2ECB}" dt="2022-11-06T15:18:33.397" v="3107"/>
          <ac:grpSpMkLst>
            <pc:docMk/>
            <pc:sldMk cId="1055107978" sldId="271"/>
            <ac:grpSpMk id="108" creationId="{A46D8ADB-CB4F-AB82-365C-CCD20D1D506A}"/>
          </ac:grpSpMkLst>
        </pc:grpChg>
        <pc:grpChg chg="mod">
          <ac:chgData name="One Skill" userId="8d49c830ac36a521" providerId="LiveId" clId="{B8839A4C-5D8E-47B7-ACED-D66C062B2ECB}" dt="2022-11-06T15:18:33.397" v="3107"/>
          <ac:grpSpMkLst>
            <pc:docMk/>
            <pc:sldMk cId="1055107978" sldId="271"/>
            <ac:grpSpMk id="109" creationId="{523C6890-6C53-75E1-69A8-F6F62FB71E4D}"/>
          </ac:grpSpMkLst>
        </pc:grpChg>
        <pc:grpChg chg="mod">
          <ac:chgData name="One Skill" userId="8d49c830ac36a521" providerId="LiveId" clId="{B8839A4C-5D8E-47B7-ACED-D66C062B2ECB}" dt="2022-11-06T15:18:33.397" v="3107"/>
          <ac:grpSpMkLst>
            <pc:docMk/>
            <pc:sldMk cId="1055107978" sldId="271"/>
            <ac:grpSpMk id="110" creationId="{64A1BD4C-98BC-A5D0-AD9E-0152D1B4B260}"/>
          </ac:grpSpMkLst>
        </pc:grpChg>
        <pc:graphicFrameChg chg="add mod">
          <ac:chgData name="One Skill" userId="8d49c830ac36a521" providerId="LiveId" clId="{B8839A4C-5D8E-47B7-ACED-D66C062B2ECB}" dt="2022-11-06T15:18:37.104" v="3108" actId="1076"/>
          <ac:graphicFrameMkLst>
            <pc:docMk/>
            <pc:sldMk cId="1055107978" sldId="271"/>
            <ac:graphicFrameMk id="63" creationId="{F431ED08-C8E6-2026-8329-FBA05601B87D}"/>
          </ac:graphicFrameMkLst>
        </pc:graphicFrameChg>
        <pc:graphicFrameChg chg="add mod">
          <ac:chgData name="One Skill" userId="8d49c830ac36a521" providerId="LiveId" clId="{B8839A4C-5D8E-47B7-ACED-D66C062B2ECB}" dt="2022-11-06T15:22:15.550" v="3150" actId="1076"/>
          <ac:graphicFrameMkLst>
            <pc:docMk/>
            <pc:sldMk cId="1055107978" sldId="271"/>
            <ac:graphicFrameMk id="125" creationId="{13034B6E-B105-CEEB-F22D-2DEBEB5D85A6}"/>
          </ac:graphicFrameMkLst>
        </pc:graphicFrameChg>
        <pc:picChg chg="mod">
          <ac:chgData name="One Skill" userId="8d49c830ac36a521" providerId="LiveId" clId="{B8839A4C-5D8E-47B7-ACED-D66C062B2ECB}" dt="2022-11-06T15:13:22.147" v="3070" actId="1076"/>
          <ac:picMkLst>
            <pc:docMk/>
            <pc:sldMk cId="1055107978" sldId="271"/>
            <ac:picMk id="3" creationId="{97931294-1221-8764-1DBA-914B6F5C3A90}"/>
          </ac:picMkLst>
        </pc:picChg>
        <pc:picChg chg="del mod ord">
          <ac:chgData name="One Skill" userId="8d49c830ac36a521" providerId="LiveId" clId="{B8839A4C-5D8E-47B7-ACED-D66C062B2ECB}" dt="2022-11-06T15:14:50.012" v="3086" actId="478"/>
          <ac:picMkLst>
            <pc:docMk/>
            <pc:sldMk cId="1055107978" sldId="271"/>
            <ac:picMk id="4" creationId="{F44469F6-C857-E4E7-9219-EED505898B92}"/>
          </ac:picMkLst>
        </pc:picChg>
        <pc:picChg chg="add del mod">
          <ac:chgData name="One Skill" userId="8d49c830ac36a521" providerId="LiveId" clId="{B8839A4C-5D8E-47B7-ACED-D66C062B2ECB}" dt="2022-11-06T15:10:16.639" v="2888" actId="478"/>
          <ac:picMkLst>
            <pc:docMk/>
            <pc:sldMk cId="1055107978" sldId="271"/>
            <ac:picMk id="9" creationId="{4A2C87F0-C718-92AB-9412-D7752C8F912C}"/>
          </ac:picMkLst>
        </pc:picChg>
        <pc:picChg chg="add mod ord">
          <ac:chgData name="One Skill" userId="8d49c830ac36a521" providerId="LiveId" clId="{B8839A4C-5D8E-47B7-ACED-D66C062B2ECB}" dt="2022-11-06T15:13:20.155" v="3068" actId="164"/>
          <ac:picMkLst>
            <pc:docMk/>
            <pc:sldMk cId="1055107978" sldId="271"/>
            <ac:picMk id="14" creationId="{ADF3FE81-EC10-AC31-D278-66C0FCAF0E3A}"/>
          </ac:picMkLst>
        </pc:picChg>
        <pc:picChg chg="mod">
          <ac:chgData name="One Skill" userId="8d49c830ac36a521" providerId="LiveId" clId="{B8839A4C-5D8E-47B7-ACED-D66C062B2ECB}" dt="2022-11-06T15:14:50.520" v="3087"/>
          <ac:picMkLst>
            <pc:docMk/>
            <pc:sldMk cId="1055107978" sldId="271"/>
            <ac:picMk id="32" creationId="{3D6B75B1-607B-4180-896C-8C25A376A133}"/>
          </ac:picMkLst>
        </pc:picChg>
        <pc:picChg chg="mod">
          <ac:chgData name="One Skill" userId="8d49c830ac36a521" providerId="LiveId" clId="{B8839A4C-5D8E-47B7-ACED-D66C062B2ECB}" dt="2022-11-06T15:14:50.520" v="3087"/>
          <ac:picMkLst>
            <pc:docMk/>
            <pc:sldMk cId="1055107978" sldId="271"/>
            <ac:picMk id="36" creationId="{02C768F1-8968-90BA-D322-E0AD317DA3F4}"/>
          </ac:picMkLst>
        </pc:picChg>
        <pc:picChg chg="mod">
          <ac:chgData name="One Skill" userId="8d49c830ac36a521" providerId="LiveId" clId="{B8839A4C-5D8E-47B7-ACED-D66C062B2ECB}" dt="2022-11-06T15:14:50.520" v="3087"/>
          <ac:picMkLst>
            <pc:docMk/>
            <pc:sldMk cId="1055107978" sldId="271"/>
            <ac:picMk id="39" creationId="{8022076B-DBDE-109E-2438-1004D329D527}"/>
          </ac:picMkLst>
        </pc:picChg>
        <pc:picChg chg="add mod ord">
          <ac:chgData name="One Skill" userId="8d49c830ac36a521" providerId="LiveId" clId="{B8839A4C-5D8E-47B7-ACED-D66C062B2ECB}" dt="2022-11-06T15:18:44.514" v="3109" actId="166"/>
          <ac:picMkLst>
            <pc:docMk/>
            <pc:sldMk cId="1055107978" sldId="271"/>
            <ac:picMk id="52" creationId="{A2B381E2-89EC-BC57-995F-60EF380ABCDC}"/>
          </ac:picMkLst>
        </pc:picChg>
        <pc:picChg chg="mod">
          <ac:chgData name="One Skill" userId="8d49c830ac36a521" providerId="LiveId" clId="{B8839A4C-5D8E-47B7-ACED-D66C062B2ECB}" dt="2022-11-06T15:18:33.397" v="3107"/>
          <ac:picMkLst>
            <pc:docMk/>
            <pc:sldMk cId="1055107978" sldId="271"/>
            <ac:picMk id="117" creationId="{87E2CE5F-F7CE-A8E7-6332-9F6A667681E8}"/>
          </ac:picMkLst>
        </pc:picChg>
        <pc:picChg chg="mod">
          <ac:chgData name="One Skill" userId="8d49c830ac36a521" providerId="LiveId" clId="{B8839A4C-5D8E-47B7-ACED-D66C062B2ECB}" dt="2022-11-06T15:18:33.397" v="3107"/>
          <ac:picMkLst>
            <pc:docMk/>
            <pc:sldMk cId="1055107978" sldId="271"/>
            <ac:picMk id="121" creationId="{ED77F001-CDED-8BFD-298E-29B97A4A8039}"/>
          </ac:picMkLst>
        </pc:picChg>
        <pc:picChg chg="mod">
          <ac:chgData name="One Skill" userId="8d49c830ac36a521" providerId="LiveId" clId="{B8839A4C-5D8E-47B7-ACED-D66C062B2ECB}" dt="2022-11-06T15:18:33.397" v="3107"/>
          <ac:picMkLst>
            <pc:docMk/>
            <pc:sldMk cId="1055107978" sldId="271"/>
            <ac:picMk id="124" creationId="{EFAD2E11-6A42-0A11-BDF5-4689F73BD4F8}"/>
          </ac:picMkLst>
        </pc:picChg>
      </pc:sldChg>
      <pc:sldChg chg="addSp delSp modSp add del mod setBg">
        <pc:chgData name="One Skill" userId="8d49c830ac36a521" providerId="LiveId" clId="{B8839A4C-5D8E-47B7-ACED-D66C062B2ECB}" dt="2022-11-06T14:52:36.257" v="2656" actId="47"/>
        <pc:sldMkLst>
          <pc:docMk/>
          <pc:sldMk cId="2675264003" sldId="271"/>
        </pc:sldMkLst>
        <pc:spChg chg="add mod">
          <ac:chgData name="One Skill" userId="8d49c830ac36a521" providerId="LiveId" clId="{B8839A4C-5D8E-47B7-ACED-D66C062B2ECB}" dt="2022-11-06T14:31:15.917" v="2104" actId="2711"/>
          <ac:spMkLst>
            <pc:docMk/>
            <pc:sldMk cId="2675264003" sldId="271"/>
            <ac:spMk id="2" creationId="{384A6CDE-C2AF-E5A8-8FF5-1D378F9E29B6}"/>
          </ac:spMkLst>
        </pc:spChg>
        <pc:spChg chg="add mod">
          <ac:chgData name="One Skill" userId="8d49c830ac36a521" providerId="LiveId" clId="{B8839A4C-5D8E-47B7-ACED-D66C062B2ECB}" dt="2022-11-06T14:31:20.182" v="2105" actId="2711"/>
          <ac:spMkLst>
            <pc:docMk/>
            <pc:sldMk cId="2675264003" sldId="271"/>
            <ac:spMk id="3" creationId="{9262A40A-2EC3-054A-7101-E8F5CEDE2566}"/>
          </ac:spMkLst>
        </pc:spChg>
        <pc:spChg chg="add mod">
          <ac:chgData name="One Skill" userId="8d49c830ac36a521" providerId="LiveId" clId="{B8839A4C-5D8E-47B7-ACED-D66C062B2ECB}" dt="2022-11-06T14:31:40.335" v="2106" actId="2711"/>
          <ac:spMkLst>
            <pc:docMk/>
            <pc:sldMk cId="2675264003" sldId="271"/>
            <ac:spMk id="4" creationId="{615ABD51-B763-F6E2-DCAE-3AC8FA71F8FA}"/>
          </ac:spMkLst>
        </pc:spChg>
        <pc:spChg chg="mod">
          <ac:chgData name="One Skill" userId="8d49c830ac36a521" providerId="LiveId" clId="{B8839A4C-5D8E-47B7-ACED-D66C062B2ECB}" dt="2022-11-06T14:32:37.003" v="2110"/>
          <ac:spMkLst>
            <pc:docMk/>
            <pc:sldMk cId="2675264003" sldId="271"/>
            <ac:spMk id="6" creationId="{5BB09E18-509F-B57B-1CB9-BB58ED35BBAB}"/>
          </ac:spMkLst>
        </pc:spChg>
        <pc:spChg chg="mod">
          <ac:chgData name="One Skill" userId="8d49c830ac36a521" providerId="LiveId" clId="{B8839A4C-5D8E-47B7-ACED-D66C062B2ECB}" dt="2022-11-06T14:32:37.003" v="2110"/>
          <ac:spMkLst>
            <pc:docMk/>
            <pc:sldMk cId="2675264003" sldId="271"/>
            <ac:spMk id="7" creationId="{DB22FE52-EE3D-EB08-A948-C1E65A5CBE22}"/>
          </ac:spMkLst>
        </pc:spChg>
        <pc:spChg chg="mod">
          <ac:chgData name="One Skill" userId="8d49c830ac36a521" providerId="LiveId" clId="{B8839A4C-5D8E-47B7-ACED-D66C062B2ECB}" dt="2022-11-06T14:32:37.003" v="2110"/>
          <ac:spMkLst>
            <pc:docMk/>
            <pc:sldMk cId="2675264003" sldId="271"/>
            <ac:spMk id="11" creationId="{B9DFC4BE-8204-657B-7F7E-58D98C1E9FA8}"/>
          </ac:spMkLst>
        </pc:spChg>
        <pc:spChg chg="mod">
          <ac:chgData name="One Skill" userId="8d49c830ac36a521" providerId="LiveId" clId="{B8839A4C-5D8E-47B7-ACED-D66C062B2ECB}" dt="2022-11-06T14:32:37.003" v="2110"/>
          <ac:spMkLst>
            <pc:docMk/>
            <pc:sldMk cId="2675264003" sldId="271"/>
            <ac:spMk id="17" creationId="{24859624-38B9-A5AC-7611-1E1C79A0532A}"/>
          </ac:spMkLst>
        </pc:spChg>
        <pc:spChg chg="mod">
          <ac:chgData name="One Skill" userId="8d49c830ac36a521" providerId="LiveId" clId="{B8839A4C-5D8E-47B7-ACED-D66C062B2ECB}" dt="2022-11-06T14:32:37.003" v="2110"/>
          <ac:spMkLst>
            <pc:docMk/>
            <pc:sldMk cId="2675264003" sldId="271"/>
            <ac:spMk id="18" creationId="{B508B09F-4184-B6CF-AD83-B885650E2E96}"/>
          </ac:spMkLst>
        </pc:spChg>
        <pc:spChg chg="mod">
          <ac:chgData name="One Skill" userId="8d49c830ac36a521" providerId="LiveId" clId="{B8839A4C-5D8E-47B7-ACED-D66C062B2ECB}" dt="2022-11-06T14:32:37.003" v="2110"/>
          <ac:spMkLst>
            <pc:docMk/>
            <pc:sldMk cId="2675264003" sldId="271"/>
            <ac:spMk id="19" creationId="{FD61AE68-8815-83B4-4F34-FF29F883596E}"/>
          </ac:spMkLst>
        </pc:spChg>
        <pc:spChg chg="mod">
          <ac:chgData name="One Skill" userId="8d49c830ac36a521" providerId="LiveId" clId="{B8839A4C-5D8E-47B7-ACED-D66C062B2ECB}" dt="2022-11-06T14:32:37.003" v="2110"/>
          <ac:spMkLst>
            <pc:docMk/>
            <pc:sldMk cId="2675264003" sldId="271"/>
            <ac:spMk id="20" creationId="{E1BAAC2E-E201-6459-7FDB-86C65E42A755}"/>
          </ac:spMkLst>
        </pc:spChg>
        <pc:spChg chg="mod">
          <ac:chgData name="One Skill" userId="8d49c830ac36a521" providerId="LiveId" clId="{B8839A4C-5D8E-47B7-ACED-D66C062B2ECB}" dt="2022-11-06T14:32:37.003" v="2110"/>
          <ac:spMkLst>
            <pc:docMk/>
            <pc:sldMk cId="2675264003" sldId="271"/>
            <ac:spMk id="21" creationId="{59107E4D-E61C-AB2F-2DA2-9DC6C92FACC5}"/>
          </ac:spMkLst>
        </pc:spChg>
        <pc:spChg chg="mod">
          <ac:chgData name="One Skill" userId="8d49c830ac36a521" providerId="LiveId" clId="{B8839A4C-5D8E-47B7-ACED-D66C062B2ECB}" dt="2022-11-06T14:32:37.003" v="2110"/>
          <ac:spMkLst>
            <pc:docMk/>
            <pc:sldMk cId="2675264003" sldId="271"/>
            <ac:spMk id="22" creationId="{2136AEF6-642A-6FDF-082D-1B012C0517D2}"/>
          </ac:spMkLst>
        </pc:spChg>
        <pc:spChg chg="mod">
          <ac:chgData name="One Skill" userId="8d49c830ac36a521" providerId="LiveId" clId="{B8839A4C-5D8E-47B7-ACED-D66C062B2ECB}" dt="2022-11-06T14:32:37.003" v="2110"/>
          <ac:spMkLst>
            <pc:docMk/>
            <pc:sldMk cId="2675264003" sldId="271"/>
            <ac:spMk id="24" creationId="{4E601149-CE8C-B3AD-430D-8FD16DCDE3C4}"/>
          </ac:spMkLst>
        </pc:spChg>
        <pc:spChg chg="mod">
          <ac:chgData name="One Skill" userId="8d49c830ac36a521" providerId="LiveId" clId="{B8839A4C-5D8E-47B7-ACED-D66C062B2ECB}" dt="2022-11-06T14:32:37.003" v="2110"/>
          <ac:spMkLst>
            <pc:docMk/>
            <pc:sldMk cId="2675264003" sldId="271"/>
            <ac:spMk id="25" creationId="{0E474466-895B-4B90-4575-7C1868051642}"/>
          </ac:spMkLst>
        </pc:spChg>
        <pc:spChg chg="mod">
          <ac:chgData name="One Skill" userId="8d49c830ac36a521" providerId="LiveId" clId="{B8839A4C-5D8E-47B7-ACED-D66C062B2ECB}" dt="2022-11-06T14:32:37.003" v="2110"/>
          <ac:spMkLst>
            <pc:docMk/>
            <pc:sldMk cId="2675264003" sldId="271"/>
            <ac:spMk id="26" creationId="{F647EE06-A724-8B1C-B9A7-3CC77431E1CE}"/>
          </ac:spMkLst>
        </pc:spChg>
        <pc:spChg chg="mod">
          <ac:chgData name="One Skill" userId="8d49c830ac36a521" providerId="LiveId" clId="{B8839A4C-5D8E-47B7-ACED-D66C062B2ECB}" dt="2022-11-06T14:32:37.003" v="2110"/>
          <ac:spMkLst>
            <pc:docMk/>
            <pc:sldMk cId="2675264003" sldId="271"/>
            <ac:spMk id="28" creationId="{1A2B2619-2DA4-0D13-E0E3-AC073DF04DFB}"/>
          </ac:spMkLst>
        </pc:spChg>
        <pc:spChg chg="mod">
          <ac:chgData name="One Skill" userId="8d49c830ac36a521" providerId="LiveId" clId="{B8839A4C-5D8E-47B7-ACED-D66C062B2ECB}" dt="2022-11-06T14:32:37.003" v="2110"/>
          <ac:spMkLst>
            <pc:docMk/>
            <pc:sldMk cId="2675264003" sldId="271"/>
            <ac:spMk id="29" creationId="{846B7B1F-A8AE-13EE-DAD2-9DA901A081F0}"/>
          </ac:spMkLst>
        </pc:spChg>
        <pc:spChg chg="mod">
          <ac:chgData name="One Skill" userId="8d49c830ac36a521" providerId="LiveId" clId="{B8839A4C-5D8E-47B7-ACED-D66C062B2ECB}" dt="2022-11-06T14:32:37.003" v="2110"/>
          <ac:spMkLst>
            <pc:docMk/>
            <pc:sldMk cId="2675264003" sldId="271"/>
            <ac:spMk id="32" creationId="{1A412F70-E1D5-540A-49B9-5808D2D729C5}"/>
          </ac:spMkLst>
        </pc:spChg>
        <pc:spChg chg="mod">
          <ac:chgData name="One Skill" userId="8d49c830ac36a521" providerId="LiveId" clId="{B8839A4C-5D8E-47B7-ACED-D66C062B2ECB}" dt="2022-11-06T14:32:37.003" v="2110"/>
          <ac:spMkLst>
            <pc:docMk/>
            <pc:sldMk cId="2675264003" sldId="271"/>
            <ac:spMk id="33" creationId="{D43D2D3B-7516-C443-C566-3E72B3696830}"/>
          </ac:spMkLst>
        </pc:spChg>
        <pc:spChg chg="mod">
          <ac:chgData name="One Skill" userId="8d49c830ac36a521" providerId="LiveId" clId="{B8839A4C-5D8E-47B7-ACED-D66C062B2ECB}" dt="2022-11-06T14:32:37.003" v="2110"/>
          <ac:spMkLst>
            <pc:docMk/>
            <pc:sldMk cId="2675264003" sldId="271"/>
            <ac:spMk id="34" creationId="{1FF1D795-50A7-0629-D4B5-B08BB30B8374}"/>
          </ac:spMkLst>
        </pc:spChg>
        <pc:spChg chg="mod">
          <ac:chgData name="One Skill" userId="8d49c830ac36a521" providerId="LiveId" clId="{B8839A4C-5D8E-47B7-ACED-D66C062B2ECB}" dt="2022-11-06T14:32:37.003" v="2110"/>
          <ac:spMkLst>
            <pc:docMk/>
            <pc:sldMk cId="2675264003" sldId="271"/>
            <ac:spMk id="35" creationId="{D53FC377-AE43-E113-7D04-2743FB1E6A2B}"/>
          </ac:spMkLst>
        </pc:spChg>
        <pc:spChg chg="mod">
          <ac:chgData name="One Skill" userId="8d49c830ac36a521" providerId="LiveId" clId="{B8839A4C-5D8E-47B7-ACED-D66C062B2ECB}" dt="2022-11-06T14:32:37.003" v="2110"/>
          <ac:spMkLst>
            <pc:docMk/>
            <pc:sldMk cId="2675264003" sldId="271"/>
            <ac:spMk id="36" creationId="{43F9C41E-6303-F5FD-67B8-52EBDD4669B6}"/>
          </ac:spMkLst>
        </pc:spChg>
        <pc:spChg chg="mod">
          <ac:chgData name="One Skill" userId="8d49c830ac36a521" providerId="LiveId" clId="{B8839A4C-5D8E-47B7-ACED-D66C062B2ECB}" dt="2022-11-06T14:32:37.003" v="2110"/>
          <ac:spMkLst>
            <pc:docMk/>
            <pc:sldMk cId="2675264003" sldId="271"/>
            <ac:spMk id="37" creationId="{233BB3F4-1641-2A35-8192-ADEF8DC39466}"/>
          </ac:spMkLst>
        </pc:spChg>
        <pc:spChg chg="mod">
          <ac:chgData name="One Skill" userId="8d49c830ac36a521" providerId="LiveId" clId="{B8839A4C-5D8E-47B7-ACED-D66C062B2ECB}" dt="2022-11-06T14:32:37.003" v="2110"/>
          <ac:spMkLst>
            <pc:docMk/>
            <pc:sldMk cId="2675264003" sldId="271"/>
            <ac:spMk id="38" creationId="{8F2F17F6-1EF5-95AB-84DB-60EA4EED3E79}"/>
          </ac:spMkLst>
        </pc:spChg>
        <pc:spChg chg="mod">
          <ac:chgData name="One Skill" userId="8d49c830ac36a521" providerId="LiveId" clId="{B8839A4C-5D8E-47B7-ACED-D66C062B2ECB}" dt="2022-11-06T14:32:37.003" v="2110"/>
          <ac:spMkLst>
            <pc:docMk/>
            <pc:sldMk cId="2675264003" sldId="271"/>
            <ac:spMk id="39" creationId="{94510345-0833-0471-1900-B9CCF441CF9E}"/>
          </ac:spMkLst>
        </pc:spChg>
        <pc:spChg chg="mod">
          <ac:chgData name="One Skill" userId="8d49c830ac36a521" providerId="LiveId" clId="{B8839A4C-5D8E-47B7-ACED-D66C062B2ECB}" dt="2022-11-06T14:32:37.003" v="2110"/>
          <ac:spMkLst>
            <pc:docMk/>
            <pc:sldMk cId="2675264003" sldId="271"/>
            <ac:spMk id="40" creationId="{B8724BE5-A212-B7A4-9839-C59B97140C9D}"/>
          </ac:spMkLst>
        </pc:spChg>
        <pc:spChg chg="mod">
          <ac:chgData name="One Skill" userId="8d49c830ac36a521" providerId="LiveId" clId="{B8839A4C-5D8E-47B7-ACED-D66C062B2ECB}" dt="2022-11-06T14:32:37.003" v="2110"/>
          <ac:spMkLst>
            <pc:docMk/>
            <pc:sldMk cId="2675264003" sldId="271"/>
            <ac:spMk id="41" creationId="{E450BB67-77F8-3C54-5C5A-A68EE653A1DA}"/>
          </ac:spMkLst>
        </pc:spChg>
        <pc:spChg chg="mod">
          <ac:chgData name="One Skill" userId="8d49c830ac36a521" providerId="LiveId" clId="{B8839A4C-5D8E-47B7-ACED-D66C062B2ECB}" dt="2022-11-06T14:32:37.003" v="2110"/>
          <ac:spMkLst>
            <pc:docMk/>
            <pc:sldMk cId="2675264003" sldId="271"/>
            <ac:spMk id="42" creationId="{22F4E78F-D9BF-2AAB-EEEB-C9CE587B3918}"/>
          </ac:spMkLst>
        </pc:spChg>
        <pc:spChg chg="add mod">
          <ac:chgData name="One Skill" userId="8d49c830ac36a521" providerId="LiveId" clId="{B8839A4C-5D8E-47B7-ACED-D66C062B2ECB}" dt="2022-11-06T14:42:35.934" v="2569" actId="164"/>
          <ac:spMkLst>
            <pc:docMk/>
            <pc:sldMk cId="2675264003" sldId="271"/>
            <ac:spMk id="43" creationId="{56481801-01D6-3C5F-9FF1-875B70AFA6BB}"/>
          </ac:spMkLst>
        </pc:spChg>
        <pc:spChg chg="add mod">
          <ac:chgData name="One Skill" userId="8d49c830ac36a521" providerId="LiveId" clId="{B8839A4C-5D8E-47B7-ACED-D66C062B2ECB}" dt="2022-11-06T14:42:35.934" v="2569" actId="164"/>
          <ac:spMkLst>
            <pc:docMk/>
            <pc:sldMk cId="2675264003" sldId="271"/>
            <ac:spMk id="45" creationId="{915AFCC2-575F-D1F7-DCA5-4155BA9C7027}"/>
          </ac:spMkLst>
        </pc:spChg>
        <pc:spChg chg="add mod">
          <ac:chgData name="One Skill" userId="8d49c830ac36a521" providerId="LiveId" clId="{B8839A4C-5D8E-47B7-ACED-D66C062B2ECB}" dt="2022-11-06T14:42:35.934" v="2569" actId="164"/>
          <ac:spMkLst>
            <pc:docMk/>
            <pc:sldMk cId="2675264003" sldId="271"/>
            <ac:spMk id="46" creationId="{98EDCAFC-AA8C-0B89-2D5C-78D11FF4C1E3}"/>
          </ac:spMkLst>
        </pc:spChg>
        <pc:spChg chg="add del mod">
          <ac:chgData name="One Skill" userId="8d49c830ac36a521" providerId="LiveId" clId="{B8839A4C-5D8E-47B7-ACED-D66C062B2ECB}" dt="2022-11-06T14:37:15.786" v="2279" actId="478"/>
          <ac:spMkLst>
            <pc:docMk/>
            <pc:sldMk cId="2675264003" sldId="271"/>
            <ac:spMk id="47" creationId="{05D5C33C-0047-15B0-BB0F-D226F7C8BA12}"/>
          </ac:spMkLst>
        </pc:spChg>
        <pc:spChg chg="add mod">
          <ac:chgData name="One Skill" userId="8d49c830ac36a521" providerId="LiveId" clId="{B8839A4C-5D8E-47B7-ACED-D66C062B2ECB}" dt="2022-11-06T14:42:35.934" v="2569" actId="164"/>
          <ac:spMkLst>
            <pc:docMk/>
            <pc:sldMk cId="2675264003" sldId="271"/>
            <ac:spMk id="48" creationId="{FE271905-32C2-C6BA-620F-066C59A38878}"/>
          </ac:spMkLst>
        </pc:spChg>
        <pc:spChg chg="add mod">
          <ac:chgData name="One Skill" userId="8d49c830ac36a521" providerId="LiveId" clId="{B8839A4C-5D8E-47B7-ACED-D66C062B2ECB}" dt="2022-11-06T14:42:35.934" v="2569" actId="164"/>
          <ac:spMkLst>
            <pc:docMk/>
            <pc:sldMk cId="2675264003" sldId="271"/>
            <ac:spMk id="51" creationId="{D8E432DD-2E7D-DE7C-744C-49E529D9BF4D}"/>
          </ac:spMkLst>
        </pc:spChg>
        <pc:spChg chg="mod">
          <ac:chgData name="One Skill" userId="8d49c830ac36a521" providerId="LiveId" clId="{B8839A4C-5D8E-47B7-ACED-D66C062B2ECB}" dt="2022-11-06T14:43:44.904" v="2574"/>
          <ac:spMkLst>
            <pc:docMk/>
            <pc:sldMk cId="2675264003" sldId="271"/>
            <ac:spMk id="54" creationId="{29A685CF-4DAD-AD1F-68B1-143331DD8BF5}"/>
          </ac:spMkLst>
        </pc:spChg>
        <pc:spChg chg="mod">
          <ac:chgData name="One Skill" userId="8d49c830ac36a521" providerId="LiveId" clId="{B8839A4C-5D8E-47B7-ACED-D66C062B2ECB}" dt="2022-11-06T14:43:44.904" v="2574"/>
          <ac:spMkLst>
            <pc:docMk/>
            <pc:sldMk cId="2675264003" sldId="271"/>
            <ac:spMk id="55" creationId="{8BE4EEDA-8994-A3C5-2088-0C67FBA65286}"/>
          </ac:spMkLst>
        </pc:spChg>
        <pc:spChg chg="mod">
          <ac:chgData name="One Skill" userId="8d49c830ac36a521" providerId="LiveId" clId="{B8839A4C-5D8E-47B7-ACED-D66C062B2ECB}" dt="2022-11-06T14:43:44.904" v="2574"/>
          <ac:spMkLst>
            <pc:docMk/>
            <pc:sldMk cId="2675264003" sldId="271"/>
            <ac:spMk id="56" creationId="{8A53FFC6-055B-8EA3-B113-CC3E3F865CF9}"/>
          </ac:spMkLst>
        </pc:spChg>
        <pc:spChg chg="mod">
          <ac:chgData name="One Skill" userId="8d49c830ac36a521" providerId="LiveId" clId="{B8839A4C-5D8E-47B7-ACED-D66C062B2ECB}" dt="2022-11-06T14:43:44.904" v="2574"/>
          <ac:spMkLst>
            <pc:docMk/>
            <pc:sldMk cId="2675264003" sldId="271"/>
            <ac:spMk id="62" creationId="{38473B64-BF03-8DAF-DB4E-AF7378EFD4B3}"/>
          </ac:spMkLst>
        </pc:spChg>
        <pc:spChg chg="mod">
          <ac:chgData name="One Skill" userId="8d49c830ac36a521" providerId="LiveId" clId="{B8839A4C-5D8E-47B7-ACED-D66C062B2ECB}" dt="2022-11-06T14:43:44.904" v="2574"/>
          <ac:spMkLst>
            <pc:docMk/>
            <pc:sldMk cId="2675264003" sldId="271"/>
            <ac:spMk id="63" creationId="{F7BEAE24-A8C6-5DCF-C5DB-4EE0FFC0DDFD}"/>
          </ac:spMkLst>
        </pc:spChg>
        <pc:spChg chg="mod">
          <ac:chgData name="One Skill" userId="8d49c830ac36a521" providerId="LiveId" clId="{B8839A4C-5D8E-47B7-ACED-D66C062B2ECB}" dt="2022-11-06T14:43:44.904" v="2574"/>
          <ac:spMkLst>
            <pc:docMk/>
            <pc:sldMk cId="2675264003" sldId="271"/>
            <ac:spMk id="64" creationId="{E0DA1D43-79FA-62B3-A90D-08441661C6C8}"/>
          </ac:spMkLst>
        </pc:spChg>
        <pc:spChg chg="mod">
          <ac:chgData name="One Skill" userId="8d49c830ac36a521" providerId="LiveId" clId="{B8839A4C-5D8E-47B7-ACED-D66C062B2ECB}" dt="2022-11-06T14:43:44.904" v="2574"/>
          <ac:spMkLst>
            <pc:docMk/>
            <pc:sldMk cId="2675264003" sldId="271"/>
            <ac:spMk id="65" creationId="{C1B66A3C-80BD-4BB6-CDAA-AC25C45F707C}"/>
          </ac:spMkLst>
        </pc:spChg>
        <pc:spChg chg="mod">
          <ac:chgData name="One Skill" userId="8d49c830ac36a521" providerId="LiveId" clId="{B8839A4C-5D8E-47B7-ACED-D66C062B2ECB}" dt="2022-11-06T14:43:44.904" v="2574"/>
          <ac:spMkLst>
            <pc:docMk/>
            <pc:sldMk cId="2675264003" sldId="271"/>
            <ac:spMk id="66" creationId="{F073155D-901C-6E56-1BC1-76105B3EF607}"/>
          </ac:spMkLst>
        </pc:spChg>
        <pc:spChg chg="mod">
          <ac:chgData name="One Skill" userId="8d49c830ac36a521" providerId="LiveId" clId="{B8839A4C-5D8E-47B7-ACED-D66C062B2ECB}" dt="2022-11-06T14:43:44.904" v="2574"/>
          <ac:spMkLst>
            <pc:docMk/>
            <pc:sldMk cId="2675264003" sldId="271"/>
            <ac:spMk id="67" creationId="{238ECD91-D2B4-DF37-D36C-802AE9DA9965}"/>
          </ac:spMkLst>
        </pc:spChg>
        <pc:spChg chg="mod">
          <ac:chgData name="One Skill" userId="8d49c830ac36a521" providerId="LiveId" clId="{B8839A4C-5D8E-47B7-ACED-D66C062B2ECB}" dt="2022-11-06T14:43:44.904" v="2574"/>
          <ac:spMkLst>
            <pc:docMk/>
            <pc:sldMk cId="2675264003" sldId="271"/>
            <ac:spMk id="69" creationId="{93C2635C-26B6-ACCB-E365-CB22F3E224C1}"/>
          </ac:spMkLst>
        </pc:spChg>
        <pc:spChg chg="mod">
          <ac:chgData name="One Skill" userId="8d49c830ac36a521" providerId="LiveId" clId="{B8839A4C-5D8E-47B7-ACED-D66C062B2ECB}" dt="2022-11-06T14:43:44.904" v="2574"/>
          <ac:spMkLst>
            <pc:docMk/>
            <pc:sldMk cId="2675264003" sldId="271"/>
            <ac:spMk id="70" creationId="{E2E4FB09-EC5C-C701-9CE4-E1C8DB5FEDCA}"/>
          </ac:spMkLst>
        </pc:spChg>
        <pc:spChg chg="mod">
          <ac:chgData name="One Skill" userId="8d49c830ac36a521" providerId="LiveId" clId="{B8839A4C-5D8E-47B7-ACED-D66C062B2ECB}" dt="2022-11-06T14:43:44.904" v="2574"/>
          <ac:spMkLst>
            <pc:docMk/>
            <pc:sldMk cId="2675264003" sldId="271"/>
            <ac:spMk id="71" creationId="{6511B47C-AAD3-0A2D-F097-62A40DC4D795}"/>
          </ac:spMkLst>
        </pc:spChg>
        <pc:spChg chg="mod">
          <ac:chgData name="One Skill" userId="8d49c830ac36a521" providerId="LiveId" clId="{B8839A4C-5D8E-47B7-ACED-D66C062B2ECB}" dt="2022-11-06T14:43:44.904" v="2574"/>
          <ac:spMkLst>
            <pc:docMk/>
            <pc:sldMk cId="2675264003" sldId="271"/>
            <ac:spMk id="73" creationId="{0D1AB9B5-F010-DB16-668A-CFF88EDB7951}"/>
          </ac:spMkLst>
        </pc:spChg>
        <pc:spChg chg="mod">
          <ac:chgData name="One Skill" userId="8d49c830ac36a521" providerId="LiveId" clId="{B8839A4C-5D8E-47B7-ACED-D66C062B2ECB}" dt="2022-11-06T14:43:44.904" v="2574"/>
          <ac:spMkLst>
            <pc:docMk/>
            <pc:sldMk cId="2675264003" sldId="271"/>
            <ac:spMk id="74" creationId="{FAE9E90C-E8DF-61E4-A233-48DCFB0D2F2B}"/>
          </ac:spMkLst>
        </pc:spChg>
        <pc:spChg chg="mod">
          <ac:chgData name="One Skill" userId="8d49c830ac36a521" providerId="LiveId" clId="{B8839A4C-5D8E-47B7-ACED-D66C062B2ECB}" dt="2022-11-06T14:43:44.904" v="2574"/>
          <ac:spMkLst>
            <pc:docMk/>
            <pc:sldMk cId="2675264003" sldId="271"/>
            <ac:spMk id="77" creationId="{4B1076CF-C404-0C71-92F8-63168A932B82}"/>
          </ac:spMkLst>
        </pc:spChg>
        <pc:spChg chg="mod">
          <ac:chgData name="One Skill" userId="8d49c830ac36a521" providerId="LiveId" clId="{B8839A4C-5D8E-47B7-ACED-D66C062B2ECB}" dt="2022-11-06T14:43:44.904" v="2574"/>
          <ac:spMkLst>
            <pc:docMk/>
            <pc:sldMk cId="2675264003" sldId="271"/>
            <ac:spMk id="78" creationId="{EE861C54-6109-B6A7-05DF-FB3C621EE48C}"/>
          </ac:spMkLst>
        </pc:spChg>
        <pc:spChg chg="mod">
          <ac:chgData name="One Skill" userId="8d49c830ac36a521" providerId="LiveId" clId="{B8839A4C-5D8E-47B7-ACED-D66C062B2ECB}" dt="2022-11-06T14:43:44.904" v="2574"/>
          <ac:spMkLst>
            <pc:docMk/>
            <pc:sldMk cId="2675264003" sldId="271"/>
            <ac:spMk id="79" creationId="{CE58D537-7B33-6078-8E75-45A518EF9F5E}"/>
          </ac:spMkLst>
        </pc:spChg>
        <pc:spChg chg="mod">
          <ac:chgData name="One Skill" userId="8d49c830ac36a521" providerId="LiveId" clId="{B8839A4C-5D8E-47B7-ACED-D66C062B2ECB}" dt="2022-11-06T14:43:44.904" v="2574"/>
          <ac:spMkLst>
            <pc:docMk/>
            <pc:sldMk cId="2675264003" sldId="271"/>
            <ac:spMk id="80" creationId="{5EBB29F0-CC78-D736-2B4C-D6C9D5F0D66C}"/>
          </ac:spMkLst>
        </pc:spChg>
        <pc:spChg chg="mod">
          <ac:chgData name="One Skill" userId="8d49c830ac36a521" providerId="LiveId" clId="{B8839A4C-5D8E-47B7-ACED-D66C062B2ECB}" dt="2022-11-06T14:43:44.904" v="2574"/>
          <ac:spMkLst>
            <pc:docMk/>
            <pc:sldMk cId="2675264003" sldId="271"/>
            <ac:spMk id="81" creationId="{BA4D27E0-B830-D30E-4A5C-58DE5C6E7FCE}"/>
          </ac:spMkLst>
        </pc:spChg>
        <pc:spChg chg="mod">
          <ac:chgData name="One Skill" userId="8d49c830ac36a521" providerId="LiveId" clId="{B8839A4C-5D8E-47B7-ACED-D66C062B2ECB}" dt="2022-11-06T14:43:44.904" v="2574"/>
          <ac:spMkLst>
            <pc:docMk/>
            <pc:sldMk cId="2675264003" sldId="271"/>
            <ac:spMk id="82" creationId="{FC164A3B-4F18-98D6-1FB5-E76CF76D24B5}"/>
          </ac:spMkLst>
        </pc:spChg>
        <pc:spChg chg="mod">
          <ac:chgData name="One Skill" userId="8d49c830ac36a521" providerId="LiveId" clId="{B8839A4C-5D8E-47B7-ACED-D66C062B2ECB}" dt="2022-11-06T14:43:44.904" v="2574"/>
          <ac:spMkLst>
            <pc:docMk/>
            <pc:sldMk cId="2675264003" sldId="271"/>
            <ac:spMk id="83" creationId="{71356BC6-0927-A860-5216-17246B70D5B6}"/>
          </ac:spMkLst>
        </pc:spChg>
        <pc:spChg chg="mod">
          <ac:chgData name="One Skill" userId="8d49c830ac36a521" providerId="LiveId" clId="{B8839A4C-5D8E-47B7-ACED-D66C062B2ECB}" dt="2022-11-06T14:43:44.904" v="2574"/>
          <ac:spMkLst>
            <pc:docMk/>
            <pc:sldMk cId="2675264003" sldId="271"/>
            <ac:spMk id="84" creationId="{03E95320-EBA7-DC82-86A9-081A92BAA8F0}"/>
          </ac:spMkLst>
        </pc:spChg>
        <pc:spChg chg="mod">
          <ac:chgData name="One Skill" userId="8d49c830ac36a521" providerId="LiveId" clId="{B8839A4C-5D8E-47B7-ACED-D66C062B2ECB}" dt="2022-11-06T14:43:44.904" v="2574"/>
          <ac:spMkLst>
            <pc:docMk/>
            <pc:sldMk cId="2675264003" sldId="271"/>
            <ac:spMk id="85" creationId="{3C3B4E0B-CCB8-331E-FDDF-FD9DACF0BE91}"/>
          </ac:spMkLst>
        </pc:spChg>
        <pc:spChg chg="mod">
          <ac:chgData name="One Skill" userId="8d49c830ac36a521" providerId="LiveId" clId="{B8839A4C-5D8E-47B7-ACED-D66C062B2ECB}" dt="2022-11-06T14:43:44.904" v="2574"/>
          <ac:spMkLst>
            <pc:docMk/>
            <pc:sldMk cId="2675264003" sldId="271"/>
            <ac:spMk id="86" creationId="{958FB14C-3BB8-C91C-9864-9066864E37FC}"/>
          </ac:spMkLst>
        </pc:spChg>
        <pc:spChg chg="mod">
          <ac:chgData name="One Skill" userId="8d49c830ac36a521" providerId="LiveId" clId="{B8839A4C-5D8E-47B7-ACED-D66C062B2ECB}" dt="2022-11-06T14:43:44.904" v="2574"/>
          <ac:spMkLst>
            <pc:docMk/>
            <pc:sldMk cId="2675264003" sldId="271"/>
            <ac:spMk id="87" creationId="{969E8D0D-0C18-20A2-D5A8-A72ED35BA870}"/>
          </ac:spMkLst>
        </pc:spChg>
        <pc:grpChg chg="add del mod">
          <ac:chgData name="One Skill" userId="8d49c830ac36a521" providerId="LiveId" clId="{B8839A4C-5D8E-47B7-ACED-D66C062B2ECB}" dt="2022-11-06T14:32:47.496" v="2111"/>
          <ac:grpSpMkLst>
            <pc:docMk/>
            <pc:sldMk cId="2675264003" sldId="271"/>
            <ac:grpSpMk id="5" creationId="{3A047083-C02A-F13F-E4C2-DD990CFB6807}"/>
          </ac:grpSpMkLst>
        </pc:grpChg>
        <pc:grpChg chg="mod">
          <ac:chgData name="One Skill" userId="8d49c830ac36a521" providerId="LiveId" clId="{B8839A4C-5D8E-47B7-ACED-D66C062B2ECB}" dt="2022-11-06T14:32:37.003" v="2110"/>
          <ac:grpSpMkLst>
            <pc:docMk/>
            <pc:sldMk cId="2675264003" sldId="271"/>
            <ac:grpSpMk id="12" creationId="{EA5F4BFE-23E8-03F0-1555-E1E1E4CD31A7}"/>
          </ac:grpSpMkLst>
        </pc:grpChg>
        <pc:grpChg chg="mod">
          <ac:chgData name="One Skill" userId="8d49c830ac36a521" providerId="LiveId" clId="{B8839A4C-5D8E-47B7-ACED-D66C062B2ECB}" dt="2022-11-06T14:32:37.003" v="2110"/>
          <ac:grpSpMkLst>
            <pc:docMk/>
            <pc:sldMk cId="2675264003" sldId="271"/>
            <ac:grpSpMk id="13" creationId="{31773CF2-F6E5-7F85-B1BB-1381C5CD3A4C}"/>
          </ac:grpSpMkLst>
        </pc:grpChg>
        <pc:grpChg chg="mod">
          <ac:chgData name="One Skill" userId="8d49c830ac36a521" providerId="LiveId" clId="{B8839A4C-5D8E-47B7-ACED-D66C062B2ECB}" dt="2022-11-06T14:32:37.003" v="2110"/>
          <ac:grpSpMkLst>
            <pc:docMk/>
            <pc:sldMk cId="2675264003" sldId="271"/>
            <ac:grpSpMk id="14" creationId="{DC747957-E11B-30DC-5B24-CBA6BB593006}"/>
          </ac:grpSpMkLst>
        </pc:grpChg>
        <pc:grpChg chg="mod">
          <ac:chgData name="One Skill" userId="8d49c830ac36a521" providerId="LiveId" clId="{B8839A4C-5D8E-47B7-ACED-D66C062B2ECB}" dt="2022-11-06T14:32:37.003" v="2110"/>
          <ac:grpSpMkLst>
            <pc:docMk/>
            <pc:sldMk cId="2675264003" sldId="271"/>
            <ac:grpSpMk id="15" creationId="{7A8B8311-8BCB-FE99-1131-2F0DFDC71BA6}"/>
          </ac:grpSpMkLst>
        </pc:grpChg>
        <pc:grpChg chg="mod">
          <ac:chgData name="One Skill" userId="8d49c830ac36a521" providerId="LiveId" clId="{B8839A4C-5D8E-47B7-ACED-D66C062B2ECB}" dt="2022-11-06T14:32:37.003" v="2110"/>
          <ac:grpSpMkLst>
            <pc:docMk/>
            <pc:sldMk cId="2675264003" sldId="271"/>
            <ac:grpSpMk id="16" creationId="{2D3A4A60-58F1-9211-E37F-4787F8C5D8ED}"/>
          </ac:grpSpMkLst>
        </pc:grpChg>
        <pc:grpChg chg="add del mod">
          <ac:chgData name="One Skill" userId="8d49c830ac36a521" providerId="LiveId" clId="{B8839A4C-5D8E-47B7-ACED-D66C062B2ECB}" dt="2022-11-06T14:32:47.496" v="2111"/>
          <ac:grpSpMkLst>
            <pc:docMk/>
            <pc:sldMk cId="2675264003" sldId="271"/>
            <ac:grpSpMk id="31" creationId="{05083377-2E68-C0D6-1FF3-9EBFA647E2AE}"/>
          </ac:grpSpMkLst>
        </pc:grpChg>
        <pc:grpChg chg="add del mod">
          <ac:chgData name="One Skill" userId="8d49c830ac36a521" providerId="LiveId" clId="{B8839A4C-5D8E-47B7-ACED-D66C062B2ECB}" dt="2022-11-06T14:43:29.204" v="2573" actId="478"/>
          <ac:grpSpMkLst>
            <pc:docMk/>
            <pc:sldMk cId="2675264003" sldId="271"/>
            <ac:grpSpMk id="52" creationId="{D0AF678B-98CA-99E6-221E-58331371CC02}"/>
          </ac:grpSpMkLst>
        </pc:grpChg>
        <pc:grpChg chg="add mod">
          <ac:chgData name="One Skill" userId="8d49c830ac36a521" providerId="LiveId" clId="{B8839A4C-5D8E-47B7-ACED-D66C062B2ECB}" dt="2022-11-06T14:43:44.904" v="2574"/>
          <ac:grpSpMkLst>
            <pc:docMk/>
            <pc:sldMk cId="2675264003" sldId="271"/>
            <ac:grpSpMk id="53" creationId="{1A6CAC18-8EB3-BCBF-05DB-D70C90A91C70}"/>
          </ac:grpSpMkLst>
        </pc:grpChg>
        <pc:grpChg chg="mod">
          <ac:chgData name="One Skill" userId="8d49c830ac36a521" providerId="LiveId" clId="{B8839A4C-5D8E-47B7-ACED-D66C062B2ECB}" dt="2022-11-06T14:43:44.904" v="2574"/>
          <ac:grpSpMkLst>
            <pc:docMk/>
            <pc:sldMk cId="2675264003" sldId="271"/>
            <ac:grpSpMk id="57" creationId="{EE33D074-BB27-44C9-7DDB-45360BF908AD}"/>
          </ac:grpSpMkLst>
        </pc:grpChg>
        <pc:grpChg chg="mod">
          <ac:chgData name="One Skill" userId="8d49c830ac36a521" providerId="LiveId" clId="{B8839A4C-5D8E-47B7-ACED-D66C062B2ECB}" dt="2022-11-06T14:43:44.904" v="2574"/>
          <ac:grpSpMkLst>
            <pc:docMk/>
            <pc:sldMk cId="2675264003" sldId="271"/>
            <ac:grpSpMk id="58" creationId="{D8C41C55-F0EA-D58D-6908-F97B6C3643B8}"/>
          </ac:grpSpMkLst>
        </pc:grpChg>
        <pc:grpChg chg="mod">
          <ac:chgData name="One Skill" userId="8d49c830ac36a521" providerId="LiveId" clId="{B8839A4C-5D8E-47B7-ACED-D66C062B2ECB}" dt="2022-11-06T14:43:44.904" v="2574"/>
          <ac:grpSpMkLst>
            <pc:docMk/>
            <pc:sldMk cId="2675264003" sldId="271"/>
            <ac:grpSpMk id="59" creationId="{BA23E0ED-F1D9-34DF-AD7F-88208FFB5604}"/>
          </ac:grpSpMkLst>
        </pc:grpChg>
        <pc:grpChg chg="mod">
          <ac:chgData name="One Skill" userId="8d49c830ac36a521" providerId="LiveId" clId="{B8839A4C-5D8E-47B7-ACED-D66C062B2ECB}" dt="2022-11-06T14:43:44.904" v="2574"/>
          <ac:grpSpMkLst>
            <pc:docMk/>
            <pc:sldMk cId="2675264003" sldId="271"/>
            <ac:grpSpMk id="60" creationId="{0A850831-46DC-3695-FAF5-C396A75904F4}"/>
          </ac:grpSpMkLst>
        </pc:grpChg>
        <pc:grpChg chg="mod">
          <ac:chgData name="One Skill" userId="8d49c830ac36a521" providerId="LiveId" clId="{B8839A4C-5D8E-47B7-ACED-D66C062B2ECB}" dt="2022-11-06T14:43:44.904" v="2574"/>
          <ac:grpSpMkLst>
            <pc:docMk/>
            <pc:sldMk cId="2675264003" sldId="271"/>
            <ac:grpSpMk id="61" creationId="{9439BBB2-B208-DECB-10D0-5865DDEC3BA2}"/>
          </ac:grpSpMkLst>
        </pc:grpChg>
        <pc:grpChg chg="add mod">
          <ac:chgData name="One Skill" userId="8d49c830ac36a521" providerId="LiveId" clId="{B8839A4C-5D8E-47B7-ACED-D66C062B2ECB}" dt="2022-11-06T14:43:44.904" v="2574"/>
          <ac:grpSpMkLst>
            <pc:docMk/>
            <pc:sldMk cId="2675264003" sldId="271"/>
            <ac:grpSpMk id="76" creationId="{92D2A372-8142-6355-6F5A-F9BFC29661A4}"/>
          </ac:grpSpMkLst>
        </pc:grpChg>
        <pc:picChg chg="mod">
          <ac:chgData name="One Skill" userId="8d49c830ac36a521" providerId="LiveId" clId="{B8839A4C-5D8E-47B7-ACED-D66C062B2ECB}" dt="2022-11-06T14:35:43.738" v="2142" actId="1076"/>
          <ac:picMkLst>
            <pc:docMk/>
            <pc:sldMk cId="2675264003" sldId="271"/>
            <ac:picMk id="8" creationId="{19F4D030-2477-3C73-1BA0-6CC4C818D3F2}"/>
          </ac:picMkLst>
        </pc:picChg>
        <pc:picChg chg="mod ord modVis">
          <ac:chgData name="One Skill" userId="8d49c830ac36a521" providerId="LiveId" clId="{B8839A4C-5D8E-47B7-ACED-D66C062B2ECB}" dt="2022-11-06T14:43:55.774" v="2579" actId="166"/>
          <ac:picMkLst>
            <pc:docMk/>
            <pc:sldMk cId="2675264003" sldId="271"/>
            <ac:picMk id="9" creationId="{02D8BBAE-E1CA-5E27-D06F-717486DF04CA}"/>
          </ac:picMkLst>
        </pc:picChg>
        <pc:picChg chg="mod">
          <ac:chgData name="One Skill" userId="8d49c830ac36a521" providerId="LiveId" clId="{B8839A4C-5D8E-47B7-ACED-D66C062B2ECB}" dt="2022-11-06T14:32:37.003" v="2110"/>
          <ac:picMkLst>
            <pc:docMk/>
            <pc:sldMk cId="2675264003" sldId="271"/>
            <ac:picMk id="23" creationId="{ED0672F3-23EE-DA18-6426-BC33279B7F18}"/>
          </ac:picMkLst>
        </pc:picChg>
        <pc:picChg chg="mod">
          <ac:chgData name="One Skill" userId="8d49c830ac36a521" providerId="LiveId" clId="{B8839A4C-5D8E-47B7-ACED-D66C062B2ECB}" dt="2022-11-06T14:32:37.003" v="2110"/>
          <ac:picMkLst>
            <pc:docMk/>
            <pc:sldMk cId="2675264003" sldId="271"/>
            <ac:picMk id="27" creationId="{CA082D7A-4779-9688-329B-26CD67FAD7EB}"/>
          </ac:picMkLst>
        </pc:picChg>
        <pc:picChg chg="mod">
          <ac:chgData name="One Skill" userId="8d49c830ac36a521" providerId="LiveId" clId="{B8839A4C-5D8E-47B7-ACED-D66C062B2ECB}" dt="2022-11-06T14:32:37.003" v="2110"/>
          <ac:picMkLst>
            <pc:docMk/>
            <pc:sldMk cId="2675264003" sldId="271"/>
            <ac:picMk id="30" creationId="{362A006C-CDBE-C066-3CCB-79ED9BFCBC08}"/>
          </ac:picMkLst>
        </pc:picChg>
        <pc:picChg chg="add del mod">
          <ac:chgData name="One Skill" userId="8d49c830ac36a521" providerId="LiveId" clId="{B8839A4C-5D8E-47B7-ACED-D66C062B2ECB}" dt="2022-11-06T14:35:16.620" v="2132" actId="478"/>
          <ac:picMkLst>
            <pc:docMk/>
            <pc:sldMk cId="2675264003" sldId="271"/>
            <ac:picMk id="44" creationId="{A4A8BBBF-EEC4-21DA-3FB0-74D3D6D28960}"/>
          </ac:picMkLst>
        </pc:picChg>
        <pc:picChg chg="add mod ord">
          <ac:chgData name="One Skill" userId="8d49c830ac36a521" providerId="LiveId" clId="{B8839A4C-5D8E-47B7-ACED-D66C062B2ECB}" dt="2022-11-06T14:42:35.934" v="2569" actId="164"/>
          <ac:picMkLst>
            <pc:docMk/>
            <pc:sldMk cId="2675264003" sldId="271"/>
            <ac:picMk id="50" creationId="{538CF611-49C4-BD8B-2BFC-80EA81FF09BF}"/>
          </ac:picMkLst>
        </pc:picChg>
        <pc:picChg chg="mod">
          <ac:chgData name="One Skill" userId="8d49c830ac36a521" providerId="LiveId" clId="{B8839A4C-5D8E-47B7-ACED-D66C062B2ECB}" dt="2022-11-06T14:43:44.904" v="2574"/>
          <ac:picMkLst>
            <pc:docMk/>
            <pc:sldMk cId="2675264003" sldId="271"/>
            <ac:picMk id="68" creationId="{2BDCDC51-BD8C-0F77-5DA4-F6E842CA155A}"/>
          </ac:picMkLst>
        </pc:picChg>
        <pc:picChg chg="mod">
          <ac:chgData name="One Skill" userId="8d49c830ac36a521" providerId="LiveId" clId="{B8839A4C-5D8E-47B7-ACED-D66C062B2ECB}" dt="2022-11-06T14:43:44.904" v="2574"/>
          <ac:picMkLst>
            <pc:docMk/>
            <pc:sldMk cId="2675264003" sldId="271"/>
            <ac:picMk id="72" creationId="{15C3177D-2DAC-AC2F-CECE-532F3EF97843}"/>
          </ac:picMkLst>
        </pc:picChg>
        <pc:picChg chg="mod">
          <ac:chgData name="One Skill" userId="8d49c830ac36a521" providerId="LiveId" clId="{B8839A4C-5D8E-47B7-ACED-D66C062B2ECB}" dt="2022-11-06T14:43:44.904" v="2574"/>
          <ac:picMkLst>
            <pc:docMk/>
            <pc:sldMk cId="2675264003" sldId="271"/>
            <ac:picMk id="75" creationId="{B7DC4706-CB88-BB51-D7E1-44D14C1FCB63}"/>
          </ac:picMkLst>
        </pc:picChg>
      </pc:sldChg>
      <pc:sldChg chg="modSp add del mod modTransition">
        <pc:chgData name="One Skill" userId="8d49c830ac36a521" providerId="LiveId" clId="{B8839A4C-5D8E-47B7-ACED-D66C062B2ECB}" dt="2022-11-06T14:22:28.322" v="2081" actId="47"/>
        <pc:sldMkLst>
          <pc:docMk/>
          <pc:sldMk cId="4173629558" sldId="271"/>
        </pc:sldMkLst>
        <pc:picChg chg="mod modCrop">
          <ac:chgData name="One Skill" userId="8d49c830ac36a521" providerId="LiveId" clId="{B8839A4C-5D8E-47B7-ACED-D66C062B2ECB}" dt="2022-11-06T14:21:05.185" v="2079" actId="18131"/>
          <ac:picMkLst>
            <pc:docMk/>
            <pc:sldMk cId="4173629558" sldId="271"/>
            <ac:picMk id="4" creationId="{EFDA4540-02C8-F9BF-BA15-549C59D4C59D}"/>
          </ac:picMkLst>
        </pc:picChg>
      </pc:sldChg>
      <pc:sldChg chg="addSp delSp modSp add del mod">
        <pc:chgData name="One Skill" userId="8d49c830ac36a521" providerId="LiveId" clId="{B8839A4C-5D8E-47B7-ACED-D66C062B2ECB}" dt="2022-11-06T14:52:36.257" v="2656" actId="47"/>
        <pc:sldMkLst>
          <pc:docMk/>
          <pc:sldMk cId="2154856189" sldId="272"/>
        </pc:sldMkLst>
        <pc:spChg chg="del">
          <ac:chgData name="One Skill" userId="8d49c830ac36a521" providerId="LiveId" clId="{B8839A4C-5D8E-47B7-ACED-D66C062B2ECB}" dt="2022-11-06T14:46:08.023" v="2589" actId="478"/>
          <ac:spMkLst>
            <pc:docMk/>
            <pc:sldMk cId="2154856189" sldId="272"/>
            <ac:spMk id="2" creationId="{384A6CDE-C2AF-E5A8-8FF5-1D378F9E29B6}"/>
          </ac:spMkLst>
        </pc:spChg>
        <pc:spChg chg="del">
          <ac:chgData name="One Skill" userId="8d49c830ac36a521" providerId="LiveId" clId="{B8839A4C-5D8E-47B7-ACED-D66C062B2ECB}" dt="2022-11-06T14:46:08.023" v="2589" actId="478"/>
          <ac:spMkLst>
            <pc:docMk/>
            <pc:sldMk cId="2154856189" sldId="272"/>
            <ac:spMk id="3" creationId="{9262A40A-2EC3-054A-7101-E8F5CEDE2566}"/>
          </ac:spMkLst>
        </pc:spChg>
        <pc:spChg chg="del">
          <ac:chgData name="One Skill" userId="8d49c830ac36a521" providerId="LiveId" clId="{B8839A4C-5D8E-47B7-ACED-D66C062B2ECB}" dt="2022-11-06T14:46:12.819" v="2590" actId="478"/>
          <ac:spMkLst>
            <pc:docMk/>
            <pc:sldMk cId="2154856189" sldId="272"/>
            <ac:spMk id="4" creationId="{615ABD51-B763-F6E2-DCAE-3AC8FA71F8FA}"/>
          </ac:spMkLst>
        </pc:spChg>
        <pc:spChg chg="add del mod">
          <ac:chgData name="One Skill" userId="8d49c830ac36a521" providerId="LiveId" clId="{B8839A4C-5D8E-47B7-ACED-D66C062B2ECB}" dt="2022-11-06T14:47:27.254" v="2596" actId="478"/>
          <ac:spMkLst>
            <pc:docMk/>
            <pc:sldMk cId="2154856189" sldId="272"/>
            <ac:spMk id="5" creationId="{5655D440-3944-0C89-EBBD-80868E45DBF4}"/>
          </ac:spMkLst>
        </pc:spChg>
        <pc:spChg chg="add del mod">
          <ac:chgData name="One Skill" userId="8d49c830ac36a521" providerId="LiveId" clId="{B8839A4C-5D8E-47B7-ACED-D66C062B2ECB}" dt="2022-11-06T14:47:27.254" v="2596" actId="478"/>
          <ac:spMkLst>
            <pc:docMk/>
            <pc:sldMk cId="2154856189" sldId="272"/>
            <ac:spMk id="6" creationId="{CE828C2E-4D1A-1FD8-4243-50A3E3423037}"/>
          </ac:spMkLst>
        </pc:spChg>
        <pc:spChg chg="add del mod">
          <ac:chgData name="One Skill" userId="8d49c830ac36a521" providerId="LiveId" clId="{B8839A4C-5D8E-47B7-ACED-D66C062B2ECB}" dt="2022-11-06T14:47:27.254" v="2596" actId="478"/>
          <ac:spMkLst>
            <pc:docMk/>
            <pc:sldMk cId="2154856189" sldId="272"/>
            <ac:spMk id="7" creationId="{6DC0D59F-E37A-CA92-5EE5-E862C665044F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12" creationId="{DD2E590B-49E1-C31E-566B-2C513457F0A0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13" creationId="{5B2291DF-B7A8-B01E-7346-921DBCC15846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14" creationId="{00B10FA7-1946-9F24-728A-6EE3DA6E32C3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15" creationId="{0B2E5ED7-AA5C-DFA4-E405-7FEE6BC3B45C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16" creationId="{B19E93DE-6D7E-F865-3ED7-BFBEADF712B5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17" creationId="{17AB547B-501E-FD85-1C50-411DB4E6EB49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18" creationId="{70D5896B-8DF1-B664-B804-917696DB7DFA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19" creationId="{3836CD4F-7CBF-3D3C-0557-C65B2087BE4D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20" creationId="{80470086-117B-4824-55A0-9A0C4836EBDE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21" creationId="{1805648E-52A7-97E1-D512-195366731272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22" creationId="{C816DDC6-352D-7E6C-E48A-2D9DF0CC642C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24" creationId="{D578250B-1462-77DD-3E03-553AFE45ABD9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25" creationId="{61E4655E-DF78-4468-2DEE-8FCB340787B2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26" creationId="{DB0AA790-A60D-0CD6-F526-01BA525BE458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32" creationId="{928071DB-B8BF-1E26-9205-0BFF5B61E47F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33" creationId="{67436A52-EF6F-B994-A32C-557021B69424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34" creationId="{C9AC8B67-2E45-DB59-6057-CCFD353C3FB8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35" creationId="{77B94AF0-8D4A-7E8B-58F5-3AD3DA38A032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36" creationId="{E20269B7-D1C7-ECB8-201C-778873D4894B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37" creationId="{4412303A-36D2-8556-250B-7EF15AB32552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39" creationId="{07EFA0E2-5C80-73F0-E173-445057E00FA8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40" creationId="{7D1DA52D-760A-F81C-487C-49E2B559AA90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41" creationId="{A36959E7-92D4-1F6A-A1F6-1A6574EB14C1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43" creationId="{5F790EA6-3C74-0AC8-99D7-29C2706C8B52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44" creationId="{663354ED-11F7-5F51-1DA4-875B72D7B7CB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47" creationId="{CB7B2463-122B-648A-4330-DEF80A976C7C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48" creationId="{55D3B5D0-2342-6784-6B5B-DC0CE58E3414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50" creationId="{1263C7FE-1A57-B003-3293-0C2C8C844F4C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51" creationId="{91FA3D6C-744A-EC01-C104-667A2F0C1434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52" creationId="{4A024031-FACE-8FDF-F241-268DC508A8F2}"/>
          </ac:spMkLst>
        </pc:spChg>
        <pc:spChg chg="add del mod">
          <ac:chgData name="One Skill" userId="8d49c830ac36a521" providerId="LiveId" clId="{B8839A4C-5D8E-47B7-ACED-D66C062B2ECB}" dt="2022-11-06T14:47:05.384" v="2595"/>
          <ac:spMkLst>
            <pc:docMk/>
            <pc:sldMk cId="2154856189" sldId="272"/>
            <ac:spMk id="88" creationId="{FFFA011B-F37F-6292-7517-1CCA2E2F7F3D}"/>
          </ac:spMkLst>
        </pc:spChg>
        <pc:spChg chg="add del mod">
          <ac:chgData name="One Skill" userId="8d49c830ac36a521" providerId="LiveId" clId="{B8839A4C-5D8E-47B7-ACED-D66C062B2ECB}" dt="2022-11-06T14:47:05.384" v="2595"/>
          <ac:spMkLst>
            <pc:docMk/>
            <pc:sldMk cId="2154856189" sldId="272"/>
            <ac:spMk id="89" creationId="{81BE96E3-2CC4-BE02-B6FA-1BAF015A892E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91" creationId="{776A1A88-B670-B86E-BFC1-B7992AA43732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92" creationId="{EF1DD1F1-0F56-8DFD-D50C-6697CD50F2A6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93" creationId="{B499A286-2819-F90B-8012-A3BC9E0708B3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94" creationId="{59461454-CFCB-6546-9E59-83EBB986DB77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95" creationId="{6CB8630F-0F4E-418C-E90A-19FF20E661F1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96" creationId="{0839B961-525B-6BAD-DF61-78B3F378A46C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98" creationId="{73CF47A9-6C52-11E8-DD65-50C4351D9DA3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104" creationId="{3C95B0A1-0DAA-6594-F851-522B99A658CB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105" creationId="{3BA28DB4-26CE-808D-8DD0-B7CF27FCC564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106" creationId="{8EB34BE7-7AD6-EED1-A561-140279C7E2FF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107" creationId="{926F45ED-D8C1-56C3-F56B-CA4AC6F98250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108" creationId="{A3A1FFD3-D05A-991A-ACF5-216307DAF085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109" creationId="{086F75EF-1592-490A-E412-EE142759462E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110" creationId="{3256777E-5F30-97DC-E656-6766D171F56A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111" creationId="{77E4440B-2680-7DBF-EE2A-4B53E173FF7E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112" creationId="{F3F25C4F-D743-752C-8AAC-4257CAB1D08D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113" creationId="{AFF1A36D-6FDA-CDCF-C779-F24B12D0B5D8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114" creationId="{3D1E2894-9996-AA13-7CDC-CB9FBC354E38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115" creationId="{9DA59089-DF89-D985-2F7C-67BFEB401FA0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116" creationId="{F952FEFE-DF95-B81A-536E-0BEA35DD0080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117" creationId="{2433FE9C-B898-3659-B86F-713268FA0FD2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118" creationId="{C1E03558-EE3A-5070-BCD6-0DF2DF7B5770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119" creationId="{A8A018B9-E396-C047-9933-3FE0EBC89A75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120" creationId="{842B619C-F136-91C4-EDE0-017A54E85D80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121" creationId="{3BC40C05-DBD9-0DA7-4232-F5516BB70D3E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122" creationId="{43E63655-1410-8FE9-C92E-6C39CEBAD56C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123" creationId="{2EDABD8B-63DB-28F8-483D-8ACEB9DF9119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124" creationId="{22B1A9E6-D466-987A-A7B5-AC521DC18BFF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125" creationId="{21E3EFB8-F90A-E615-F69E-4749706AE1AF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126" creationId="{1661BDF4-BD47-6C8E-29A6-C6F3D5A0B4B1}"/>
          </ac:spMkLst>
        </pc:spChg>
        <pc:spChg chg="mod">
          <ac:chgData name="One Skill" userId="8d49c830ac36a521" providerId="LiveId" clId="{B8839A4C-5D8E-47B7-ACED-D66C062B2ECB}" dt="2022-11-06T14:46:55.267" v="2594"/>
          <ac:spMkLst>
            <pc:docMk/>
            <pc:sldMk cId="2154856189" sldId="272"/>
            <ac:spMk id="127" creationId="{BF90C02B-D4EE-EAC7-E940-E4686DA649D2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29" creationId="{25C14F88-155E-2365-20EC-5FC55756FDFA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30" creationId="{77E3905A-D4DD-D99B-F57B-170B8640BB7B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31" creationId="{682C575E-BE4F-1AC5-11D8-C1ACB6BD3E49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32" creationId="{C27DA924-7B4F-9A1F-EF66-5B9C4FBEDBA2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33" creationId="{70CC570F-5D1B-5B8E-4D00-FD45522AB90E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34" creationId="{0EB6119E-424A-B327-2211-C52D5E4FBC9B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35" creationId="{EDEF97EC-1E10-0C8C-44FA-2323118EDC93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36" creationId="{FCF69AEC-B463-5482-A8E0-ADC927A9522C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37" creationId="{A7745486-1004-557F-06EE-318D62D8822B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38" creationId="{3266BA77-EB0C-2A64-FFC3-45FFFF5D11E6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39" creationId="{CC58D154-8A17-293E-90D7-ADE46810D594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41" creationId="{63119C8A-BCD7-0DFD-FE6F-C15EF0FD6216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42" creationId="{D0FAB802-1EC5-23DE-441A-AF5E004866EF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43" creationId="{98D52CAD-131D-5957-65F0-47F790D00A74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49" creationId="{29C6D441-3514-F7CA-579D-0B2D247C5201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50" creationId="{6F04095A-D89D-A328-F110-525EE45BE8EC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51" creationId="{F175BE11-BEB2-74CA-B74A-F3DFA39CD0D3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52" creationId="{18087900-EB95-91DC-508D-AFCC4B15FC4F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53" creationId="{ECFD083E-A32E-07B6-D945-18F92D4CB456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54" creationId="{832603DB-7E97-E88D-F9A3-D51A645B4551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56" creationId="{53DAF082-8DF8-B591-9ADF-5BAAD17B76C0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57" creationId="{D12A7ECB-BE28-D2EF-5782-E5D5C354D3D3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58" creationId="{AFBE2344-4582-D37E-4FBC-5C9E751FC495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60" creationId="{B9DF7EA2-FCF5-D183-A56C-63E2BCEEF518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61" creationId="{4A01463E-D659-7194-FC2A-C65A44632B8E}"/>
          </ac:spMkLst>
        </pc:spChg>
        <pc:spChg chg="add 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63" creationId="{4E6D8CD6-EB40-F962-2837-7E9C66317C55}"/>
          </ac:spMkLst>
        </pc:spChg>
        <pc:spChg chg="add 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64" creationId="{A81C4C75-2413-F0EB-D9C1-74CAB17952DA}"/>
          </ac:spMkLst>
        </pc:spChg>
        <pc:spChg chg="add 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65" creationId="{7DBE37AB-4FDD-0C9F-9245-647969E7457E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67" creationId="{7A06FF97-0791-4D96-BE2A-17D5C990DABE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68" creationId="{426072F9-8E54-0326-03FA-68496ABB9F73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70" creationId="{E65E3BB7-767E-7433-67E4-04FE31C205A6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71" creationId="{A032796A-DB3C-EEF8-CF58-96677C065743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72" creationId="{DB1DDDC3-3508-6325-42C2-AEEFC50FAF38}"/>
          </ac:spMkLst>
        </pc:spChg>
        <pc:spChg chg="add 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73" creationId="{1DD75115-EFF1-C8A1-11B0-B61CE609354C}"/>
          </ac:spMkLst>
        </pc:spChg>
        <pc:spChg chg="add 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74" creationId="{A0E712D8-E437-4935-1E92-3BCA22C086E4}"/>
          </ac:spMkLst>
        </pc:spChg>
        <pc:spChg chg="add 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75" creationId="{E63EC8D7-3EC6-F490-3363-B27C5606CC18}"/>
          </ac:spMkLst>
        </pc:spChg>
        <pc:spChg chg="add 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77" creationId="{C9A8D907-CCA0-F789-BA39-29BACB28E941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79" creationId="{5C9EB32E-0957-159A-1968-8A7473FA8950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80" creationId="{17CD1240-ADE5-FCD1-26EC-61F4F8EA310C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81" creationId="{1FB9BB09-BD0F-46C1-9AAC-AE648BB8ED37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83" creationId="{62447C37-77BD-BBEB-D9E1-28CD8409238E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84" creationId="{295A8710-E29F-E747-D19F-F849EBDA63B6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85" creationId="{4494D81B-759B-2D76-E207-9FA68F1F5443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86" creationId="{C3361BEC-3FED-2B66-C96D-A89F86F9D40A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87" creationId="{C8082B0A-FC67-C30E-1134-CDDCDF996858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88" creationId="{2631B5EE-6F56-8CB4-130E-EFBB84960817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90" creationId="{CF3FBF63-A322-B223-E7A3-B681A0AB7531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96" creationId="{89ED1BDD-F629-7B50-A015-77ABCBA988E5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97" creationId="{FF29CED4-71C2-0E78-0D96-114B5D22A48C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98" creationId="{4A1D4D0D-F153-7A24-2CC1-CB62DD075835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199" creationId="{9744DB47-370C-88C0-2DB5-42773851EF5A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200" creationId="{2280840D-FE49-015C-E835-C20112D08FF6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201" creationId="{FA1112F1-3107-E676-B5C7-F7A067F756A0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202" creationId="{DEC5F918-6632-FF34-E5FE-A2B005C20474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203" creationId="{D39B473D-5C1D-A9AA-31DA-3AF725F31C3B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204" creationId="{E2909B5A-232A-E78D-BA5D-701ABAA0CAE9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205" creationId="{1FF29C3F-2B71-8AF2-E6E3-3305CF9830A9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206" creationId="{06EE6D63-DC11-A428-F02A-83860DAF8FB5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207" creationId="{78B4AD60-D915-8826-0C35-0075A4E17DBB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208" creationId="{99044B75-E8BC-448A-8212-0EE5BE05CC9A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209" creationId="{9E80A531-7F83-4E40-6B3C-41CED09EF35E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210" creationId="{891E004A-D0EF-DC6B-AE48-22599B0C2B9E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211" creationId="{C35DA377-1A56-F42C-BC71-F17364372434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212" creationId="{5CDC7919-90E7-78C9-0114-5237FF487B48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213" creationId="{C0E18134-C7E0-BD2F-751E-4A91D9E4597B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214" creationId="{F2DB242B-842F-3B4E-B765-A45EA2AFF556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215" creationId="{8978DDBC-0CB3-160E-1ECB-7F922D6FC39C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216" creationId="{35E6500D-E3A9-FB3C-9198-14F327932224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217" creationId="{1000E478-A39D-46FA-3EB4-1C7C6CF52633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218" creationId="{24F859E8-816B-CD45-A527-E17F84855BCB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219" creationId="{F98D350B-5CC9-19E7-622F-1D240BD72E32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225" creationId="{A47A7EB2-8BDA-D987-FA5A-FCA591F9B32D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226" creationId="{07689E7D-EC2C-4FC1-9612-990EECC3BAD3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227" creationId="{608E7204-456D-5CD3-80C1-F017C121205E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228" creationId="{8C77127F-20A9-A85A-BC3C-994B04770AEA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229" creationId="{D1554EFB-DCE1-F1D3-EBBD-1A84D09A55F6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230" creationId="{B791E6DB-1598-86B5-CC16-1E2AA0210F66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232" creationId="{409014E3-18EC-8B87-67EA-595E65695594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233" creationId="{DD36E2DA-E562-3B9D-47C0-32D0FD66738A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234" creationId="{A3F67603-7D37-58A5-93FB-5804FD084C1A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236" creationId="{FBD8DB6D-19C9-DB41-55BA-92A90936EECC}"/>
          </ac:spMkLst>
        </pc:spChg>
        <pc:spChg chg="mod">
          <ac:chgData name="One Skill" userId="8d49c830ac36a521" providerId="LiveId" clId="{B8839A4C-5D8E-47B7-ACED-D66C062B2ECB}" dt="2022-11-06T14:47:27.924" v="2597"/>
          <ac:spMkLst>
            <pc:docMk/>
            <pc:sldMk cId="2154856189" sldId="272"/>
            <ac:spMk id="237" creationId="{60936B17-5918-9D53-962E-4A9B6BBEDFCE}"/>
          </ac:spMkLst>
        </pc:spChg>
        <pc:grpChg chg="add del mod">
          <ac:chgData name="One Skill" userId="8d49c830ac36a521" providerId="LiveId" clId="{B8839A4C-5D8E-47B7-ACED-D66C062B2ECB}" dt="2022-11-06T14:47:05.384" v="2595"/>
          <ac:grpSpMkLst>
            <pc:docMk/>
            <pc:sldMk cId="2154856189" sldId="272"/>
            <ac:grpSpMk id="11" creationId="{A84027B9-C4A1-C5A5-D9E4-9F3493E6F6C0}"/>
          </ac:grpSpMkLst>
        </pc:grpChg>
        <pc:grpChg chg="add del mod">
          <ac:chgData name="One Skill" userId="8d49c830ac36a521" providerId="LiveId" clId="{B8839A4C-5D8E-47B7-ACED-D66C062B2ECB}" dt="2022-11-06T14:47:05.384" v="2595"/>
          <ac:grpSpMkLst>
            <pc:docMk/>
            <pc:sldMk cId="2154856189" sldId="272"/>
            <ac:grpSpMk id="23" creationId="{B6306B03-6F70-561C-B5B3-AA65502DE1FB}"/>
          </ac:grpSpMkLst>
        </pc:grpChg>
        <pc:grpChg chg="mod">
          <ac:chgData name="One Skill" userId="8d49c830ac36a521" providerId="LiveId" clId="{B8839A4C-5D8E-47B7-ACED-D66C062B2ECB}" dt="2022-11-06T14:46:55.267" v="2594"/>
          <ac:grpSpMkLst>
            <pc:docMk/>
            <pc:sldMk cId="2154856189" sldId="272"/>
            <ac:grpSpMk id="27" creationId="{B722F55A-D8FA-6030-775F-B342F8F0B566}"/>
          </ac:grpSpMkLst>
        </pc:grpChg>
        <pc:grpChg chg="mod">
          <ac:chgData name="One Skill" userId="8d49c830ac36a521" providerId="LiveId" clId="{B8839A4C-5D8E-47B7-ACED-D66C062B2ECB}" dt="2022-11-06T14:46:55.267" v="2594"/>
          <ac:grpSpMkLst>
            <pc:docMk/>
            <pc:sldMk cId="2154856189" sldId="272"/>
            <ac:grpSpMk id="28" creationId="{E600E3BA-1DA8-B305-D660-8792DF698429}"/>
          </ac:grpSpMkLst>
        </pc:grpChg>
        <pc:grpChg chg="mod">
          <ac:chgData name="One Skill" userId="8d49c830ac36a521" providerId="LiveId" clId="{B8839A4C-5D8E-47B7-ACED-D66C062B2ECB}" dt="2022-11-06T14:46:55.267" v="2594"/>
          <ac:grpSpMkLst>
            <pc:docMk/>
            <pc:sldMk cId="2154856189" sldId="272"/>
            <ac:grpSpMk id="29" creationId="{CF3D4B27-2F0F-45A6-BB68-0E0571D4EDF0}"/>
          </ac:grpSpMkLst>
        </pc:grpChg>
        <pc:grpChg chg="mod">
          <ac:chgData name="One Skill" userId="8d49c830ac36a521" providerId="LiveId" clId="{B8839A4C-5D8E-47B7-ACED-D66C062B2ECB}" dt="2022-11-06T14:46:55.267" v="2594"/>
          <ac:grpSpMkLst>
            <pc:docMk/>
            <pc:sldMk cId="2154856189" sldId="272"/>
            <ac:grpSpMk id="30" creationId="{C0B186BD-2833-6F87-9AA3-1FCF5A8CC29D}"/>
          </ac:grpSpMkLst>
        </pc:grpChg>
        <pc:grpChg chg="mod">
          <ac:chgData name="One Skill" userId="8d49c830ac36a521" providerId="LiveId" clId="{B8839A4C-5D8E-47B7-ACED-D66C062B2ECB}" dt="2022-11-06T14:46:55.267" v="2594"/>
          <ac:grpSpMkLst>
            <pc:docMk/>
            <pc:sldMk cId="2154856189" sldId="272"/>
            <ac:grpSpMk id="31" creationId="{533069C1-EBEB-88A1-6A09-EEC5AE22849F}"/>
          </ac:grpSpMkLst>
        </pc:grpChg>
        <pc:grpChg chg="add del mod">
          <ac:chgData name="One Skill" userId="8d49c830ac36a521" providerId="LiveId" clId="{B8839A4C-5D8E-47B7-ACED-D66C062B2ECB}" dt="2022-11-06T14:47:05.384" v="2595"/>
          <ac:grpSpMkLst>
            <pc:docMk/>
            <pc:sldMk cId="2154856189" sldId="272"/>
            <ac:grpSpMk id="46" creationId="{CC7B2A6D-78E2-07F7-48D8-727C9F0566DD}"/>
          </ac:grpSpMkLst>
        </pc:grpChg>
        <pc:grpChg chg="mod">
          <ac:chgData name="One Skill" userId="8d49c830ac36a521" providerId="LiveId" clId="{B8839A4C-5D8E-47B7-ACED-D66C062B2ECB}" dt="2022-11-06T14:46:55.267" v="2594"/>
          <ac:grpSpMkLst>
            <pc:docMk/>
            <pc:sldMk cId="2154856189" sldId="272"/>
            <ac:grpSpMk id="49" creationId="{6095BC8E-C71C-FAA2-4771-8515F5489C20}"/>
          </ac:grpSpMkLst>
        </pc:grpChg>
        <pc:grpChg chg="del">
          <ac:chgData name="One Skill" userId="8d49c830ac36a521" providerId="LiveId" clId="{B8839A4C-5D8E-47B7-ACED-D66C062B2ECB}" dt="2022-11-06T14:46:42.028" v="2592" actId="478"/>
          <ac:grpSpMkLst>
            <pc:docMk/>
            <pc:sldMk cId="2154856189" sldId="272"/>
            <ac:grpSpMk id="53" creationId="{1A6CAC18-8EB3-BCBF-05DB-D70C90A91C70}"/>
          </ac:grpSpMkLst>
        </pc:grpChg>
        <pc:grpChg chg="del">
          <ac:chgData name="One Skill" userId="8d49c830ac36a521" providerId="LiveId" clId="{B8839A4C-5D8E-47B7-ACED-D66C062B2ECB}" dt="2022-11-06T14:46:42.028" v="2592" actId="478"/>
          <ac:grpSpMkLst>
            <pc:docMk/>
            <pc:sldMk cId="2154856189" sldId="272"/>
            <ac:grpSpMk id="76" creationId="{92D2A372-8142-6355-6F5A-F9BFC29661A4}"/>
          </ac:grpSpMkLst>
        </pc:grpChg>
        <pc:grpChg chg="add del mod">
          <ac:chgData name="One Skill" userId="8d49c830ac36a521" providerId="LiveId" clId="{B8839A4C-5D8E-47B7-ACED-D66C062B2ECB}" dt="2022-11-06T14:47:05.384" v="2595"/>
          <ac:grpSpMkLst>
            <pc:docMk/>
            <pc:sldMk cId="2154856189" sldId="272"/>
            <ac:grpSpMk id="90" creationId="{36D890E5-9ABF-C2C5-4572-05D1459E345A}"/>
          </ac:grpSpMkLst>
        </pc:grpChg>
        <pc:grpChg chg="mod">
          <ac:chgData name="One Skill" userId="8d49c830ac36a521" providerId="LiveId" clId="{B8839A4C-5D8E-47B7-ACED-D66C062B2ECB}" dt="2022-11-06T14:46:55.267" v="2594"/>
          <ac:grpSpMkLst>
            <pc:docMk/>
            <pc:sldMk cId="2154856189" sldId="272"/>
            <ac:grpSpMk id="97" creationId="{6B6F3084-6F32-79B0-5135-CFF851FA51BD}"/>
          </ac:grpSpMkLst>
        </pc:grpChg>
        <pc:grpChg chg="mod">
          <ac:chgData name="One Skill" userId="8d49c830ac36a521" providerId="LiveId" clId="{B8839A4C-5D8E-47B7-ACED-D66C062B2ECB}" dt="2022-11-06T14:46:55.267" v="2594"/>
          <ac:grpSpMkLst>
            <pc:docMk/>
            <pc:sldMk cId="2154856189" sldId="272"/>
            <ac:grpSpMk id="99" creationId="{67CD87B9-1C51-E055-8B82-033567C7486D}"/>
          </ac:grpSpMkLst>
        </pc:grpChg>
        <pc:grpChg chg="mod">
          <ac:chgData name="One Skill" userId="8d49c830ac36a521" providerId="LiveId" clId="{B8839A4C-5D8E-47B7-ACED-D66C062B2ECB}" dt="2022-11-06T14:46:55.267" v="2594"/>
          <ac:grpSpMkLst>
            <pc:docMk/>
            <pc:sldMk cId="2154856189" sldId="272"/>
            <ac:grpSpMk id="100" creationId="{28EBFE42-3C0B-47F3-EB48-1D35E805CC9C}"/>
          </ac:grpSpMkLst>
        </pc:grpChg>
        <pc:grpChg chg="mod">
          <ac:chgData name="One Skill" userId="8d49c830ac36a521" providerId="LiveId" clId="{B8839A4C-5D8E-47B7-ACED-D66C062B2ECB}" dt="2022-11-06T14:46:55.267" v="2594"/>
          <ac:grpSpMkLst>
            <pc:docMk/>
            <pc:sldMk cId="2154856189" sldId="272"/>
            <ac:grpSpMk id="101" creationId="{D94A27A3-1430-10B3-7481-4F349673F5E7}"/>
          </ac:grpSpMkLst>
        </pc:grpChg>
        <pc:grpChg chg="mod">
          <ac:chgData name="One Skill" userId="8d49c830ac36a521" providerId="LiveId" clId="{B8839A4C-5D8E-47B7-ACED-D66C062B2ECB}" dt="2022-11-06T14:46:55.267" v="2594"/>
          <ac:grpSpMkLst>
            <pc:docMk/>
            <pc:sldMk cId="2154856189" sldId="272"/>
            <ac:grpSpMk id="102" creationId="{FDED19CD-2F4C-D9B0-1504-692F1ECDEF29}"/>
          </ac:grpSpMkLst>
        </pc:grpChg>
        <pc:grpChg chg="mod">
          <ac:chgData name="One Skill" userId="8d49c830ac36a521" providerId="LiveId" clId="{B8839A4C-5D8E-47B7-ACED-D66C062B2ECB}" dt="2022-11-06T14:46:55.267" v="2594"/>
          <ac:grpSpMkLst>
            <pc:docMk/>
            <pc:sldMk cId="2154856189" sldId="272"/>
            <ac:grpSpMk id="103" creationId="{9351A282-0CFF-D5A5-2A5C-E5E966F39145}"/>
          </ac:grpSpMkLst>
        </pc:grpChg>
        <pc:grpChg chg="add mod">
          <ac:chgData name="One Skill" userId="8d49c830ac36a521" providerId="LiveId" clId="{B8839A4C-5D8E-47B7-ACED-D66C062B2ECB}" dt="2022-11-06T14:47:27.924" v="2597"/>
          <ac:grpSpMkLst>
            <pc:docMk/>
            <pc:sldMk cId="2154856189" sldId="272"/>
            <ac:grpSpMk id="128" creationId="{4C2392EC-FF74-5FE5-6B25-98C29527AADA}"/>
          </ac:grpSpMkLst>
        </pc:grpChg>
        <pc:grpChg chg="add mod">
          <ac:chgData name="One Skill" userId="8d49c830ac36a521" providerId="LiveId" clId="{B8839A4C-5D8E-47B7-ACED-D66C062B2ECB}" dt="2022-11-06T14:47:27.924" v="2597"/>
          <ac:grpSpMkLst>
            <pc:docMk/>
            <pc:sldMk cId="2154856189" sldId="272"/>
            <ac:grpSpMk id="140" creationId="{1E14125C-DFCE-696D-E932-8D105349632D}"/>
          </ac:grpSpMkLst>
        </pc:grpChg>
        <pc:grpChg chg="mod">
          <ac:chgData name="One Skill" userId="8d49c830ac36a521" providerId="LiveId" clId="{B8839A4C-5D8E-47B7-ACED-D66C062B2ECB}" dt="2022-11-06T14:47:27.924" v="2597"/>
          <ac:grpSpMkLst>
            <pc:docMk/>
            <pc:sldMk cId="2154856189" sldId="272"/>
            <ac:grpSpMk id="144" creationId="{66AD9BE0-7A4E-E92A-54AF-1BE4550D0B8F}"/>
          </ac:grpSpMkLst>
        </pc:grpChg>
        <pc:grpChg chg="mod">
          <ac:chgData name="One Skill" userId="8d49c830ac36a521" providerId="LiveId" clId="{B8839A4C-5D8E-47B7-ACED-D66C062B2ECB}" dt="2022-11-06T14:47:27.924" v="2597"/>
          <ac:grpSpMkLst>
            <pc:docMk/>
            <pc:sldMk cId="2154856189" sldId="272"/>
            <ac:grpSpMk id="145" creationId="{D42D5E92-F25C-5B27-8DAE-13830396F684}"/>
          </ac:grpSpMkLst>
        </pc:grpChg>
        <pc:grpChg chg="mod">
          <ac:chgData name="One Skill" userId="8d49c830ac36a521" providerId="LiveId" clId="{B8839A4C-5D8E-47B7-ACED-D66C062B2ECB}" dt="2022-11-06T14:47:27.924" v="2597"/>
          <ac:grpSpMkLst>
            <pc:docMk/>
            <pc:sldMk cId="2154856189" sldId="272"/>
            <ac:grpSpMk id="146" creationId="{C1AF7CC1-F1F4-F99D-C678-8706ECCFE134}"/>
          </ac:grpSpMkLst>
        </pc:grpChg>
        <pc:grpChg chg="mod">
          <ac:chgData name="One Skill" userId="8d49c830ac36a521" providerId="LiveId" clId="{B8839A4C-5D8E-47B7-ACED-D66C062B2ECB}" dt="2022-11-06T14:47:27.924" v="2597"/>
          <ac:grpSpMkLst>
            <pc:docMk/>
            <pc:sldMk cId="2154856189" sldId="272"/>
            <ac:grpSpMk id="147" creationId="{F311DD5D-2727-E1F3-0935-3F43A1510567}"/>
          </ac:grpSpMkLst>
        </pc:grpChg>
        <pc:grpChg chg="mod">
          <ac:chgData name="One Skill" userId="8d49c830ac36a521" providerId="LiveId" clId="{B8839A4C-5D8E-47B7-ACED-D66C062B2ECB}" dt="2022-11-06T14:47:27.924" v="2597"/>
          <ac:grpSpMkLst>
            <pc:docMk/>
            <pc:sldMk cId="2154856189" sldId="272"/>
            <ac:grpSpMk id="148" creationId="{1883F744-1492-A34E-5314-BE4C383130F8}"/>
          </ac:grpSpMkLst>
        </pc:grpChg>
        <pc:grpChg chg="add mod">
          <ac:chgData name="One Skill" userId="8d49c830ac36a521" providerId="LiveId" clId="{B8839A4C-5D8E-47B7-ACED-D66C062B2ECB}" dt="2022-11-06T14:47:27.924" v="2597"/>
          <ac:grpSpMkLst>
            <pc:docMk/>
            <pc:sldMk cId="2154856189" sldId="272"/>
            <ac:grpSpMk id="166" creationId="{198D1857-C35C-66FB-9F08-667473079912}"/>
          </ac:grpSpMkLst>
        </pc:grpChg>
        <pc:grpChg chg="mod">
          <ac:chgData name="One Skill" userId="8d49c830ac36a521" providerId="LiveId" clId="{B8839A4C-5D8E-47B7-ACED-D66C062B2ECB}" dt="2022-11-06T14:47:27.924" v="2597"/>
          <ac:grpSpMkLst>
            <pc:docMk/>
            <pc:sldMk cId="2154856189" sldId="272"/>
            <ac:grpSpMk id="169" creationId="{6ED9B97A-466E-6F20-3D8E-21A4D60AF388}"/>
          </ac:grpSpMkLst>
        </pc:grpChg>
        <pc:grpChg chg="add mod">
          <ac:chgData name="One Skill" userId="8d49c830ac36a521" providerId="LiveId" clId="{B8839A4C-5D8E-47B7-ACED-D66C062B2ECB}" dt="2022-11-06T14:47:27.924" v="2597"/>
          <ac:grpSpMkLst>
            <pc:docMk/>
            <pc:sldMk cId="2154856189" sldId="272"/>
            <ac:grpSpMk id="178" creationId="{5E919B42-E2DD-C007-AB35-C7E2BD9B2118}"/>
          </ac:grpSpMkLst>
        </pc:grpChg>
        <pc:grpChg chg="add mod">
          <ac:chgData name="One Skill" userId="8d49c830ac36a521" providerId="LiveId" clId="{B8839A4C-5D8E-47B7-ACED-D66C062B2ECB}" dt="2022-11-06T14:47:27.924" v="2597"/>
          <ac:grpSpMkLst>
            <pc:docMk/>
            <pc:sldMk cId="2154856189" sldId="272"/>
            <ac:grpSpMk id="182" creationId="{DCC5CAB6-1040-4A68-405D-591458C1320B}"/>
          </ac:grpSpMkLst>
        </pc:grpChg>
        <pc:grpChg chg="mod">
          <ac:chgData name="One Skill" userId="8d49c830ac36a521" providerId="LiveId" clId="{B8839A4C-5D8E-47B7-ACED-D66C062B2ECB}" dt="2022-11-06T14:47:27.924" v="2597"/>
          <ac:grpSpMkLst>
            <pc:docMk/>
            <pc:sldMk cId="2154856189" sldId="272"/>
            <ac:grpSpMk id="189" creationId="{48FF387A-EFA6-0AD5-4430-F6C9E11D00AB}"/>
          </ac:grpSpMkLst>
        </pc:grpChg>
        <pc:grpChg chg="mod">
          <ac:chgData name="One Skill" userId="8d49c830ac36a521" providerId="LiveId" clId="{B8839A4C-5D8E-47B7-ACED-D66C062B2ECB}" dt="2022-11-06T14:47:27.924" v="2597"/>
          <ac:grpSpMkLst>
            <pc:docMk/>
            <pc:sldMk cId="2154856189" sldId="272"/>
            <ac:grpSpMk id="191" creationId="{75FEB12E-561D-C27A-13DF-87618837CA7F}"/>
          </ac:grpSpMkLst>
        </pc:grpChg>
        <pc:grpChg chg="mod">
          <ac:chgData name="One Skill" userId="8d49c830ac36a521" providerId="LiveId" clId="{B8839A4C-5D8E-47B7-ACED-D66C062B2ECB}" dt="2022-11-06T14:47:27.924" v="2597"/>
          <ac:grpSpMkLst>
            <pc:docMk/>
            <pc:sldMk cId="2154856189" sldId="272"/>
            <ac:grpSpMk id="192" creationId="{5AE291D7-DC0D-7487-CD4A-C88D734F25A4}"/>
          </ac:grpSpMkLst>
        </pc:grpChg>
        <pc:grpChg chg="mod">
          <ac:chgData name="One Skill" userId="8d49c830ac36a521" providerId="LiveId" clId="{B8839A4C-5D8E-47B7-ACED-D66C062B2ECB}" dt="2022-11-06T14:47:27.924" v="2597"/>
          <ac:grpSpMkLst>
            <pc:docMk/>
            <pc:sldMk cId="2154856189" sldId="272"/>
            <ac:grpSpMk id="193" creationId="{2A8C4C41-9CDC-A665-02C6-775C6C937C4E}"/>
          </ac:grpSpMkLst>
        </pc:grpChg>
        <pc:grpChg chg="mod">
          <ac:chgData name="One Skill" userId="8d49c830ac36a521" providerId="LiveId" clId="{B8839A4C-5D8E-47B7-ACED-D66C062B2ECB}" dt="2022-11-06T14:47:27.924" v="2597"/>
          <ac:grpSpMkLst>
            <pc:docMk/>
            <pc:sldMk cId="2154856189" sldId="272"/>
            <ac:grpSpMk id="194" creationId="{734E3812-712F-213B-C5A7-C5256424F0A2}"/>
          </ac:grpSpMkLst>
        </pc:grpChg>
        <pc:grpChg chg="mod">
          <ac:chgData name="One Skill" userId="8d49c830ac36a521" providerId="LiveId" clId="{B8839A4C-5D8E-47B7-ACED-D66C062B2ECB}" dt="2022-11-06T14:47:27.924" v="2597"/>
          <ac:grpSpMkLst>
            <pc:docMk/>
            <pc:sldMk cId="2154856189" sldId="272"/>
            <ac:grpSpMk id="195" creationId="{289FF676-3BD9-5C3E-0607-154849F88733}"/>
          </ac:grpSpMkLst>
        </pc:grpChg>
        <pc:grpChg chg="add mod">
          <ac:chgData name="One Skill" userId="8d49c830ac36a521" providerId="LiveId" clId="{B8839A4C-5D8E-47B7-ACED-D66C062B2ECB}" dt="2022-11-06T14:47:27.924" v="2597"/>
          <ac:grpSpMkLst>
            <pc:docMk/>
            <pc:sldMk cId="2154856189" sldId="272"/>
            <ac:grpSpMk id="221" creationId="{48470C7C-17DC-3FE8-81F4-5D38C6C8AAF3}"/>
          </ac:grpSpMkLst>
        </pc:grpChg>
        <pc:grpChg chg="mod">
          <ac:chgData name="One Skill" userId="8d49c830ac36a521" providerId="LiveId" clId="{B8839A4C-5D8E-47B7-ACED-D66C062B2ECB}" dt="2022-11-06T14:47:27.924" v="2597"/>
          <ac:grpSpMkLst>
            <pc:docMk/>
            <pc:sldMk cId="2154856189" sldId="272"/>
            <ac:grpSpMk id="222" creationId="{ACA8EF15-4FC4-2819-048C-EF6D7D2CED27}"/>
          </ac:grpSpMkLst>
        </pc:grpChg>
        <pc:grpChg chg="mod">
          <ac:chgData name="One Skill" userId="8d49c830ac36a521" providerId="LiveId" clId="{B8839A4C-5D8E-47B7-ACED-D66C062B2ECB}" dt="2022-11-06T14:47:27.924" v="2597"/>
          <ac:grpSpMkLst>
            <pc:docMk/>
            <pc:sldMk cId="2154856189" sldId="272"/>
            <ac:grpSpMk id="223" creationId="{2ACDC3BE-C5E4-2AF6-3BB0-2D96417A7DD5}"/>
          </ac:grpSpMkLst>
        </pc:grpChg>
        <pc:grpChg chg="mod">
          <ac:chgData name="One Skill" userId="8d49c830ac36a521" providerId="LiveId" clId="{B8839A4C-5D8E-47B7-ACED-D66C062B2ECB}" dt="2022-11-06T14:47:27.924" v="2597"/>
          <ac:grpSpMkLst>
            <pc:docMk/>
            <pc:sldMk cId="2154856189" sldId="272"/>
            <ac:grpSpMk id="224" creationId="{65A83ED1-5966-98ED-918D-63530E2F4858}"/>
          </ac:grpSpMkLst>
        </pc:grpChg>
        <pc:graphicFrameChg chg="add mod">
          <ac:chgData name="One Skill" userId="8d49c830ac36a521" providerId="LiveId" clId="{B8839A4C-5D8E-47B7-ACED-D66C062B2ECB}" dt="2022-11-06T14:47:27.924" v="2597"/>
          <ac:graphicFrameMkLst>
            <pc:docMk/>
            <pc:sldMk cId="2154856189" sldId="272"/>
            <ac:graphicFrameMk id="176" creationId="{0CF6A6A4-42ED-EAFB-0204-973E2DEBB2E4}"/>
          </ac:graphicFrameMkLst>
        </pc:graphicFrameChg>
        <pc:graphicFrameChg chg="add del mod">
          <ac:chgData name="One Skill" userId="8d49c830ac36a521" providerId="LiveId" clId="{B8839A4C-5D8E-47B7-ACED-D66C062B2ECB}" dt="2022-11-06T14:49:46.733" v="2629" actId="478"/>
          <ac:graphicFrameMkLst>
            <pc:docMk/>
            <pc:sldMk cId="2154856189" sldId="272"/>
            <ac:graphicFrameMk id="239" creationId="{832C0FB0-74BD-B7A9-48C9-0CA03044A628}"/>
          </ac:graphicFrameMkLst>
        </pc:graphicFrameChg>
        <pc:graphicFrameChg chg="add mod modGraphic">
          <ac:chgData name="One Skill" userId="8d49c830ac36a521" providerId="LiveId" clId="{B8839A4C-5D8E-47B7-ACED-D66C062B2ECB}" dt="2022-11-06T14:51:52.899" v="2655"/>
          <ac:graphicFrameMkLst>
            <pc:docMk/>
            <pc:sldMk cId="2154856189" sldId="272"/>
            <ac:graphicFrameMk id="241" creationId="{26372CA9-C138-F482-B0F8-86FEB9E42902}"/>
          </ac:graphicFrameMkLst>
        </pc:graphicFrameChg>
        <pc:picChg chg="del">
          <ac:chgData name="One Skill" userId="8d49c830ac36a521" providerId="LiveId" clId="{B8839A4C-5D8E-47B7-ACED-D66C062B2ECB}" dt="2022-11-06T14:46:54.811" v="2593" actId="478"/>
          <ac:picMkLst>
            <pc:docMk/>
            <pc:sldMk cId="2154856189" sldId="272"/>
            <ac:picMk id="9" creationId="{02D8BBAE-E1CA-5E27-D06F-717486DF04CA}"/>
          </ac:picMkLst>
        </pc:picChg>
        <pc:picChg chg="mod">
          <ac:chgData name="One Skill" userId="8d49c830ac36a521" providerId="LiveId" clId="{B8839A4C-5D8E-47B7-ACED-D66C062B2ECB}" dt="2022-11-06T14:46:55.267" v="2594"/>
          <ac:picMkLst>
            <pc:docMk/>
            <pc:sldMk cId="2154856189" sldId="272"/>
            <ac:picMk id="38" creationId="{ED2E7628-2189-C33A-3887-70ADF076790E}"/>
          </ac:picMkLst>
        </pc:picChg>
        <pc:picChg chg="mod">
          <ac:chgData name="One Skill" userId="8d49c830ac36a521" providerId="LiveId" clId="{B8839A4C-5D8E-47B7-ACED-D66C062B2ECB}" dt="2022-11-06T14:46:55.267" v="2594"/>
          <ac:picMkLst>
            <pc:docMk/>
            <pc:sldMk cId="2154856189" sldId="272"/>
            <ac:picMk id="42" creationId="{8AFF9719-FE09-053E-BC8A-4A997F826077}"/>
          </ac:picMkLst>
        </pc:picChg>
        <pc:picChg chg="mod">
          <ac:chgData name="One Skill" userId="8d49c830ac36a521" providerId="LiveId" clId="{B8839A4C-5D8E-47B7-ACED-D66C062B2ECB}" dt="2022-11-06T14:46:55.267" v="2594"/>
          <ac:picMkLst>
            <pc:docMk/>
            <pc:sldMk cId="2154856189" sldId="272"/>
            <ac:picMk id="45" creationId="{7A1DCD53-39E3-9420-B17F-CD6F89CE51B7}"/>
          </ac:picMkLst>
        </pc:picChg>
        <pc:picChg chg="mod">
          <ac:chgData name="One Skill" userId="8d49c830ac36a521" providerId="LiveId" clId="{B8839A4C-5D8E-47B7-ACED-D66C062B2ECB}" dt="2022-11-06T14:47:27.924" v="2597"/>
          <ac:picMkLst>
            <pc:docMk/>
            <pc:sldMk cId="2154856189" sldId="272"/>
            <ac:picMk id="155" creationId="{301E6D64-E1BA-5661-BF63-DD1DDC84EBD5}"/>
          </ac:picMkLst>
        </pc:picChg>
        <pc:picChg chg="mod">
          <ac:chgData name="One Skill" userId="8d49c830ac36a521" providerId="LiveId" clId="{B8839A4C-5D8E-47B7-ACED-D66C062B2ECB}" dt="2022-11-06T14:47:27.924" v="2597"/>
          <ac:picMkLst>
            <pc:docMk/>
            <pc:sldMk cId="2154856189" sldId="272"/>
            <ac:picMk id="159" creationId="{5CE45AA8-0363-43F4-CD97-1F33723B6268}"/>
          </ac:picMkLst>
        </pc:picChg>
        <pc:picChg chg="mod">
          <ac:chgData name="One Skill" userId="8d49c830ac36a521" providerId="LiveId" clId="{B8839A4C-5D8E-47B7-ACED-D66C062B2ECB}" dt="2022-11-06T14:47:27.924" v="2597"/>
          <ac:picMkLst>
            <pc:docMk/>
            <pc:sldMk cId="2154856189" sldId="272"/>
            <ac:picMk id="162" creationId="{55B0BAA0-215F-C049-E1BC-98A101490799}"/>
          </ac:picMkLst>
        </pc:picChg>
        <pc:picChg chg="add mod">
          <ac:chgData name="One Skill" userId="8d49c830ac36a521" providerId="LiveId" clId="{B8839A4C-5D8E-47B7-ACED-D66C062B2ECB}" dt="2022-11-06T14:47:27.924" v="2597"/>
          <ac:picMkLst>
            <pc:docMk/>
            <pc:sldMk cId="2154856189" sldId="272"/>
            <ac:picMk id="220" creationId="{72FC9FE5-1A53-A1FC-9512-B333FD02FCF9}"/>
          </ac:picMkLst>
        </pc:picChg>
        <pc:picChg chg="mod">
          <ac:chgData name="One Skill" userId="8d49c830ac36a521" providerId="LiveId" clId="{B8839A4C-5D8E-47B7-ACED-D66C062B2ECB}" dt="2022-11-06T14:47:27.924" v="2597"/>
          <ac:picMkLst>
            <pc:docMk/>
            <pc:sldMk cId="2154856189" sldId="272"/>
            <ac:picMk id="231" creationId="{8152AA36-887C-AAE1-E956-13C34D9C0FEF}"/>
          </ac:picMkLst>
        </pc:picChg>
        <pc:picChg chg="mod">
          <ac:chgData name="One Skill" userId="8d49c830ac36a521" providerId="LiveId" clId="{B8839A4C-5D8E-47B7-ACED-D66C062B2ECB}" dt="2022-11-06T14:47:27.924" v="2597"/>
          <ac:picMkLst>
            <pc:docMk/>
            <pc:sldMk cId="2154856189" sldId="272"/>
            <ac:picMk id="235" creationId="{5E97FCCF-43A0-0575-0D10-32AE516E700A}"/>
          </ac:picMkLst>
        </pc:picChg>
        <pc:picChg chg="mod">
          <ac:chgData name="One Skill" userId="8d49c830ac36a521" providerId="LiveId" clId="{B8839A4C-5D8E-47B7-ACED-D66C062B2ECB}" dt="2022-11-06T14:47:27.924" v="2597"/>
          <ac:picMkLst>
            <pc:docMk/>
            <pc:sldMk cId="2154856189" sldId="272"/>
            <ac:picMk id="238" creationId="{D9EF4AF8-26F5-6552-82D5-F07EC1E7B0C4}"/>
          </ac:picMkLst>
        </pc:picChg>
      </pc:sldChg>
      <pc:sldChg chg="addSp delSp modSp add mod modTransition">
        <pc:chgData name="One Skill" userId="8d49c830ac36a521" providerId="LiveId" clId="{B8839A4C-5D8E-47B7-ACED-D66C062B2ECB}" dt="2022-11-06T15:21:52.834" v="3148"/>
        <pc:sldMkLst>
          <pc:docMk/>
          <pc:sldMk cId="2178898342" sldId="272"/>
        </pc:sldMkLst>
        <pc:spChg chg="del">
          <ac:chgData name="One Skill" userId="8d49c830ac36a521" providerId="LiveId" clId="{B8839A4C-5D8E-47B7-ACED-D66C062B2ECB}" dt="2022-11-06T15:16:08.259" v="3094" actId="478"/>
          <ac:spMkLst>
            <pc:docMk/>
            <pc:sldMk cId="2178898342" sldId="272"/>
            <ac:spMk id="2" creationId="{8FDACB0C-4C77-19B4-CE17-0A70CA99159B}"/>
          </ac:spMkLst>
        </pc:spChg>
        <pc:spChg chg="del">
          <ac:chgData name="One Skill" userId="8d49c830ac36a521" providerId="LiveId" clId="{B8839A4C-5D8E-47B7-ACED-D66C062B2ECB}" dt="2022-11-06T15:16:08.259" v="3094" actId="478"/>
          <ac:spMkLst>
            <pc:docMk/>
            <pc:sldMk cId="2178898342" sldId="272"/>
            <ac:spMk id="6" creationId="{F7B19526-E0B5-8048-B4D4-C2506DD4FD95}"/>
          </ac:spMkLst>
        </pc:spChg>
        <pc:spChg chg="del">
          <ac:chgData name="One Skill" userId="8d49c830ac36a521" providerId="LiveId" clId="{B8839A4C-5D8E-47B7-ACED-D66C062B2ECB}" dt="2022-11-06T15:16:08.259" v="3094" actId="478"/>
          <ac:spMkLst>
            <pc:docMk/>
            <pc:sldMk cId="2178898342" sldId="272"/>
            <ac:spMk id="7" creationId="{A41EDF10-3D8D-4096-F1BB-D383E4A023C8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8" creationId="{6D4355BC-71BA-AE2D-6732-21F538D2D4D8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9" creationId="{C748E549-F1E8-E159-A083-D653BC375ADB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0" creationId="{8DDF6D04-79DB-8EF2-F692-56488294BDA5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1" creationId="{EB80AD5E-6E3A-6C87-B297-7E3F8F4FD03B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2" creationId="{6A1B8BFC-8595-4E3E-50E8-B91BEA8548E4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3" creationId="{3B346967-3158-26DD-0DE8-4DDE318720AD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4" creationId="{FDC46D82-3741-5FCB-2976-A1294299E00A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5" creationId="{BA4DF200-381D-6B25-17B2-FF7DD0966A88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6" creationId="{70AC6DD2-AF89-B602-9629-E59B3F96E3E6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53" creationId="{96AF6A10-1E53-1720-1897-2601A4EE5650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54" creationId="{128279DD-1FF3-242B-434E-FD461EF78E24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56" creationId="{3C7AB456-E673-92E2-C8FE-A8139BD26060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57" creationId="{9B63A7D8-52A3-C711-0373-8D888F27BEB5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58" creationId="{8D242D86-0473-6EA8-0463-9AC286647EFB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64" creationId="{8738E4FA-CCC8-3466-BEE9-7451C370B35C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65" creationId="{6DE8BB30-0016-E583-7C5D-B1F333F33828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66" creationId="{38D6EBC5-83C7-ED43-2BD6-741761460CA3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67" creationId="{D99B3B7C-0B59-2B21-F3EE-9FFBE571806A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68" creationId="{DE27321E-E839-47A0-9090-D4F31B847BAA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69" creationId="{A8681ACC-DDD6-935B-413A-1CEE85A4CC7F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71" creationId="{D742D7D7-6609-31A7-8720-D32381A0060B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72" creationId="{5F285F45-E671-B5B7-67F2-28868E6FB3BA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73" creationId="{5FEBBE37-2475-FE2C-91A4-059CA9640E57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75" creationId="{48F6FD43-2F73-CC8C-4B9A-36F8ADEDDCB6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76" creationId="{A8A0A868-0B59-8288-D331-A10887A72D39}"/>
          </ac:spMkLst>
        </pc:spChg>
        <pc:spChg chg="add 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78" creationId="{124723B4-C709-C052-D922-D299639A60EB}"/>
          </ac:spMkLst>
        </pc:spChg>
        <pc:spChg chg="add 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79" creationId="{021D9C99-8AE7-A97D-C86A-FD48ACDE9130}"/>
          </ac:spMkLst>
        </pc:spChg>
        <pc:spChg chg="add 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80" creationId="{159F4163-85CC-8853-354A-56B0381456F6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82" creationId="{020FF847-53B5-1AB8-BBAD-8B302DB383D5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83" creationId="{2123C02B-E72D-6934-C010-A2A55170CF46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85" creationId="{4514E561-8AAC-AC8E-5DFB-CAE6DC33897D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86" creationId="{D104FDFB-6209-6052-3E90-7870C4A3BB03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87" creationId="{000FBA8C-1D9F-C9ED-F489-3084E5E0F8EF}"/>
          </ac:spMkLst>
        </pc:spChg>
        <pc:spChg chg="add mod">
          <ac:chgData name="One Skill" userId="8d49c830ac36a521" providerId="LiveId" clId="{B8839A4C-5D8E-47B7-ACED-D66C062B2ECB}" dt="2022-11-06T15:18:18.258" v="3106" actId="1076"/>
          <ac:spMkLst>
            <pc:docMk/>
            <pc:sldMk cId="2178898342" sldId="272"/>
            <ac:spMk id="88" creationId="{3BC4AE21-BF70-0BFA-97EE-0668C977BB42}"/>
          </ac:spMkLst>
        </pc:spChg>
        <pc:spChg chg="add mod">
          <ac:chgData name="One Skill" userId="8d49c830ac36a521" providerId="LiveId" clId="{B8839A4C-5D8E-47B7-ACED-D66C062B2ECB}" dt="2022-11-06T15:18:18.258" v="3106" actId="1076"/>
          <ac:spMkLst>
            <pc:docMk/>
            <pc:sldMk cId="2178898342" sldId="272"/>
            <ac:spMk id="89" creationId="{96060415-D82F-C52B-41DC-A61C5EBC9854}"/>
          </ac:spMkLst>
        </pc:spChg>
        <pc:spChg chg="add mod">
          <ac:chgData name="One Skill" userId="8d49c830ac36a521" providerId="LiveId" clId="{B8839A4C-5D8E-47B7-ACED-D66C062B2ECB}" dt="2022-11-06T15:18:18.258" v="3106" actId="1076"/>
          <ac:spMkLst>
            <pc:docMk/>
            <pc:sldMk cId="2178898342" sldId="272"/>
            <ac:spMk id="90" creationId="{57518DC3-DDE0-FF98-C7A2-E1DF142A2ECA}"/>
          </ac:spMkLst>
        </pc:spChg>
        <pc:spChg chg="add mod">
          <ac:chgData name="One Skill" userId="8d49c830ac36a521" providerId="LiveId" clId="{B8839A4C-5D8E-47B7-ACED-D66C062B2ECB}" dt="2022-11-06T15:18:18.258" v="3106" actId="1076"/>
          <ac:spMkLst>
            <pc:docMk/>
            <pc:sldMk cId="2178898342" sldId="272"/>
            <ac:spMk id="92" creationId="{33DC8E2D-A456-892F-386B-34F8E491EC1F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94" creationId="{2E7F60A8-9F11-86B6-D747-53C8F5F09B70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95" creationId="{D53813DD-0CFA-DDF2-53F5-8D77A68D34CD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96" creationId="{D5899E8D-3DB0-429F-2E82-843B150DC6AA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98" creationId="{B8F5FCF9-56F6-82D3-E73B-E404255FFF53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99" creationId="{3260F92C-FC08-5752-E84E-85DD7D605601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00" creationId="{378AE7A5-0629-1C58-1191-6BABCDDB57EF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01" creationId="{1E0BC6D8-B5CD-D90C-D076-4A51C27BF923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02" creationId="{4AB7C3F4-D877-1EAA-A9D9-8F7F498A6A42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03" creationId="{3F965F10-9F08-7B9B-75EA-BC54C6517EB2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05" creationId="{5C7CD501-83E3-2E13-3668-239D638A476C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11" creationId="{BE3DD46C-C245-AB2F-FF30-0976F61B53FC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12" creationId="{D6A220D9-031C-A8A9-8631-97696E3CF04A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13" creationId="{EEDEE592-F3B9-56BF-3444-18D816024C1C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14" creationId="{4313C2E5-D089-2D5F-D025-2A1354F22FEF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15" creationId="{A2F1A390-DE0E-7066-E9D0-426B1D2016FE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16" creationId="{3ACB7FED-8F04-B934-5C6D-CCA0C351B72E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17" creationId="{0D85AF81-89F2-B133-C39E-741D7C378535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18" creationId="{3AEF1D6B-65A0-84A8-8FC2-C7CD84D96F7C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19" creationId="{5F1238B1-31DE-C5DD-7F56-3A14F3A56521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20" creationId="{C8ED0D9F-98B0-0ED5-D355-72F4EB2B2D47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21" creationId="{208259A4-B7F6-589F-8ACE-3D0ECFF71AEB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22" creationId="{D2166315-F186-49BD-F1C6-675671416A65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23" creationId="{07D13549-BF14-4313-EB59-8133D46132A6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24" creationId="{6A1507DD-6466-2D61-2941-8C5461B2491C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25" creationId="{4E4F7158-147B-9119-AE56-A470BC39C703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26" creationId="{E2D938BE-413F-7AD4-383B-7B068605A82F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27" creationId="{4D9CE143-D0C6-69BD-C909-1B530CE9AA3B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28" creationId="{F90F9F23-6C50-7B86-C114-91F1C63FBF88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29" creationId="{D2154557-3A0A-848E-71A5-3D6E7D62A06B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30" creationId="{E863140D-4037-CD90-61F0-966A3BC1A503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31" creationId="{7074A79C-9CE4-FC5F-115B-C8ED813AC705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32" creationId="{8708E8B7-ED8C-F41A-D7C5-A23E56197696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33" creationId="{FAFD3297-2218-A986-D50F-EC3FC6E18A32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34" creationId="{194AF38D-3908-C81F-5023-4705728FF340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40" creationId="{2B5CE5F2-2F79-438E-7B5F-3816019D01DF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41" creationId="{538CFC91-8156-AA9F-87D6-CE92E4D261F0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42" creationId="{7AC4D329-80BC-E467-B123-B184C50ED055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43" creationId="{2E9DB82E-0687-BB85-3A6E-8C65F52AD6AE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44" creationId="{9399D0D9-8823-7FE5-46D5-46D430F1A369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45" creationId="{EFE4B129-64F6-63F8-1472-E226C6D771EA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47" creationId="{95195EAF-5218-38E9-E341-56AFB1CFC794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48" creationId="{7A772690-0888-F75D-6C3C-DC3B4081F148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49" creationId="{5DBB4D3A-C829-EE50-B4AB-D59D265BD715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51" creationId="{BFFB66C1-3481-1CAA-9D69-ABA9E2F48EE1}"/>
          </ac:spMkLst>
        </pc:spChg>
        <pc:spChg chg="mod">
          <ac:chgData name="One Skill" userId="8d49c830ac36a521" providerId="LiveId" clId="{B8839A4C-5D8E-47B7-ACED-D66C062B2ECB}" dt="2022-11-06T15:16:22.119" v="3095"/>
          <ac:spMkLst>
            <pc:docMk/>
            <pc:sldMk cId="2178898342" sldId="272"/>
            <ac:spMk id="152" creationId="{6B387E3C-A9DE-02FA-03BA-EF2BDCB8F71C}"/>
          </ac:spMkLst>
        </pc:spChg>
        <pc:grpChg chg="add mod">
          <ac:chgData name="One Skill" userId="8d49c830ac36a521" providerId="LiveId" clId="{B8839A4C-5D8E-47B7-ACED-D66C062B2ECB}" dt="2022-11-06T15:16:22.119" v="3095"/>
          <ac:grpSpMkLst>
            <pc:docMk/>
            <pc:sldMk cId="2178898342" sldId="272"/>
            <ac:grpSpMk id="4" creationId="{9F493C43-3FB3-5A77-4C3F-EB3C7235BAF0}"/>
          </ac:grpSpMkLst>
        </pc:grpChg>
        <pc:grpChg chg="del">
          <ac:chgData name="One Skill" userId="8d49c830ac36a521" providerId="LiveId" clId="{B8839A4C-5D8E-47B7-ACED-D66C062B2ECB}" dt="2022-11-06T15:16:08.259" v="3094" actId="478"/>
          <ac:grpSpMkLst>
            <pc:docMk/>
            <pc:sldMk cId="2178898342" sldId="272"/>
            <ac:grpSpMk id="17" creationId="{FA3F370E-D099-BBC1-A0F2-89B9713045D9}"/>
          </ac:grpSpMkLst>
        </pc:grpChg>
        <pc:grpChg chg="del">
          <ac:chgData name="One Skill" userId="8d49c830ac36a521" providerId="LiveId" clId="{B8839A4C-5D8E-47B7-ACED-D66C062B2ECB}" dt="2022-11-06T15:16:08.259" v="3094" actId="478"/>
          <ac:grpSpMkLst>
            <pc:docMk/>
            <pc:sldMk cId="2178898342" sldId="272"/>
            <ac:grpSpMk id="40" creationId="{9143F91B-095B-BEB8-4900-EA332675A84B}"/>
          </ac:grpSpMkLst>
        </pc:grpChg>
        <pc:grpChg chg="add mod">
          <ac:chgData name="One Skill" userId="8d49c830ac36a521" providerId="LiveId" clId="{B8839A4C-5D8E-47B7-ACED-D66C062B2ECB}" dt="2022-11-06T15:16:22.119" v="3095"/>
          <ac:grpSpMkLst>
            <pc:docMk/>
            <pc:sldMk cId="2178898342" sldId="272"/>
            <ac:grpSpMk id="55" creationId="{1BF90F31-B253-FD4D-A824-8BCDE6874655}"/>
          </ac:grpSpMkLst>
        </pc:grpChg>
        <pc:grpChg chg="mod">
          <ac:chgData name="One Skill" userId="8d49c830ac36a521" providerId="LiveId" clId="{B8839A4C-5D8E-47B7-ACED-D66C062B2ECB}" dt="2022-11-06T15:16:22.119" v="3095"/>
          <ac:grpSpMkLst>
            <pc:docMk/>
            <pc:sldMk cId="2178898342" sldId="272"/>
            <ac:grpSpMk id="59" creationId="{74374848-AB80-F861-975B-1A8FB51C1578}"/>
          </ac:grpSpMkLst>
        </pc:grpChg>
        <pc:grpChg chg="mod">
          <ac:chgData name="One Skill" userId="8d49c830ac36a521" providerId="LiveId" clId="{B8839A4C-5D8E-47B7-ACED-D66C062B2ECB}" dt="2022-11-06T15:16:22.119" v="3095"/>
          <ac:grpSpMkLst>
            <pc:docMk/>
            <pc:sldMk cId="2178898342" sldId="272"/>
            <ac:grpSpMk id="60" creationId="{4437FBD5-1BBD-07B6-EF95-1B7027D866A2}"/>
          </ac:grpSpMkLst>
        </pc:grpChg>
        <pc:grpChg chg="mod">
          <ac:chgData name="One Skill" userId="8d49c830ac36a521" providerId="LiveId" clId="{B8839A4C-5D8E-47B7-ACED-D66C062B2ECB}" dt="2022-11-06T15:16:22.119" v="3095"/>
          <ac:grpSpMkLst>
            <pc:docMk/>
            <pc:sldMk cId="2178898342" sldId="272"/>
            <ac:grpSpMk id="61" creationId="{851B3DBD-E81F-4F02-59B0-B58877DF94D2}"/>
          </ac:grpSpMkLst>
        </pc:grpChg>
        <pc:grpChg chg="mod">
          <ac:chgData name="One Skill" userId="8d49c830ac36a521" providerId="LiveId" clId="{B8839A4C-5D8E-47B7-ACED-D66C062B2ECB}" dt="2022-11-06T15:16:22.119" v="3095"/>
          <ac:grpSpMkLst>
            <pc:docMk/>
            <pc:sldMk cId="2178898342" sldId="272"/>
            <ac:grpSpMk id="62" creationId="{2F7BFFA6-D0A3-68ED-D73A-3E9E36CFCDAE}"/>
          </ac:grpSpMkLst>
        </pc:grpChg>
        <pc:grpChg chg="mod">
          <ac:chgData name="One Skill" userId="8d49c830ac36a521" providerId="LiveId" clId="{B8839A4C-5D8E-47B7-ACED-D66C062B2ECB}" dt="2022-11-06T15:16:22.119" v="3095"/>
          <ac:grpSpMkLst>
            <pc:docMk/>
            <pc:sldMk cId="2178898342" sldId="272"/>
            <ac:grpSpMk id="63" creationId="{9D215B3D-AC3E-4754-A19B-5CF00CA2AE0E}"/>
          </ac:grpSpMkLst>
        </pc:grpChg>
        <pc:grpChg chg="add mod">
          <ac:chgData name="One Skill" userId="8d49c830ac36a521" providerId="LiveId" clId="{B8839A4C-5D8E-47B7-ACED-D66C062B2ECB}" dt="2022-11-06T15:18:18.258" v="3106" actId="1076"/>
          <ac:grpSpMkLst>
            <pc:docMk/>
            <pc:sldMk cId="2178898342" sldId="272"/>
            <ac:grpSpMk id="81" creationId="{0EF700FC-9C6C-A869-AA17-CD3877C8B291}"/>
          </ac:grpSpMkLst>
        </pc:grpChg>
        <pc:grpChg chg="mod">
          <ac:chgData name="One Skill" userId="8d49c830ac36a521" providerId="LiveId" clId="{B8839A4C-5D8E-47B7-ACED-D66C062B2ECB}" dt="2022-11-06T15:16:22.119" v="3095"/>
          <ac:grpSpMkLst>
            <pc:docMk/>
            <pc:sldMk cId="2178898342" sldId="272"/>
            <ac:grpSpMk id="84" creationId="{ED7D3D87-1650-CB14-9FC8-CFBBD68F3A3D}"/>
          </ac:grpSpMkLst>
        </pc:grpChg>
        <pc:grpChg chg="add mod">
          <ac:chgData name="One Skill" userId="8d49c830ac36a521" providerId="LiveId" clId="{B8839A4C-5D8E-47B7-ACED-D66C062B2ECB}" dt="2022-11-06T15:18:18.258" v="3106" actId="1076"/>
          <ac:grpSpMkLst>
            <pc:docMk/>
            <pc:sldMk cId="2178898342" sldId="272"/>
            <ac:grpSpMk id="93" creationId="{A52B8424-7148-A9A7-1AE3-666D9636802C}"/>
          </ac:grpSpMkLst>
        </pc:grpChg>
        <pc:grpChg chg="add mod">
          <ac:chgData name="One Skill" userId="8d49c830ac36a521" providerId="LiveId" clId="{B8839A4C-5D8E-47B7-ACED-D66C062B2ECB}" dt="2022-11-06T15:18:18.258" v="3106" actId="1076"/>
          <ac:grpSpMkLst>
            <pc:docMk/>
            <pc:sldMk cId="2178898342" sldId="272"/>
            <ac:grpSpMk id="97" creationId="{00BB3A69-9BF0-43E2-E02D-9CD1DBCFEF4D}"/>
          </ac:grpSpMkLst>
        </pc:grpChg>
        <pc:grpChg chg="mod">
          <ac:chgData name="One Skill" userId="8d49c830ac36a521" providerId="LiveId" clId="{B8839A4C-5D8E-47B7-ACED-D66C062B2ECB}" dt="2022-11-06T15:16:22.119" v="3095"/>
          <ac:grpSpMkLst>
            <pc:docMk/>
            <pc:sldMk cId="2178898342" sldId="272"/>
            <ac:grpSpMk id="104" creationId="{96B5A224-E7BD-D0EB-0EA6-4BEA9C5A6DF8}"/>
          </ac:grpSpMkLst>
        </pc:grpChg>
        <pc:grpChg chg="mod">
          <ac:chgData name="One Skill" userId="8d49c830ac36a521" providerId="LiveId" clId="{B8839A4C-5D8E-47B7-ACED-D66C062B2ECB}" dt="2022-11-06T15:16:22.119" v="3095"/>
          <ac:grpSpMkLst>
            <pc:docMk/>
            <pc:sldMk cId="2178898342" sldId="272"/>
            <ac:grpSpMk id="106" creationId="{03C50640-0B42-B226-14FF-3594BA5D915B}"/>
          </ac:grpSpMkLst>
        </pc:grpChg>
        <pc:grpChg chg="mod">
          <ac:chgData name="One Skill" userId="8d49c830ac36a521" providerId="LiveId" clId="{B8839A4C-5D8E-47B7-ACED-D66C062B2ECB}" dt="2022-11-06T15:16:22.119" v="3095"/>
          <ac:grpSpMkLst>
            <pc:docMk/>
            <pc:sldMk cId="2178898342" sldId="272"/>
            <ac:grpSpMk id="107" creationId="{BDA961F4-45AD-07B2-14E5-5BA1E577B291}"/>
          </ac:grpSpMkLst>
        </pc:grpChg>
        <pc:grpChg chg="mod">
          <ac:chgData name="One Skill" userId="8d49c830ac36a521" providerId="LiveId" clId="{B8839A4C-5D8E-47B7-ACED-D66C062B2ECB}" dt="2022-11-06T15:16:22.119" v="3095"/>
          <ac:grpSpMkLst>
            <pc:docMk/>
            <pc:sldMk cId="2178898342" sldId="272"/>
            <ac:grpSpMk id="108" creationId="{BC456430-D850-2525-B460-56103EC92029}"/>
          </ac:grpSpMkLst>
        </pc:grpChg>
        <pc:grpChg chg="mod">
          <ac:chgData name="One Skill" userId="8d49c830ac36a521" providerId="LiveId" clId="{B8839A4C-5D8E-47B7-ACED-D66C062B2ECB}" dt="2022-11-06T15:16:22.119" v="3095"/>
          <ac:grpSpMkLst>
            <pc:docMk/>
            <pc:sldMk cId="2178898342" sldId="272"/>
            <ac:grpSpMk id="109" creationId="{50C220A3-7221-11B2-BAA3-372A418D515C}"/>
          </ac:grpSpMkLst>
        </pc:grpChg>
        <pc:grpChg chg="mod">
          <ac:chgData name="One Skill" userId="8d49c830ac36a521" providerId="LiveId" clId="{B8839A4C-5D8E-47B7-ACED-D66C062B2ECB}" dt="2022-11-06T15:16:22.119" v="3095"/>
          <ac:grpSpMkLst>
            <pc:docMk/>
            <pc:sldMk cId="2178898342" sldId="272"/>
            <ac:grpSpMk id="110" creationId="{072C1514-7953-FF2C-8E6F-BA3FCD64D0EC}"/>
          </ac:grpSpMkLst>
        </pc:grpChg>
        <pc:grpChg chg="add mod ord">
          <ac:chgData name="One Skill" userId="8d49c830ac36a521" providerId="LiveId" clId="{B8839A4C-5D8E-47B7-ACED-D66C062B2ECB}" dt="2022-11-06T15:19:15.167" v="3114" actId="166"/>
          <ac:grpSpMkLst>
            <pc:docMk/>
            <pc:sldMk cId="2178898342" sldId="272"/>
            <ac:grpSpMk id="136" creationId="{D232DE9A-58F9-14D7-F86D-D4B8DD6CF060}"/>
          </ac:grpSpMkLst>
        </pc:grpChg>
        <pc:grpChg chg="mod">
          <ac:chgData name="One Skill" userId="8d49c830ac36a521" providerId="LiveId" clId="{B8839A4C-5D8E-47B7-ACED-D66C062B2ECB}" dt="2022-11-06T15:16:22.119" v="3095"/>
          <ac:grpSpMkLst>
            <pc:docMk/>
            <pc:sldMk cId="2178898342" sldId="272"/>
            <ac:grpSpMk id="137" creationId="{13F0D992-6182-8E72-6BA9-BEFE5BDC41FE}"/>
          </ac:grpSpMkLst>
        </pc:grpChg>
        <pc:grpChg chg="mod">
          <ac:chgData name="One Skill" userId="8d49c830ac36a521" providerId="LiveId" clId="{B8839A4C-5D8E-47B7-ACED-D66C062B2ECB}" dt="2022-11-06T15:16:22.119" v="3095"/>
          <ac:grpSpMkLst>
            <pc:docMk/>
            <pc:sldMk cId="2178898342" sldId="272"/>
            <ac:grpSpMk id="138" creationId="{B54283B7-843A-77B1-6A27-3A166945754E}"/>
          </ac:grpSpMkLst>
        </pc:grpChg>
        <pc:grpChg chg="mod">
          <ac:chgData name="One Skill" userId="8d49c830ac36a521" providerId="LiveId" clId="{B8839A4C-5D8E-47B7-ACED-D66C062B2ECB}" dt="2022-11-06T15:16:22.119" v="3095"/>
          <ac:grpSpMkLst>
            <pc:docMk/>
            <pc:sldMk cId="2178898342" sldId="272"/>
            <ac:grpSpMk id="139" creationId="{249DBB94-4661-0F60-0AB8-167F85D4DA6E}"/>
          </ac:grpSpMkLst>
        </pc:grpChg>
        <pc:graphicFrameChg chg="add mod">
          <ac:chgData name="One Skill" userId="8d49c830ac36a521" providerId="LiveId" clId="{B8839A4C-5D8E-47B7-ACED-D66C062B2ECB}" dt="2022-11-06T15:18:18.258" v="3106" actId="1076"/>
          <ac:graphicFrameMkLst>
            <pc:docMk/>
            <pc:sldMk cId="2178898342" sldId="272"/>
            <ac:graphicFrameMk id="91" creationId="{E3F2A484-750E-E31B-90AF-9A4673F0AC68}"/>
          </ac:graphicFrameMkLst>
        </pc:graphicFrameChg>
        <pc:graphicFrameChg chg="add del mod">
          <ac:chgData name="One Skill" userId="8d49c830ac36a521" providerId="LiveId" clId="{B8839A4C-5D8E-47B7-ACED-D66C062B2ECB}" dt="2022-11-06T15:16:25.380" v="3096" actId="478"/>
          <ac:graphicFrameMkLst>
            <pc:docMk/>
            <pc:sldMk cId="2178898342" sldId="272"/>
            <ac:graphicFrameMk id="154" creationId="{308CFFE8-9F55-8431-E8D9-17A945156753}"/>
          </ac:graphicFrameMkLst>
        </pc:graphicFrameChg>
        <pc:graphicFrameChg chg="add mod modGraphic">
          <ac:chgData name="One Skill" userId="8d49c830ac36a521" providerId="LiveId" clId="{B8839A4C-5D8E-47B7-ACED-D66C062B2ECB}" dt="2022-11-06T15:20:58.521" v="3140" actId="1076"/>
          <ac:graphicFrameMkLst>
            <pc:docMk/>
            <pc:sldMk cId="2178898342" sldId="272"/>
            <ac:graphicFrameMk id="156" creationId="{F6642A6C-BA71-3780-A576-20CC4B250FAA}"/>
          </ac:graphicFrameMkLst>
        </pc:graphicFrameChg>
        <pc:picChg chg="del">
          <ac:chgData name="One Skill" userId="8d49c830ac36a521" providerId="LiveId" clId="{B8839A4C-5D8E-47B7-ACED-D66C062B2ECB}" dt="2022-11-06T15:16:08.259" v="3094" actId="478"/>
          <ac:picMkLst>
            <pc:docMk/>
            <pc:sldMk cId="2178898342" sldId="272"/>
            <ac:picMk id="52" creationId="{A2B381E2-89EC-BC57-995F-60EF380ABCDC}"/>
          </ac:picMkLst>
        </pc:picChg>
        <pc:picChg chg="mod">
          <ac:chgData name="One Skill" userId="8d49c830ac36a521" providerId="LiveId" clId="{B8839A4C-5D8E-47B7-ACED-D66C062B2ECB}" dt="2022-11-06T15:16:22.119" v="3095"/>
          <ac:picMkLst>
            <pc:docMk/>
            <pc:sldMk cId="2178898342" sldId="272"/>
            <ac:picMk id="70" creationId="{E471E6D9-B381-638E-EB06-84813383AE84}"/>
          </ac:picMkLst>
        </pc:picChg>
        <pc:picChg chg="mod">
          <ac:chgData name="One Skill" userId="8d49c830ac36a521" providerId="LiveId" clId="{B8839A4C-5D8E-47B7-ACED-D66C062B2ECB}" dt="2022-11-06T15:16:22.119" v="3095"/>
          <ac:picMkLst>
            <pc:docMk/>
            <pc:sldMk cId="2178898342" sldId="272"/>
            <ac:picMk id="74" creationId="{CB7441AF-D6DA-A725-79EC-975FB4D188A9}"/>
          </ac:picMkLst>
        </pc:picChg>
        <pc:picChg chg="mod">
          <ac:chgData name="One Skill" userId="8d49c830ac36a521" providerId="LiveId" clId="{B8839A4C-5D8E-47B7-ACED-D66C062B2ECB}" dt="2022-11-06T15:16:22.119" v="3095"/>
          <ac:picMkLst>
            <pc:docMk/>
            <pc:sldMk cId="2178898342" sldId="272"/>
            <ac:picMk id="77" creationId="{0C4782FD-474A-7E96-A826-4CF9CCEA9480}"/>
          </ac:picMkLst>
        </pc:picChg>
        <pc:picChg chg="add mod ord">
          <ac:chgData name="One Skill" userId="8d49c830ac36a521" providerId="LiveId" clId="{B8839A4C-5D8E-47B7-ACED-D66C062B2ECB}" dt="2022-11-06T15:19:25.674" v="3116" actId="166"/>
          <ac:picMkLst>
            <pc:docMk/>
            <pc:sldMk cId="2178898342" sldId="272"/>
            <ac:picMk id="135" creationId="{E7D00E37-33A4-ADCB-DF42-536DE2F86D77}"/>
          </ac:picMkLst>
        </pc:picChg>
        <pc:picChg chg="mod">
          <ac:chgData name="One Skill" userId="8d49c830ac36a521" providerId="LiveId" clId="{B8839A4C-5D8E-47B7-ACED-D66C062B2ECB}" dt="2022-11-06T15:16:22.119" v="3095"/>
          <ac:picMkLst>
            <pc:docMk/>
            <pc:sldMk cId="2178898342" sldId="272"/>
            <ac:picMk id="146" creationId="{18C5A27E-CFEF-B854-3A60-646E73F542B7}"/>
          </ac:picMkLst>
        </pc:picChg>
        <pc:picChg chg="mod">
          <ac:chgData name="One Skill" userId="8d49c830ac36a521" providerId="LiveId" clId="{B8839A4C-5D8E-47B7-ACED-D66C062B2ECB}" dt="2022-11-06T15:16:22.119" v="3095"/>
          <ac:picMkLst>
            <pc:docMk/>
            <pc:sldMk cId="2178898342" sldId="272"/>
            <ac:picMk id="150" creationId="{85196989-0AD9-28F1-BEAF-91EA687D80CF}"/>
          </ac:picMkLst>
        </pc:picChg>
        <pc:picChg chg="mod">
          <ac:chgData name="One Skill" userId="8d49c830ac36a521" providerId="LiveId" clId="{B8839A4C-5D8E-47B7-ACED-D66C062B2ECB}" dt="2022-11-06T15:16:22.119" v="3095"/>
          <ac:picMkLst>
            <pc:docMk/>
            <pc:sldMk cId="2178898342" sldId="272"/>
            <ac:picMk id="153" creationId="{FA1BCE55-D261-6F51-B749-343809B6984E}"/>
          </ac:picMkLst>
        </pc:picChg>
      </pc:sldChg>
      <pc:sldChg chg="modSp add mod setBg">
        <pc:chgData name="One Skill" userId="8d49c830ac36a521" providerId="LiveId" clId="{B8839A4C-5D8E-47B7-ACED-D66C062B2ECB}" dt="2022-11-06T15:21:32.055" v="3147" actId="1076"/>
        <pc:sldMkLst>
          <pc:docMk/>
          <pc:sldMk cId="1603137740" sldId="273"/>
        </pc:sldMkLst>
        <pc:spChg chg="mod">
          <ac:chgData name="One Skill" userId="8d49c830ac36a521" providerId="LiveId" clId="{B8839A4C-5D8E-47B7-ACED-D66C062B2ECB}" dt="2022-11-06T15:21:28.795" v="3145" actId="207"/>
          <ac:spMkLst>
            <pc:docMk/>
            <pc:sldMk cId="1603137740" sldId="273"/>
            <ac:spMk id="178" creationId="{1C4F4FEA-171F-0E8B-1E8F-79FEEB240898}"/>
          </ac:spMkLst>
        </pc:spChg>
        <pc:spChg chg="mod">
          <ac:chgData name="One Skill" userId="8d49c830ac36a521" providerId="LiveId" clId="{B8839A4C-5D8E-47B7-ACED-D66C062B2ECB}" dt="2022-11-06T15:21:25.015" v="3143" actId="207"/>
          <ac:spMkLst>
            <pc:docMk/>
            <pc:sldMk cId="1603137740" sldId="273"/>
            <ac:spMk id="184" creationId="{331EF5D5-23BA-DACA-8BD1-C4519A22694E}"/>
          </ac:spMkLst>
        </pc:spChg>
        <pc:picChg chg="mod">
          <ac:chgData name="One Skill" userId="8d49c830ac36a521" providerId="LiveId" clId="{B8839A4C-5D8E-47B7-ACED-D66C062B2ECB}" dt="2022-11-06T15:21:32.055" v="3147" actId="1076"/>
          <ac:picMkLst>
            <pc:docMk/>
            <pc:sldMk cId="1603137740" sldId="273"/>
            <ac:picMk id="2" creationId="{D98A42C1-0307-E48C-4A20-94B18734084D}"/>
          </ac:picMkLst>
        </pc:picChg>
      </pc:sldChg>
      <pc:sldChg chg="modSp add del mod setBg">
        <pc:chgData name="One Skill" userId="8d49c830ac36a521" providerId="LiveId" clId="{B8839A4C-5D8E-47B7-ACED-D66C062B2ECB}" dt="2022-11-06T14:52:36.257" v="2656" actId="47"/>
        <pc:sldMkLst>
          <pc:docMk/>
          <pc:sldMk cId="4102389603" sldId="273"/>
        </pc:sldMkLst>
        <pc:spChg chg="mod">
          <ac:chgData name="One Skill" userId="8d49c830ac36a521" providerId="LiveId" clId="{B8839A4C-5D8E-47B7-ACED-D66C062B2ECB}" dt="2022-11-06T14:50:18.311" v="2638" actId="554"/>
          <ac:spMkLst>
            <pc:docMk/>
            <pc:sldMk cId="4102389603" sldId="273"/>
            <ac:spMk id="182" creationId="{287D98ED-4FBB-26F3-4835-9049BDCD854D}"/>
          </ac:spMkLst>
        </pc:spChg>
        <pc:picChg chg="mod">
          <ac:chgData name="One Skill" userId="8d49c830ac36a521" providerId="LiveId" clId="{B8839A4C-5D8E-47B7-ACED-D66C062B2ECB}" dt="2022-11-06T14:50:18.311" v="2638" actId="554"/>
          <ac:picMkLst>
            <pc:docMk/>
            <pc:sldMk cId="4102389603" sldId="273"/>
            <ac:picMk id="3" creationId="{9820572C-54C4-B80F-4279-E7D11AB4423B}"/>
          </ac:picMkLst>
        </pc:picChg>
      </pc:sldChg>
      <pc:sldMasterChg chg="modTransition modSldLayout">
        <pc:chgData name="One Skill" userId="8d49c830ac36a521" providerId="LiveId" clId="{B8839A4C-5D8E-47B7-ACED-D66C062B2ECB}" dt="2022-11-06T12:39:51.762" v="1110"/>
        <pc:sldMasterMkLst>
          <pc:docMk/>
          <pc:sldMasterMk cId="187965372" sldId="2147483648"/>
        </pc:sldMasterMkLst>
        <pc:sldLayoutChg chg="modTransition">
          <pc:chgData name="One Skill" userId="8d49c830ac36a521" providerId="LiveId" clId="{B8839A4C-5D8E-47B7-ACED-D66C062B2ECB}" dt="2022-11-06T12:39:51.762" v="1110"/>
          <pc:sldLayoutMkLst>
            <pc:docMk/>
            <pc:sldMasterMk cId="187965372" sldId="2147483648"/>
            <pc:sldLayoutMk cId="1024048917" sldId="2147483649"/>
          </pc:sldLayoutMkLst>
        </pc:sldLayoutChg>
        <pc:sldLayoutChg chg="modTransition">
          <pc:chgData name="One Skill" userId="8d49c830ac36a521" providerId="LiveId" clId="{B8839A4C-5D8E-47B7-ACED-D66C062B2ECB}" dt="2022-11-06T12:39:51.762" v="1110"/>
          <pc:sldLayoutMkLst>
            <pc:docMk/>
            <pc:sldMasterMk cId="187965372" sldId="2147483648"/>
            <pc:sldLayoutMk cId="3545494808" sldId="2147483650"/>
          </pc:sldLayoutMkLst>
        </pc:sldLayoutChg>
        <pc:sldLayoutChg chg="modTransition">
          <pc:chgData name="One Skill" userId="8d49c830ac36a521" providerId="LiveId" clId="{B8839A4C-5D8E-47B7-ACED-D66C062B2ECB}" dt="2022-11-06T12:39:51.762" v="1110"/>
          <pc:sldLayoutMkLst>
            <pc:docMk/>
            <pc:sldMasterMk cId="187965372" sldId="2147483648"/>
            <pc:sldLayoutMk cId="3457428421" sldId="2147483651"/>
          </pc:sldLayoutMkLst>
        </pc:sldLayoutChg>
        <pc:sldLayoutChg chg="modTransition">
          <pc:chgData name="One Skill" userId="8d49c830ac36a521" providerId="LiveId" clId="{B8839A4C-5D8E-47B7-ACED-D66C062B2ECB}" dt="2022-11-06T12:39:51.762" v="1110"/>
          <pc:sldLayoutMkLst>
            <pc:docMk/>
            <pc:sldMasterMk cId="187965372" sldId="2147483648"/>
            <pc:sldLayoutMk cId="3182302475" sldId="2147483652"/>
          </pc:sldLayoutMkLst>
        </pc:sldLayoutChg>
        <pc:sldLayoutChg chg="modTransition">
          <pc:chgData name="One Skill" userId="8d49c830ac36a521" providerId="LiveId" clId="{B8839A4C-5D8E-47B7-ACED-D66C062B2ECB}" dt="2022-11-06T12:39:51.762" v="1110"/>
          <pc:sldLayoutMkLst>
            <pc:docMk/>
            <pc:sldMasterMk cId="187965372" sldId="2147483648"/>
            <pc:sldLayoutMk cId="2273155263" sldId="2147483653"/>
          </pc:sldLayoutMkLst>
        </pc:sldLayoutChg>
        <pc:sldLayoutChg chg="modTransition">
          <pc:chgData name="One Skill" userId="8d49c830ac36a521" providerId="LiveId" clId="{B8839A4C-5D8E-47B7-ACED-D66C062B2ECB}" dt="2022-11-06T12:39:51.762" v="1110"/>
          <pc:sldLayoutMkLst>
            <pc:docMk/>
            <pc:sldMasterMk cId="187965372" sldId="2147483648"/>
            <pc:sldLayoutMk cId="4230523997" sldId="2147483654"/>
          </pc:sldLayoutMkLst>
        </pc:sldLayoutChg>
        <pc:sldLayoutChg chg="modSp modTransition">
          <pc:chgData name="One Skill" userId="8d49c830ac36a521" providerId="LiveId" clId="{B8839A4C-5D8E-47B7-ACED-D66C062B2ECB}" dt="2022-11-06T12:39:51.762" v="1110"/>
          <pc:sldLayoutMkLst>
            <pc:docMk/>
            <pc:sldMasterMk cId="187965372" sldId="2147483648"/>
            <pc:sldLayoutMk cId="1610777910" sldId="2147483655"/>
          </pc:sldLayoutMkLst>
        </pc:sldLayoutChg>
        <pc:sldLayoutChg chg="modTransition">
          <pc:chgData name="One Skill" userId="8d49c830ac36a521" providerId="LiveId" clId="{B8839A4C-5D8E-47B7-ACED-D66C062B2ECB}" dt="2022-11-06T12:39:51.762" v="1110"/>
          <pc:sldLayoutMkLst>
            <pc:docMk/>
            <pc:sldMasterMk cId="187965372" sldId="2147483648"/>
            <pc:sldLayoutMk cId="1322478672" sldId="2147483656"/>
          </pc:sldLayoutMkLst>
        </pc:sldLayoutChg>
        <pc:sldLayoutChg chg="modTransition">
          <pc:chgData name="One Skill" userId="8d49c830ac36a521" providerId="LiveId" clId="{B8839A4C-5D8E-47B7-ACED-D66C062B2ECB}" dt="2022-11-06T12:39:51.762" v="1110"/>
          <pc:sldLayoutMkLst>
            <pc:docMk/>
            <pc:sldMasterMk cId="187965372" sldId="2147483648"/>
            <pc:sldLayoutMk cId="3100750259" sldId="2147483657"/>
          </pc:sldLayoutMkLst>
        </pc:sldLayoutChg>
        <pc:sldLayoutChg chg="modTransition">
          <pc:chgData name="One Skill" userId="8d49c830ac36a521" providerId="LiveId" clId="{B8839A4C-5D8E-47B7-ACED-D66C062B2ECB}" dt="2022-11-06T12:39:51.762" v="1110"/>
          <pc:sldLayoutMkLst>
            <pc:docMk/>
            <pc:sldMasterMk cId="187965372" sldId="2147483648"/>
            <pc:sldLayoutMk cId="2456526512" sldId="2147483658"/>
          </pc:sldLayoutMkLst>
        </pc:sldLayoutChg>
        <pc:sldLayoutChg chg="modTransition">
          <pc:chgData name="One Skill" userId="8d49c830ac36a521" providerId="LiveId" clId="{B8839A4C-5D8E-47B7-ACED-D66C062B2ECB}" dt="2022-11-06T12:39:51.762" v="1110"/>
          <pc:sldLayoutMkLst>
            <pc:docMk/>
            <pc:sldMasterMk cId="187965372" sldId="2147483648"/>
            <pc:sldLayoutMk cId="2186099829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2794A-EA69-4E07-9496-D2883FFF9D3D}" type="datetimeFigureOut">
              <a:rPr lang="en-GB" smtClean="0"/>
              <a:t>10/11/2022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70AF1-99F8-4C1A-A993-4EEC4498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1624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21C04-2304-A5EF-3639-5C74F911FA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L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C6C80-46AD-CE46-F969-EF4B2A3164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B2E0C-B85C-A3EC-DCB2-F80CA3613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1881-1B08-2745-A738-C9E28B7D17A8}" type="datetimeFigureOut">
              <a:t>2022-11-10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BC368-0503-93DE-1C69-9E95A9511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28894-3D3E-BE19-D2C3-2B8618389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4FD85-C106-2140-A1BF-5D4A3878DA84}" type="slidenum"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024048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54860-D73C-04DB-0839-E3EDB7D88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3B592-CF2A-FC60-ACC5-B4177EB66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CD2E5-BDDA-2F81-CE99-A919F9940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1881-1B08-2745-A738-C9E28B7D17A8}" type="datetimeFigureOut">
              <a:t>2022-11-10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4267D-883D-0DD8-3FC0-A066BB324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AB376-8DF4-B22D-B8B6-4F4509ACE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4FD85-C106-2140-A1BF-5D4A3878DA84}" type="slidenum"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3545494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6F5FE-A584-DB75-A21C-DCBD0A709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A96EF-4AB9-B900-B5D9-1AE4B3AC8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286FA-9CFF-6E92-DCE3-87A676963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1881-1B08-2745-A738-C9E28B7D17A8}" type="datetimeFigureOut">
              <a:t>2022-11-10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0B8C5-190A-3DE1-092D-B4C998A58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5654E-DC1E-5B94-063A-D6B89CD22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4FD85-C106-2140-A1BF-5D4A3878DA84}" type="slidenum"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3457428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477D2-8213-D723-CC71-CD705F63C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80BCE-56B4-E0AD-7E6A-CDFA8D0D49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A4F5F2-1496-04EC-F253-A817233B3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FF1E4-324D-886E-ED10-25D38C461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1881-1B08-2745-A738-C9E28B7D17A8}" type="datetimeFigureOut">
              <a:t>2022-11-10</a:t>
            </a:fld>
            <a:endParaRPr lang="en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A3DE8-167C-1DD8-DB10-98375480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823B19-35B3-4811-073B-1765334BB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4FD85-C106-2140-A1BF-5D4A3878DA84}" type="slidenum"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3182302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50668-643E-352C-6E5E-B41F1941E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EEF1D-8D63-F355-1124-B0C60556B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81E8B-1E23-50AD-9C18-A3545AD3E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E7B56E-17A9-ACEB-E3C1-01B7FDAA9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CDA8BD-E720-C4E8-C821-B6DEB3060E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6CD76D-4EF7-69B5-A916-CDFF828E6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1881-1B08-2745-A738-C9E28B7D17A8}" type="datetimeFigureOut">
              <a:t>2022-11-10</a:t>
            </a:fld>
            <a:endParaRPr lang="en-L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82736E-F1F8-F9B0-C5A0-F1D07201D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F3073E-0E35-1618-3751-07FA16C02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4FD85-C106-2140-A1BF-5D4A3878DA84}" type="slidenum"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2731552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AE2A4-6AF4-ADAE-520B-8264D4684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902DD5-3B49-6BB9-B5EE-18E0F01CE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1881-1B08-2745-A738-C9E28B7D17A8}" type="datetimeFigureOut">
              <a:t>2022-11-10</a:t>
            </a:fld>
            <a:endParaRPr lang="en-L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7E52A4-7142-27EC-B77A-13F27A6DE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3C3FD-08DE-5257-A5B5-B809FB487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4FD85-C106-2140-A1BF-5D4A3878DA84}" type="slidenum"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4230523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C89CF8-B7B9-4306-2586-20C9FFB7B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1881-1B08-2745-A738-C9E28B7D17A8}" type="datetimeFigureOut">
              <a:t>2022-11-10</a:t>
            </a:fld>
            <a:endParaRPr lang="en-L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105389-EC36-145C-65D7-FB3685A16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82F66-EC2D-A16A-9EC1-34439136C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4FD85-C106-2140-A1BF-5D4A3878DA84}" type="slidenum"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610777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E0D92-76CA-A743-B3B5-B847A87DB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5B33F-9BFF-D038-485B-6B86B9DE2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125A7C-1CF1-8309-B70F-E80B81BA67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A11FC7-5C38-BA54-2741-88FDD198A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1881-1B08-2745-A738-C9E28B7D17A8}" type="datetimeFigureOut">
              <a:t>2022-11-10</a:t>
            </a:fld>
            <a:endParaRPr lang="en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77168-41B4-53EF-650E-B5C9C16D9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F4093-DA33-9C77-26FF-9721C75A9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4FD85-C106-2140-A1BF-5D4A3878DA84}" type="slidenum"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322478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3E458-3D38-46B9-8EC0-585AB1A2B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L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3EF10C-CA72-7509-4FF1-42568C0ABC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L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C19B39-1C66-EEAE-37F2-D24AFC8AC8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83C063-A95A-9F02-3F87-22C33FA91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1881-1B08-2745-A738-C9E28B7D17A8}" type="datetimeFigureOut">
              <a:t>2022-11-10</a:t>
            </a:fld>
            <a:endParaRPr lang="en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DF3B7D-FEEB-443E-614B-8F4A610E2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968BB-AABE-B553-2C60-06BCC426E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4FD85-C106-2140-A1BF-5D4A3878DA84}" type="slidenum"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3100750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1D048-B57C-DCF9-1776-C066B6AE8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AB8903-6978-C5A8-1280-41F1BBF3B3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6943A-F50B-8127-894B-C4F12A782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1881-1B08-2745-A738-C9E28B7D17A8}" type="datetimeFigureOut">
              <a:t>2022-11-10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49756-CAFF-AF34-A79C-A5D1D630C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99826-11D8-55C2-E521-2B1CF3D46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4FD85-C106-2140-A1BF-5D4A3878DA84}" type="slidenum"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456526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0B1203-DE6F-8BDF-8B3D-6D81CABF7D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L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6A1D9F-4C21-DD73-F86C-B889C1CD6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E3022-88F3-2CB5-7966-B5AD82C15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1881-1B08-2745-A738-C9E28B7D17A8}" type="datetimeFigureOut">
              <a:t>2022-11-10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ACB41-DB1E-1EE2-1310-3106ED8CA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088EC-0705-7127-906C-B6E43C703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4FD85-C106-2140-A1BF-5D4A3878DA84}" type="slidenum"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186099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E6952A-A2E9-72E2-959E-D3C975DC6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B9F82-B248-0FDF-0191-9167D7325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8D863-8AA4-B6FE-D13B-5FA7A97F32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C91881-1B08-2745-A738-C9E28B7D17A8}" type="datetimeFigureOut">
              <a:t>2022-11-10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BC435-6618-AB04-18A5-15800597E2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60602-ADBE-47BA-5EA6-4490FEE117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F4FD85-C106-2140-A1BF-5D4A3878DA84}" type="slidenum"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87965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4.svg"/><Relationship Id="rId11" Type="http://schemas.microsoft.com/office/2007/relationships/hdphoto" Target="../media/hdphoto2.wdp"/><Relationship Id="rId5" Type="http://schemas.openxmlformats.org/officeDocument/2006/relationships/image" Target="../media/image3.pn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6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Relationship Id="rId5" Type="http://schemas.openxmlformats.org/officeDocument/2006/relationships/image" Target="../media/image8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8FF1573-73CC-34AB-B894-2644F1265BA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556" b="555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2" name="Group 121">
            <a:extLst>
              <a:ext uri="{FF2B5EF4-FFF2-40B4-BE49-F238E27FC236}">
                <a16:creationId xmlns:a16="http://schemas.microsoft.com/office/drawing/2014/main" id="{42C0DABC-FBB0-9952-0CE3-7978EF5C91A2}"/>
              </a:ext>
            </a:extLst>
          </p:cNvPr>
          <p:cNvGrpSpPr/>
          <p:nvPr/>
        </p:nvGrpSpPr>
        <p:grpSpPr>
          <a:xfrm>
            <a:off x="-4144384" y="2714029"/>
            <a:ext cx="1692000" cy="1692000"/>
            <a:chOff x="967262" y="3011655"/>
            <a:chExt cx="1692000" cy="1692000"/>
          </a:xfrm>
        </p:grpSpPr>
        <p:sp useBgFill="1">
          <p:nvSpPr>
            <p:cNvPr id="51" name="Rounded rectangle: Create">
              <a:extLst>
                <a:ext uri="{FF2B5EF4-FFF2-40B4-BE49-F238E27FC236}">
                  <a16:creationId xmlns:a16="http://schemas.microsoft.com/office/drawing/2014/main" id="{046A05FD-BDC4-C4BD-20E4-BBB927A2694F}"/>
                </a:ext>
              </a:extLst>
            </p:cNvPr>
            <p:cNvSpPr/>
            <p:nvPr/>
          </p:nvSpPr>
          <p:spPr>
            <a:xfrm>
              <a:off x="967262" y="3011655"/>
              <a:ext cx="1692000" cy="1692000"/>
            </a:xfrm>
            <a:prstGeom prst="roundRect">
              <a:avLst>
                <a:gd name="adj" fmla="val 11145"/>
              </a:avLst>
            </a:prstGeom>
            <a:ln w="6350">
              <a:solidFill>
                <a:schemeClr val="bg1">
                  <a:alpha val="50000"/>
                </a:schemeClr>
              </a:solidFill>
            </a:ln>
            <a:effectLst>
              <a:innerShdw blurRad="190500">
                <a:schemeClr val="bg1">
                  <a:alpha val="50000"/>
                </a:schemeClr>
              </a:innerShdw>
            </a:effectLst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lt-LT" sz="14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endParaRPr>
            </a:p>
          </p:txBody>
        </p:sp>
        <p:sp>
          <p:nvSpPr>
            <p:cNvPr id="52" name="Textbos: Create Your">
              <a:extLst>
                <a:ext uri="{FF2B5EF4-FFF2-40B4-BE49-F238E27FC236}">
                  <a16:creationId xmlns:a16="http://schemas.microsoft.com/office/drawing/2014/main" id="{41FA78DE-727A-2E35-02ED-AA230864E75C}"/>
                </a:ext>
              </a:extLst>
            </p:cNvPr>
            <p:cNvSpPr txBox="1"/>
            <p:nvPr/>
          </p:nvSpPr>
          <p:spPr>
            <a:xfrm>
              <a:off x="1116906" y="3126771"/>
              <a:ext cx="490324" cy="191797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u="none" strike="noStrike" kern="120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 pitchFamily="2" charset="77"/>
                  <a:cs typeface="Poppins" pitchFamily="2" charset="77"/>
                </a:rPr>
                <a:t>July 26, Tuesday</a:t>
              </a:r>
            </a:p>
          </p:txBody>
        </p:sp>
        <p:sp>
          <p:nvSpPr>
            <p:cNvPr id="67" name="Textbos: Create Your">
              <a:extLst>
                <a:ext uri="{FF2B5EF4-FFF2-40B4-BE49-F238E27FC236}">
                  <a16:creationId xmlns:a16="http://schemas.microsoft.com/office/drawing/2014/main" id="{5001FFD3-E7D9-45AC-F3D4-E91F4D321E16}"/>
                </a:ext>
              </a:extLst>
            </p:cNvPr>
            <p:cNvSpPr txBox="1"/>
            <p:nvPr/>
          </p:nvSpPr>
          <p:spPr>
            <a:xfrm>
              <a:off x="1109368" y="3334778"/>
              <a:ext cx="1140700" cy="360739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Medium" pitchFamily="2" charset="77"/>
                  <a:cs typeface="Poppins Medium" pitchFamily="2" charset="77"/>
                </a:rPr>
                <a:t>07:00</a:t>
              </a: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99F5645A-52A0-A5D5-868D-CB882887FCC5}"/>
                </a:ext>
              </a:extLst>
            </p:cNvPr>
            <p:cNvGrpSpPr/>
            <p:nvPr/>
          </p:nvGrpSpPr>
          <p:grpSpPr>
            <a:xfrm>
              <a:off x="1067016" y="3922884"/>
              <a:ext cx="1487810" cy="553403"/>
              <a:chOff x="1804210" y="3816991"/>
              <a:chExt cx="1487810" cy="553403"/>
            </a:xfrm>
          </p:grpSpPr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BDBB1572-1573-E734-80AF-1E4AA72EA774}"/>
                  </a:ext>
                </a:extLst>
              </p:cNvPr>
              <p:cNvGrpSpPr/>
              <p:nvPr/>
            </p:nvGrpSpPr>
            <p:grpSpPr>
              <a:xfrm>
                <a:off x="1804210" y="3816991"/>
                <a:ext cx="335989" cy="553403"/>
                <a:chOff x="4568910" y="3433357"/>
                <a:chExt cx="335989" cy="553403"/>
              </a:xfrm>
            </p:grpSpPr>
            <p:sp>
              <p:nvSpPr>
                <p:cNvPr id="111" name="Textbos: Create Your">
                  <a:extLst>
                    <a:ext uri="{FF2B5EF4-FFF2-40B4-BE49-F238E27FC236}">
                      <a16:creationId xmlns:a16="http://schemas.microsoft.com/office/drawing/2014/main" id="{7BF1D1D8-1425-F77A-B245-9A8C3CA24098}"/>
                    </a:ext>
                  </a:extLst>
                </p:cNvPr>
                <p:cNvSpPr txBox="1"/>
                <p:nvPr/>
              </p:nvSpPr>
              <p:spPr>
                <a:xfrm>
                  <a:off x="4629503" y="3433357"/>
                  <a:ext cx="214802" cy="915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700" dirty="0">
                      <a:solidFill>
                        <a:prstClr val="white"/>
                      </a:solidFill>
                      <a:latin typeface="Poppins Light" pitchFamily="2" charset="77"/>
                      <a:cs typeface="Poppins Light" pitchFamily="2" charset="77"/>
                    </a:rPr>
                    <a:t>9 AM</a:t>
                  </a:r>
                  <a:endParaRPr kumimoji="0" lang="en-US" sz="7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Light" pitchFamily="2" charset="77"/>
                    <a:cs typeface="Poppins Light" pitchFamily="2" charset="77"/>
                  </a:endParaRPr>
                </a:p>
              </p:txBody>
            </p:sp>
            <p:sp>
              <p:nvSpPr>
                <p:cNvPr id="112" name="Textbos: Create Your">
                  <a:extLst>
                    <a:ext uri="{FF2B5EF4-FFF2-40B4-BE49-F238E27FC236}">
                      <a16:creationId xmlns:a16="http://schemas.microsoft.com/office/drawing/2014/main" id="{92642EF9-DFD5-A722-BBE9-C7A5AFB7598F}"/>
                    </a:ext>
                  </a:extLst>
                </p:cNvPr>
                <p:cNvSpPr txBox="1"/>
                <p:nvPr/>
              </p:nvSpPr>
              <p:spPr>
                <a:xfrm>
                  <a:off x="4568910" y="3789783"/>
                  <a:ext cx="335989" cy="1969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>
                    <a:lnSpc>
                      <a:spcPct val="80000"/>
                    </a:lnSpc>
                    <a:defRPr/>
                  </a:pPr>
                  <a:r>
                    <a:rPr kumimoji="0" lang="en-US" sz="80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oppins Medium" pitchFamily="2" charset="77"/>
                      <a:cs typeface="Poppins Medium" pitchFamily="2" charset="77"/>
                    </a:rPr>
                    <a:t>16</a:t>
                  </a:r>
                  <a:r>
                    <a:rPr lang="en-US" sz="800" dirty="0">
                      <a:solidFill>
                        <a:prstClr val="white"/>
                      </a:solidFill>
                      <a:latin typeface="Poppins Medium" pitchFamily="2" charset="77"/>
                      <a:cs typeface="Poppins Medium" pitchFamily="2" charset="77"/>
                    </a:rPr>
                    <a:t>°</a:t>
                  </a:r>
                  <a:endParaRPr kumimoji="0" lang="en-US" sz="8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Medium" pitchFamily="2" charset="77"/>
                    <a:cs typeface="Poppins Medium" pitchFamily="2" charset="77"/>
                  </a:endParaRPr>
                </a:p>
              </p:txBody>
            </p:sp>
            <p:pic>
              <p:nvPicPr>
                <p:cNvPr id="113" name="Graphic 112" descr="Cloud with solid fill">
                  <a:extLst>
                    <a:ext uri="{FF2B5EF4-FFF2-40B4-BE49-F238E27FC236}">
                      <a16:creationId xmlns:a16="http://schemas.microsoft.com/office/drawing/2014/main" id="{D88BE7FC-3BFA-0EB7-2C23-EC6F2B9808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621479" y="3541927"/>
                  <a:ext cx="230850" cy="230850"/>
                </a:xfrm>
                <a:prstGeom prst="rect">
                  <a:avLst/>
                </a:prstGeom>
              </p:spPr>
            </p:pic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3370A1B6-6618-6423-FB68-2552CD6052D2}"/>
                  </a:ext>
                </a:extLst>
              </p:cNvPr>
              <p:cNvGrpSpPr/>
              <p:nvPr/>
            </p:nvGrpSpPr>
            <p:grpSpPr>
              <a:xfrm>
                <a:off x="2188150" y="3816991"/>
                <a:ext cx="335989" cy="553403"/>
                <a:chOff x="4771330" y="3350179"/>
                <a:chExt cx="335989" cy="553403"/>
              </a:xfrm>
            </p:grpSpPr>
            <p:sp>
              <p:nvSpPr>
                <p:cNvPr id="107" name="Textbos: Create Your">
                  <a:extLst>
                    <a:ext uri="{FF2B5EF4-FFF2-40B4-BE49-F238E27FC236}">
                      <a16:creationId xmlns:a16="http://schemas.microsoft.com/office/drawing/2014/main" id="{9931E007-267A-0999-45F0-2FD761013E42}"/>
                    </a:ext>
                  </a:extLst>
                </p:cNvPr>
                <p:cNvSpPr txBox="1"/>
                <p:nvPr/>
              </p:nvSpPr>
              <p:spPr>
                <a:xfrm>
                  <a:off x="4831923" y="3350179"/>
                  <a:ext cx="214802" cy="915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700" dirty="0">
                      <a:solidFill>
                        <a:prstClr val="white"/>
                      </a:solidFill>
                      <a:latin typeface="Poppins Light" pitchFamily="2" charset="77"/>
                      <a:cs typeface="Poppins Light" pitchFamily="2" charset="77"/>
                    </a:rPr>
                    <a:t>10 AM</a:t>
                  </a:r>
                  <a:endParaRPr kumimoji="0" lang="en-US" sz="7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Light" pitchFamily="2" charset="77"/>
                    <a:cs typeface="Poppins Light" pitchFamily="2" charset="77"/>
                  </a:endParaRPr>
                </a:p>
              </p:txBody>
            </p:sp>
            <p:sp>
              <p:nvSpPr>
                <p:cNvPr id="108" name="Textbos: Create Your">
                  <a:extLst>
                    <a:ext uri="{FF2B5EF4-FFF2-40B4-BE49-F238E27FC236}">
                      <a16:creationId xmlns:a16="http://schemas.microsoft.com/office/drawing/2014/main" id="{AAAA2D90-7B94-943E-F055-BD22ABD7F23A}"/>
                    </a:ext>
                  </a:extLst>
                </p:cNvPr>
                <p:cNvSpPr txBox="1"/>
                <p:nvPr/>
              </p:nvSpPr>
              <p:spPr>
                <a:xfrm>
                  <a:off x="4771330" y="3706605"/>
                  <a:ext cx="335989" cy="1969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>
                    <a:lnSpc>
                      <a:spcPct val="80000"/>
                    </a:lnSpc>
                    <a:defRPr/>
                  </a:pPr>
                  <a:r>
                    <a:rPr kumimoji="0" lang="en-US" sz="80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oppins Medium" pitchFamily="2" charset="77"/>
                      <a:cs typeface="Poppins Medium" pitchFamily="2" charset="77"/>
                    </a:rPr>
                    <a:t>18</a:t>
                  </a:r>
                  <a:r>
                    <a:rPr lang="en-US" sz="800" dirty="0">
                      <a:solidFill>
                        <a:prstClr val="white"/>
                      </a:solidFill>
                      <a:latin typeface="Poppins Medium" pitchFamily="2" charset="77"/>
                      <a:cs typeface="Poppins Medium" pitchFamily="2" charset="77"/>
                    </a:rPr>
                    <a:t>°</a:t>
                  </a:r>
                  <a:endParaRPr kumimoji="0" lang="en-US" sz="8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Medium" pitchFamily="2" charset="77"/>
                    <a:cs typeface="Poppins Medium" pitchFamily="2" charset="77"/>
                  </a:endParaRPr>
                </a:p>
              </p:txBody>
            </p:sp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77D681C2-C906-D9C1-2990-2B6A6CDFC50C}"/>
                    </a:ext>
                  </a:extLst>
                </p:cNvPr>
                <p:cNvSpPr/>
                <p:nvPr/>
              </p:nvSpPr>
              <p:spPr>
                <a:xfrm>
                  <a:off x="4952024" y="3504041"/>
                  <a:ext cx="84700" cy="84700"/>
                </a:xfrm>
                <a:prstGeom prst="ellipse">
                  <a:avLst/>
                </a:prstGeom>
                <a:solidFill>
                  <a:srgbClr val="FFD500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27000" algn="l" rotWithShape="0">
                    <a:srgbClr val="FFD500"/>
                  </a:outerShdw>
                </a:effectLst>
              </p:spPr>
              <p:txBody>
                <a:bodyPr rtlCol="0" anchor="ctr"/>
                <a:lstStyle/>
                <a:p>
                  <a:pPr algn="ctr"/>
                  <a:endParaRPr lang="en-LT" kern="0">
                    <a:solidFill>
                      <a:prstClr val="white"/>
                    </a:solidFill>
                    <a:latin typeface="Montserrat" panose="00000500000000000000" pitchFamily="2" charset="0"/>
                  </a:endParaRPr>
                </a:p>
              </p:txBody>
            </p:sp>
            <p:pic>
              <p:nvPicPr>
                <p:cNvPr id="110" name="Graphic 109" descr="Cloud with solid fill">
                  <a:extLst>
                    <a:ext uri="{FF2B5EF4-FFF2-40B4-BE49-F238E27FC236}">
                      <a16:creationId xmlns:a16="http://schemas.microsoft.com/office/drawing/2014/main" id="{D87A7259-7A2D-24FA-404F-1AE997EFD8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23899" y="3458749"/>
                  <a:ext cx="230850" cy="230850"/>
                </a:xfrm>
                <a:prstGeom prst="rect">
                  <a:avLst/>
                </a:prstGeom>
              </p:spPr>
            </p:pic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6DDC5CC9-E6AE-E096-E8DE-8E7ADB27595B}"/>
                  </a:ext>
                </a:extLst>
              </p:cNvPr>
              <p:cNvGrpSpPr/>
              <p:nvPr/>
            </p:nvGrpSpPr>
            <p:grpSpPr>
              <a:xfrm>
                <a:off x="2572090" y="3816991"/>
                <a:ext cx="335989" cy="553403"/>
                <a:chOff x="5161088" y="3350179"/>
                <a:chExt cx="335989" cy="553403"/>
              </a:xfrm>
            </p:grpSpPr>
            <p:sp>
              <p:nvSpPr>
                <p:cNvPr id="103" name="Textbos: Create Your">
                  <a:extLst>
                    <a:ext uri="{FF2B5EF4-FFF2-40B4-BE49-F238E27FC236}">
                      <a16:creationId xmlns:a16="http://schemas.microsoft.com/office/drawing/2014/main" id="{3EA66ABA-4281-A87E-C295-C100A772251E}"/>
                    </a:ext>
                  </a:extLst>
                </p:cNvPr>
                <p:cNvSpPr txBox="1"/>
                <p:nvPr/>
              </p:nvSpPr>
              <p:spPr>
                <a:xfrm>
                  <a:off x="5221681" y="3350179"/>
                  <a:ext cx="214802" cy="915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700" dirty="0">
                      <a:solidFill>
                        <a:prstClr val="white"/>
                      </a:solidFill>
                      <a:latin typeface="Poppins Light" pitchFamily="2" charset="77"/>
                      <a:cs typeface="Poppins Light" pitchFamily="2" charset="77"/>
                    </a:rPr>
                    <a:t>11 AM</a:t>
                  </a:r>
                  <a:endParaRPr kumimoji="0" lang="en-US" sz="7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Light" pitchFamily="2" charset="77"/>
                    <a:cs typeface="Poppins Light" pitchFamily="2" charset="77"/>
                  </a:endParaRPr>
                </a:p>
              </p:txBody>
            </p:sp>
            <p:sp>
              <p:nvSpPr>
                <p:cNvPr id="104" name="Textbos: Create Your">
                  <a:extLst>
                    <a:ext uri="{FF2B5EF4-FFF2-40B4-BE49-F238E27FC236}">
                      <a16:creationId xmlns:a16="http://schemas.microsoft.com/office/drawing/2014/main" id="{39C5F58C-16E0-DC60-94CC-61D69B73478F}"/>
                    </a:ext>
                  </a:extLst>
                </p:cNvPr>
                <p:cNvSpPr txBox="1"/>
                <p:nvPr/>
              </p:nvSpPr>
              <p:spPr>
                <a:xfrm>
                  <a:off x="5161088" y="3706605"/>
                  <a:ext cx="335989" cy="1969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>
                    <a:lnSpc>
                      <a:spcPct val="80000"/>
                    </a:lnSpc>
                    <a:defRPr/>
                  </a:pPr>
                  <a:r>
                    <a:rPr lang="en-US" sz="800" dirty="0">
                      <a:solidFill>
                        <a:prstClr val="white"/>
                      </a:solidFill>
                      <a:latin typeface="Poppins Medium" pitchFamily="2" charset="77"/>
                      <a:cs typeface="Poppins Medium" pitchFamily="2" charset="77"/>
                    </a:rPr>
                    <a:t>20°</a:t>
                  </a:r>
                  <a:endParaRPr kumimoji="0" lang="en-US" sz="8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Medium" pitchFamily="2" charset="77"/>
                    <a:cs typeface="Poppins Medium" pitchFamily="2" charset="77"/>
                  </a:endParaRP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40E6C9C1-7E97-AE2A-6F8C-A07F92A916B9}"/>
                    </a:ext>
                  </a:extLst>
                </p:cNvPr>
                <p:cNvSpPr/>
                <p:nvPr/>
              </p:nvSpPr>
              <p:spPr>
                <a:xfrm>
                  <a:off x="5339797" y="3504041"/>
                  <a:ext cx="84700" cy="84700"/>
                </a:xfrm>
                <a:prstGeom prst="ellipse">
                  <a:avLst/>
                </a:prstGeom>
                <a:solidFill>
                  <a:srgbClr val="FFD500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27000" algn="l" rotWithShape="0">
                    <a:srgbClr val="FFD500"/>
                  </a:outerShdw>
                </a:effectLst>
              </p:spPr>
              <p:txBody>
                <a:bodyPr rtlCol="0" anchor="ctr"/>
                <a:lstStyle/>
                <a:p>
                  <a:pPr algn="ctr"/>
                  <a:endParaRPr lang="en-LT" kern="0">
                    <a:solidFill>
                      <a:prstClr val="white"/>
                    </a:solidFill>
                    <a:latin typeface="Montserrat" panose="00000500000000000000" pitchFamily="2" charset="0"/>
                  </a:endParaRPr>
                </a:p>
              </p:txBody>
            </p:sp>
            <p:pic>
              <p:nvPicPr>
                <p:cNvPr id="106" name="Graphic 105" descr="Cloud with solid fill">
                  <a:extLst>
                    <a:ext uri="{FF2B5EF4-FFF2-40B4-BE49-F238E27FC236}">
                      <a16:creationId xmlns:a16="http://schemas.microsoft.com/office/drawing/2014/main" id="{37CA82A6-AC27-50F4-3E68-DCDBD41673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11672" y="3458749"/>
                  <a:ext cx="230850" cy="230850"/>
                </a:xfrm>
                <a:prstGeom prst="rect">
                  <a:avLst/>
                </a:prstGeom>
              </p:spPr>
            </p:pic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E2049DEB-375D-5269-4B11-9823E837D74E}"/>
                  </a:ext>
                </a:extLst>
              </p:cNvPr>
              <p:cNvGrpSpPr/>
              <p:nvPr/>
            </p:nvGrpSpPr>
            <p:grpSpPr>
              <a:xfrm>
                <a:off x="2956031" y="3816991"/>
                <a:ext cx="335989" cy="553403"/>
                <a:chOff x="2991398" y="3763489"/>
                <a:chExt cx="335989" cy="553403"/>
              </a:xfrm>
            </p:grpSpPr>
            <p:sp>
              <p:nvSpPr>
                <p:cNvPr id="100" name="Textbos: Create Your">
                  <a:extLst>
                    <a:ext uri="{FF2B5EF4-FFF2-40B4-BE49-F238E27FC236}">
                      <a16:creationId xmlns:a16="http://schemas.microsoft.com/office/drawing/2014/main" id="{8AF8BE5A-BCB6-2A88-BBAB-8874310906F3}"/>
                    </a:ext>
                  </a:extLst>
                </p:cNvPr>
                <p:cNvSpPr txBox="1"/>
                <p:nvPr/>
              </p:nvSpPr>
              <p:spPr>
                <a:xfrm>
                  <a:off x="3051991" y="3763489"/>
                  <a:ext cx="214802" cy="915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700" dirty="0">
                      <a:solidFill>
                        <a:prstClr val="white"/>
                      </a:solidFill>
                      <a:latin typeface="Poppins Light" pitchFamily="2" charset="77"/>
                      <a:cs typeface="Poppins Light" pitchFamily="2" charset="77"/>
                    </a:rPr>
                    <a:t>12 AM</a:t>
                  </a:r>
                  <a:endParaRPr kumimoji="0" lang="en-US" sz="7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Light" pitchFamily="2" charset="77"/>
                    <a:cs typeface="Poppins Light" pitchFamily="2" charset="77"/>
                  </a:endParaRPr>
                </a:p>
              </p:txBody>
            </p:sp>
            <p:sp>
              <p:nvSpPr>
                <p:cNvPr id="101" name="Textbos: Create Your">
                  <a:extLst>
                    <a:ext uri="{FF2B5EF4-FFF2-40B4-BE49-F238E27FC236}">
                      <a16:creationId xmlns:a16="http://schemas.microsoft.com/office/drawing/2014/main" id="{3DF08C32-60A4-9A4F-1D60-AD35AEA9FF5A}"/>
                    </a:ext>
                  </a:extLst>
                </p:cNvPr>
                <p:cNvSpPr txBox="1"/>
                <p:nvPr/>
              </p:nvSpPr>
              <p:spPr>
                <a:xfrm>
                  <a:off x="2991398" y="4119915"/>
                  <a:ext cx="335989" cy="1969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>
                    <a:lnSpc>
                      <a:spcPct val="80000"/>
                    </a:lnSpc>
                    <a:defRPr/>
                  </a:pPr>
                  <a:r>
                    <a:rPr lang="en-US" sz="800" dirty="0">
                      <a:solidFill>
                        <a:prstClr val="white"/>
                      </a:solidFill>
                      <a:latin typeface="Poppins Medium" pitchFamily="2" charset="77"/>
                      <a:cs typeface="Poppins Medium" pitchFamily="2" charset="77"/>
                    </a:rPr>
                    <a:t>23°</a:t>
                  </a:r>
                  <a:endParaRPr kumimoji="0" lang="en-US" sz="8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Medium" pitchFamily="2" charset="77"/>
                    <a:cs typeface="Poppins Medium" pitchFamily="2" charset="77"/>
                  </a:endParaRP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02ACB740-B7B9-5FF0-30F4-524037FD9DBD}"/>
                    </a:ext>
                  </a:extLst>
                </p:cNvPr>
                <p:cNvSpPr/>
                <p:nvPr/>
              </p:nvSpPr>
              <p:spPr>
                <a:xfrm>
                  <a:off x="3117042" y="3944172"/>
                  <a:ext cx="84700" cy="84700"/>
                </a:xfrm>
                <a:prstGeom prst="ellipse">
                  <a:avLst/>
                </a:prstGeom>
                <a:solidFill>
                  <a:srgbClr val="FFD500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27000" algn="l" rotWithShape="0">
                    <a:srgbClr val="FFD500"/>
                  </a:outerShdw>
                </a:effectLst>
              </p:spPr>
              <p:txBody>
                <a:bodyPr rtlCol="0" anchor="ctr"/>
                <a:lstStyle/>
                <a:p>
                  <a:pPr algn="ctr"/>
                  <a:endParaRPr lang="en-LT" kern="0">
                    <a:solidFill>
                      <a:prstClr val="white"/>
                    </a:solidFill>
                    <a:latin typeface="Montserrat" panose="00000500000000000000" pitchFamily="2" charset="0"/>
                  </a:endParaRPr>
                </a:p>
              </p:txBody>
            </p:sp>
          </p:grpSp>
        </p:grpSp>
      </p:grpSp>
      <p:grpSp>
        <p:nvGrpSpPr>
          <p:cNvPr id="20" name="GRID 12 X 8" hidden="1">
            <a:extLst>
              <a:ext uri="{FF2B5EF4-FFF2-40B4-BE49-F238E27FC236}">
                <a16:creationId xmlns:a16="http://schemas.microsoft.com/office/drawing/2014/main" id="{60123EE5-96BA-A2D3-5AD9-4D2517FB1DCD}"/>
              </a:ext>
            </a:extLst>
          </p:cNvPr>
          <p:cNvGrpSpPr/>
          <p:nvPr/>
        </p:nvGrpSpPr>
        <p:grpSpPr>
          <a:xfrm>
            <a:off x="0" y="0"/>
            <a:ext cx="12192000" cy="6858001"/>
            <a:chOff x="0" y="0"/>
            <a:chExt cx="12192000" cy="6858001"/>
          </a:xfrm>
        </p:grpSpPr>
        <p:grpSp>
          <p:nvGrpSpPr>
            <p:cNvPr id="21" name="Columns (12)">
              <a:extLst>
                <a:ext uri="{FF2B5EF4-FFF2-40B4-BE49-F238E27FC236}">
                  <a16:creationId xmlns:a16="http://schemas.microsoft.com/office/drawing/2014/main" id="{4B8C01E2-674F-146B-2D34-2EAD54B7E477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658167EC-270E-9740-D2C9-453FA82B3D02}"/>
                  </a:ext>
                </a:extLst>
              </p:cNvPr>
              <p:cNvSpPr/>
              <p:nvPr/>
            </p:nvSpPr>
            <p:spPr>
              <a:xfrm>
                <a:off x="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F079480-4CDF-C6F5-CCF1-0F29493F47AE}"/>
                  </a:ext>
                </a:extLst>
              </p:cNvPr>
              <p:cNvSpPr/>
              <p:nvPr/>
            </p:nvSpPr>
            <p:spPr>
              <a:xfrm>
                <a:off x="1016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BA00FC9-753B-6AE7-3287-90E6AB4C5001}"/>
                  </a:ext>
                </a:extLst>
              </p:cNvPr>
              <p:cNvSpPr/>
              <p:nvPr/>
            </p:nvSpPr>
            <p:spPr>
              <a:xfrm>
                <a:off x="2032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CCFAAA7-8362-802B-AC08-20E41D224E6E}"/>
                  </a:ext>
                </a:extLst>
              </p:cNvPr>
              <p:cNvSpPr/>
              <p:nvPr/>
            </p:nvSpPr>
            <p:spPr>
              <a:xfrm>
                <a:off x="3048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6A155D6-E4E9-4E3B-402C-BDE07CE61DA2}"/>
                  </a:ext>
                </a:extLst>
              </p:cNvPr>
              <p:cNvSpPr/>
              <p:nvPr/>
            </p:nvSpPr>
            <p:spPr>
              <a:xfrm>
                <a:off x="4064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4275AB93-56C5-5257-FE1A-FFC75843BC52}"/>
                  </a:ext>
                </a:extLst>
              </p:cNvPr>
              <p:cNvSpPr/>
              <p:nvPr/>
            </p:nvSpPr>
            <p:spPr>
              <a:xfrm>
                <a:off x="5080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74A93696-7C3C-AAC2-5273-C47351612602}"/>
                  </a:ext>
                </a:extLst>
              </p:cNvPr>
              <p:cNvSpPr/>
              <p:nvPr/>
            </p:nvSpPr>
            <p:spPr>
              <a:xfrm>
                <a:off x="6096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801C5212-E4B2-6F0B-A56C-70FF2FC3AB71}"/>
                  </a:ext>
                </a:extLst>
              </p:cNvPr>
              <p:cNvSpPr/>
              <p:nvPr/>
            </p:nvSpPr>
            <p:spPr>
              <a:xfrm>
                <a:off x="7112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C6A27889-B3CD-FAF1-49B1-4C6D9D78C640}"/>
                  </a:ext>
                </a:extLst>
              </p:cNvPr>
              <p:cNvSpPr/>
              <p:nvPr/>
            </p:nvSpPr>
            <p:spPr>
              <a:xfrm>
                <a:off x="8128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A5B8129D-DFB8-C3D4-69C9-8BCD229388E4}"/>
                  </a:ext>
                </a:extLst>
              </p:cNvPr>
              <p:cNvSpPr/>
              <p:nvPr/>
            </p:nvSpPr>
            <p:spPr>
              <a:xfrm>
                <a:off x="9144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994DBCEF-5249-289A-E6B2-83BBC8D9D8DB}"/>
                  </a:ext>
                </a:extLst>
              </p:cNvPr>
              <p:cNvSpPr/>
              <p:nvPr/>
            </p:nvSpPr>
            <p:spPr>
              <a:xfrm>
                <a:off x="10160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FA1EF615-2CD9-7234-924B-2CA10B6A0B85}"/>
                  </a:ext>
                </a:extLst>
              </p:cNvPr>
              <p:cNvSpPr/>
              <p:nvPr/>
            </p:nvSpPr>
            <p:spPr>
              <a:xfrm>
                <a:off x="11176001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Rows (8)">
              <a:extLst>
                <a:ext uri="{FF2B5EF4-FFF2-40B4-BE49-F238E27FC236}">
                  <a16:creationId xmlns:a16="http://schemas.microsoft.com/office/drawing/2014/main" id="{66F4EBBA-D661-7171-6BB0-4CC004D8FB64}"/>
                </a:ext>
              </a:extLst>
            </p:cNvPr>
            <p:cNvGrpSpPr/>
            <p:nvPr/>
          </p:nvGrpSpPr>
          <p:grpSpPr>
            <a:xfrm>
              <a:off x="1" y="0"/>
              <a:ext cx="12191999" cy="6858001"/>
              <a:chOff x="0" y="-1"/>
              <a:chExt cx="12191999" cy="6858001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E97AA50-4478-A7CC-6CA5-FB7C9E777125}"/>
                  </a:ext>
                </a:extLst>
              </p:cNvPr>
              <p:cNvSpPr/>
              <p:nvPr/>
            </p:nvSpPr>
            <p:spPr>
              <a:xfrm rot="5400000">
                <a:off x="5667600" y="-5667601"/>
                <a:ext cx="856800" cy="12191999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F4B8CA8-68A9-A550-9857-55D60877B199}"/>
                  </a:ext>
                </a:extLst>
              </p:cNvPr>
              <p:cNvSpPr/>
              <p:nvPr/>
            </p:nvSpPr>
            <p:spPr>
              <a:xfrm rot="5400000">
                <a:off x="5667600" y="-4810287"/>
                <a:ext cx="856800" cy="12191999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728AFA2-0AE4-FBC3-9AEC-2613DA2CFCC6}"/>
                  </a:ext>
                </a:extLst>
              </p:cNvPr>
              <p:cNvSpPr/>
              <p:nvPr/>
            </p:nvSpPr>
            <p:spPr>
              <a:xfrm rot="5400000">
                <a:off x="5667600" y="-3952973"/>
                <a:ext cx="856800" cy="12191999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282A988-09A4-4B85-FB8D-7E197B24951D}"/>
                  </a:ext>
                </a:extLst>
              </p:cNvPr>
              <p:cNvSpPr/>
              <p:nvPr/>
            </p:nvSpPr>
            <p:spPr>
              <a:xfrm rot="5400000">
                <a:off x="5667600" y="-3095659"/>
                <a:ext cx="856800" cy="12191999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5E186F3-5F82-0901-BC6A-F16E690A604D}"/>
                  </a:ext>
                </a:extLst>
              </p:cNvPr>
              <p:cNvSpPr/>
              <p:nvPr/>
            </p:nvSpPr>
            <p:spPr>
              <a:xfrm rot="5400000">
                <a:off x="5667600" y="-2238345"/>
                <a:ext cx="856800" cy="12191999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3EA2AB1-8DC9-1BC4-67DB-285681811059}"/>
                  </a:ext>
                </a:extLst>
              </p:cNvPr>
              <p:cNvSpPr/>
              <p:nvPr/>
            </p:nvSpPr>
            <p:spPr>
              <a:xfrm rot="5400000">
                <a:off x="5667600" y="-1381031"/>
                <a:ext cx="856800" cy="12191999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51188E7-DCE5-1288-66CC-F0977FFA7EA6}"/>
                  </a:ext>
                </a:extLst>
              </p:cNvPr>
              <p:cNvSpPr/>
              <p:nvPr/>
            </p:nvSpPr>
            <p:spPr>
              <a:xfrm rot="5400000">
                <a:off x="5667600" y="-523717"/>
                <a:ext cx="856800" cy="12191999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99CF4F4-8D99-6277-A24F-F1077BA47E1E}"/>
                  </a:ext>
                </a:extLst>
              </p:cNvPr>
              <p:cNvSpPr/>
              <p:nvPr/>
            </p:nvSpPr>
            <p:spPr>
              <a:xfrm rot="5400000">
                <a:off x="5667600" y="333600"/>
                <a:ext cx="856800" cy="12191999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6" name="Freeform: Shape 24">
            <a:extLst>
              <a:ext uri="{FF2B5EF4-FFF2-40B4-BE49-F238E27FC236}">
                <a16:creationId xmlns:a16="http://schemas.microsoft.com/office/drawing/2014/main" id="{9008FF05-ED52-2936-E820-9CE0C6B4EB7D}"/>
              </a:ext>
            </a:extLst>
          </p:cNvPr>
          <p:cNvSpPr/>
          <p:nvPr/>
        </p:nvSpPr>
        <p:spPr>
          <a:xfrm>
            <a:off x="241341" y="6287824"/>
            <a:ext cx="535796" cy="283550"/>
          </a:xfrm>
          <a:custGeom>
            <a:avLst/>
            <a:gdLst>
              <a:gd name="connsiteX0" fmla="*/ 716681 w 3504456"/>
              <a:gd name="connsiteY0" fmla="*/ 1181130 h 1935583"/>
              <a:gd name="connsiteX1" fmla="*/ 972261 w 3504456"/>
              <a:gd name="connsiteY1" fmla="*/ 1244001 h 1935583"/>
              <a:gd name="connsiteX2" fmla="*/ 851703 w 3504456"/>
              <a:gd name="connsiteY2" fmla="*/ 1420246 h 1935583"/>
              <a:gd name="connsiteX3" fmla="*/ 664842 w 3504456"/>
              <a:gd name="connsiteY3" fmla="*/ 1366651 h 1935583"/>
              <a:gd name="connsiteX4" fmla="*/ 558764 w 3504456"/>
              <a:gd name="connsiteY4" fmla="*/ 1412001 h 1935583"/>
              <a:gd name="connsiteX5" fmla="*/ 882933 w 3504456"/>
              <a:gd name="connsiteY5" fmla="*/ 1692344 h 1935583"/>
              <a:gd name="connsiteX6" fmla="*/ 481241 w 3504456"/>
              <a:gd name="connsiteY6" fmla="*/ 1935583 h 1935583"/>
              <a:gd name="connsiteX7" fmla="*/ 186390 w 3504456"/>
              <a:gd name="connsiteY7" fmla="*/ 1861375 h 1935583"/>
              <a:gd name="connsiteX8" fmla="*/ 312384 w 3504456"/>
              <a:gd name="connsiteY8" fmla="*/ 1684099 h 1935583"/>
              <a:gd name="connsiteX9" fmla="*/ 533079 w 3504456"/>
              <a:gd name="connsiteY9" fmla="*/ 1750062 h 1935583"/>
              <a:gd name="connsiteX10" fmla="*/ 637500 w 3504456"/>
              <a:gd name="connsiteY10" fmla="*/ 1710896 h 1935583"/>
              <a:gd name="connsiteX11" fmla="*/ 314989 w 3504456"/>
              <a:gd name="connsiteY11" fmla="*/ 1424369 h 1935583"/>
              <a:gd name="connsiteX12" fmla="*/ 716681 w 3504456"/>
              <a:gd name="connsiteY12" fmla="*/ 1181130 h 1935583"/>
              <a:gd name="connsiteX13" fmla="*/ 2892390 w 3504456"/>
              <a:gd name="connsiteY13" fmla="*/ 1181094 h 1935583"/>
              <a:gd name="connsiteX14" fmla="*/ 3147077 w 3504456"/>
              <a:gd name="connsiteY14" fmla="*/ 1181094 h 1935583"/>
              <a:gd name="connsiteX15" fmla="*/ 2997578 w 3504456"/>
              <a:gd name="connsiteY15" fmla="*/ 1738313 h 1935583"/>
              <a:gd name="connsiteX16" fmla="*/ 3338600 w 3504456"/>
              <a:gd name="connsiteY16" fmla="*/ 1738313 h 1935583"/>
              <a:gd name="connsiteX17" fmla="*/ 3285683 w 3504456"/>
              <a:gd name="connsiteY17" fmla="*/ 1935548 h 1935583"/>
              <a:gd name="connsiteX18" fmla="*/ 2689974 w 3504456"/>
              <a:gd name="connsiteY18" fmla="*/ 1935548 h 1935583"/>
              <a:gd name="connsiteX19" fmla="*/ 2226335 w 3504456"/>
              <a:gd name="connsiteY19" fmla="*/ 1181094 h 1935583"/>
              <a:gd name="connsiteX20" fmla="*/ 2481022 w 3504456"/>
              <a:gd name="connsiteY20" fmla="*/ 1181094 h 1935583"/>
              <a:gd name="connsiteX21" fmla="*/ 2331523 w 3504456"/>
              <a:gd name="connsiteY21" fmla="*/ 1738313 h 1935583"/>
              <a:gd name="connsiteX22" fmla="*/ 2672545 w 3504456"/>
              <a:gd name="connsiteY22" fmla="*/ 1738313 h 1935583"/>
              <a:gd name="connsiteX23" fmla="*/ 2619628 w 3504456"/>
              <a:gd name="connsiteY23" fmla="*/ 1935548 h 1935583"/>
              <a:gd name="connsiteX24" fmla="*/ 2023919 w 3504456"/>
              <a:gd name="connsiteY24" fmla="*/ 1935548 h 1935583"/>
              <a:gd name="connsiteX25" fmla="*/ 1901575 w 3504456"/>
              <a:gd name="connsiteY25" fmla="*/ 1181094 h 1935583"/>
              <a:gd name="connsiteX26" fmla="*/ 2156262 w 3504456"/>
              <a:gd name="connsiteY26" fmla="*/ 1181094 h 1935583"/>
              <a:gd name="connsiteX27" fmla="*/ 1953846 w 3504456"/>
              <a:gd name="connsiteY27" fmla="*/ 1935548 h 1935583"/>
              <a:gd name="connsiteX28" fmla="*/ 1699159 w 3504456"/>
              <a:gd name="connsiteY28" fmla="*/ 1935548 h 1935583"/>
              <a:gd name="connsiteX29" fmla="*/ 1075801 w 3504456"/>
              <a:gd name="connsiteY29" fmla="*/ 1181094 h 1935583"/>
              <a:gd name="connsiteX30" fmla="*/ 1326172 w 3504456"/>
              <a:gd name="connsiteY30" fmla="*/ 1181094 h 1935583"/>
              <a:gd name="connsiteX31" fmla="*/ 1252724 w 3504456"/>
              <a:gd name="connsiteY31" fmla="*/ 1454853 h 1935583"/>
              <a:gd name="connsiteX32" fmla="*/ 1574383 w 3504456"/>
              <a:gd name="connsiteY32" fmla="*/ 1181094 h 1935583"/>
              <a:gd name="connsiteX33" fmla="*/ 1851733 w 3504456"/>
              <a:gd name="connsiteY33" fmla="*/ 1181094 h 1935583"/>
              <a:gd name="connsiteX34" fmla="*/ 1460499 w 3504456"/>
              <a:gd name="connsiteY34" fmla="*/ 1513054 h 1935583"/>
              <a:gd name="connsiteX35" fmla="*/ 1664426 w 3504456"/>
              <a:gd name="connsiteY35" fmla="*/ 1935548 h 1935583"/>
              <a:gd name="connsiteX36" fmla="*/ 1369809 w 3504456"/>
              <a:gd name="connsiteY36" fmla="*/ 1935548 h 1935583"/>
              <a:gd name="connsiteX37" fmla="*/ 1248039 w 3504456"/>
              <a:gd name="connsiteY37" fmla="*/ 1685500 h 1935583"/>
              <a:gd name="connsiteX38" fmla="*/ 1173781 w 3504456"/>
              <a:gd name="connsiteY38" fmla="*/ 1749091 h 1935583"/>
              <a:gd name="connsiteX39" fmla="*/ 1123756 w 3504456"/>
              <a:gd name="connsiteY39" fmla="*/ 1935548 h 1935583"/>
              <a:gd name="connsiteX40" fmla="*/ 873386 w 3504456"/>
              <a:gd name="connsiteY40" fmla="*/ 1935548 h 1935583"/>
              <a:gd name="connsiteX41" fmla="*/ 586939 w 3504456"/>
              <a:gd name="connsiteY41" fmla="*/ 283538 h 1935583"/>
              <a:gd name="connsiteX42" fmla="*/ 353650 w 3504456"/>
              <a:gd name="connsiteY42" fmla="*/ 543239 h 1935583"/>
              <a:gd name="connsiteX43" fmla="*/ 586939 w 3504456"/>
              <a:gd name="connsiteY43" fmla="*/ 802941 h 1935583"/>
              <a:gd name="connsiteX44" fmla="*/ 820229 w 3504456"/>
              <a:gd name="connsiteY44" fmla="*/ 543239 h 1935583"/>
              <a:gd name="connsiteX45" fmla="*/ 586939 w 3504456"/>
              <a:gd name="connsiteY45" fmla="*/ 283538 h 1935583"/>
              <a:gd name="connsiteX46" fmla="*/ 553842 w 3504456"/>
              <a:gd name="connsiteY46" fmla="*/ 0 h 1935583"/>
              <a:gd name="connsiteX47" fmla="*/ 1535158 w 3504456"/>
              <a:gd name="connsiteY47" fmla="*/ 0 h 1935583"/>
              <a:gd name="connsiteX48" fmla="*/ 1533433 w 3504456"/>
              <a:gd name="connsiteY48" fmla="*/ 6431 h 1935583"/>
              <a:gd name="connsiteX49" fmla="*/ 1941460 w 3504456"/>
              <a:gd name="connsiteY49" fmla="*/ 493594 h 1935583"/>
              <a:gd name="connsiteX50" fmla="*/ 1941460 w 3504456"/>
              <a:gd name="connsiteY50" fmla="*/ 106 h 1935583"/>
              <a:gd name="connsiteX51" fmla="*/ 2210076 w 3504456"/>
              <a:gd name="connsiteY51" fmla="*/ 106 h 1935583"/>
              <a:gd name="connsiteX52" fmla="*/ 2210091 w 3504456"/>
              <a:gd name="connsiteY52" fmla="*/ 49 h 1935583"/>
              <a:gd name="connsiteX53" fmla="*/ 3504456 w 3504456"/>
              <a:gd name="connsiteY53" fmla="*/ 49 h 1935583"/>
              <a:gd name="connsiteX54" fmla="*/ 3417303 w 3504456"/>
              <a:gd name="connsiteY54" fmla="*/ 324890 h 1935583"/>
              <a:gd name="connsiteX55" fmla="*/ 2298845 w 3504456"/>
              <a:gd name="connsiteY55" fmla="*/ 324890 h 1935583"/>
              <a:gd name="connsiteX56" fmla="*/ 2298845 w 3504456"/>
              <a:gd name="connsiteY56" fmla="*/ 396167 h 1935583"/>
              <a:gd name="connsiteX57" fmla="*/ 3285824 w 3504456"/>
              <a:gd name="connsiteY57" fmla="*/ 396167 h 1935583"/>
              <a:gd name="connsiteX58" fmla="*/ 3211390 w 3504456"/>
              <a:gd name="connsiteY58" fmla="*/ 673600 h 1935583"/>
              <a:gd name="connsiteX59" fmla="*/ 2298845 w 3504456"/>
              <a:gd name="connsiteY59" fmla="*/ 673600 h 1935583"/>
              <a:gd name="connsiteX60" fmla="*/ 2298845 w 3504456"/>
              <a:gd name="connsiteY60" fmla="*/ 744920 h 1935583"/>
              <a:gd name="connsiteX61" fmla="*/ 3304619 w 3504456"/>
              <a:gd name="connsiteY61" fmla="*/ 744920 h 1935583"/>
              <a:gd name="connsiteX62" fmla="*/ 3213022 w 3504456"/>
              <a:gd name="connsiteY62" fmla="*/ 1086327 h 1935583"/>
              <a:gd name="connsiteX63" fmla="*/ 2298845 w 3504456"/>
              <a:gd name="connsiteY63" fmla="*/ 1086327 h 1935583"/>
              <a:gd name="connsiteX64" fmla="*/ 2298845 w 3504456"/>
              <a:gd name="connsiteY64" fmla="*/ 1086401 h 1935583"/>
              <a:gd name="connsiteX65" fmla="*/ 1997399 w 3504456"/>
              <a:gd name="connsiteY65" fmla="*/ 1086401 h 1935583"/>
              <a:gd name="connsiteX66" fmla="*/ 1584075 w 3504456"/>
              <a:gd name="connsiteY66" fmla="*/ 592913 h 1935583"/>
              <a:gd name="connsiteX67" fmla="*/ 1584075 w 3504456"/>
              <a:gd name="connsiteY67" fmla="*/ 1086401 h 1935583"/>
              <a:gd name="connsiteX68" fmla="*/ 1226689 w 3504456"/>
              <a:gd name="connsiteY68" fmla="*/ 1086401 h 1935583"/>
              <a:gd name="connsiteX69" fmla="*/ 1226689 w 3504456"/>
              <a:gd name="connsiteY69" fmla="*/ 280176 h 1935583"/>
              <a:gd name="connsiteX70" fmla="*/ 1104100 w 3504456"/>
              <a:gd name="connsiteY70" fmla="*/ 280176 h 1935583"/>
              <a:gd name="connsiteX71" fmla="*/ 1129811 w 3504456"/>
              <a:gd name="connsiteY71" fmla="*/ 325646 h 1935583"/>
              <a:gd name="connsiteX72" fmla="*/ 1173878 w 3504456"/>
              <a:gd name="connsiteY72" fmla="*/ 543239 h 1935583"/>
              <a:gd name="connsiteX73" fmla="*/ 586939 w 3504456"/>
              <a:gd name="connsiteY73" fmla="*/ 1086387 h 1935583"/>
              <a:gd name="connsiteX74" fmla="*/ 0 w 3504456"/>
              <a:gd name="connsiteY74" fmla="*/ 543239 h 1935583"/>
              <a:gd name="connsiteX75" fmla="*/ 464449 w 3504456"/>
              <a:gd name="connsiteY75" fmla="*/ 10526 h 1935583"/>
              <a:gd name="connsiteX76" fmla="*/ 553043 w 3504456"/>
              <a:gd name="connsiteY76" fmla="*/ 2979 h 1935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3504456" h="1935583">
                <a:moveTo>
                  <a:pt x="716681" y="1181130"/>
                </a:moveTo>
                <a:cubicBezTo>
                  <a:pt x="813689" y="1181130"/>
                  <a:pt x="908263" y="1201744"/>
                  <a:pt x="972261" y="1244001"/>
                </a:cubicBezTo>
                <a:lnTo>
                  <a:pt x="851703" y="1420246"/>
                </a:lnTo>
                <a:cubicBezTo>
                  <a:pt x="790174" y="1384172"/>
                  <a:pt x="727795" y="1366651"/>
                  <a:pt x="664842" y="1366651"/>
                </a:cubicBezTo>
                <a:cubicBezTo>
                  <a:pt x="593634" y="1366651"/>
                  <a:pt x="565400" y="1387265"/>
                  <a:pt x="558764" y="1412001"/>
                </a:cubicBezTo>
                <a:cubicBezTo>
                  <a:pt x="535535" y="1498577"/>
                  <a:pt x="954276" y="1426430"/>
                  <a:pt x="882933" y="1692344"/>
                </a:cubicBezTo>
                <a:cubicBezTo>
                  <a:pt x="847538" y="1824270"/>
                  <a:pt x="705185" y="1935583"/>
                  <a:pt x="481241" y="1935583"/>
                </a:cubicBezTo>
                <a:cubicBezTo>
                  <a:pt x="360497" y="1935583"/>
                  <a:pt x="246740" y="1905694"/>
                  <a:pt x="186390" y="1861375"/>
                </a:cubicBezTo>
                <a:lnTo>
                  <a:pt x="312384" y="1684099"/>
                </a:lnTo>
                <a:cubicBezTo>
                  <a:pt x="369713" y="1724295"/>
                  <a:pt x="453615" y="1750062"/>
                  <a:pt x="533079" y="1750062"/>
                </a:cubicBezTo>
                <a:cubicBezTo>
                  <a:pt x="602223" y="1750062"/>
                  <a:pt x="630862" y="1735632"/>
                  <a:pt x="637500" y="1710896"/>
                </a:cubicBezTo>
                <a:cubicBezTo>
                  <a:pt x="661834" y="1620197"/>
                  <a:pt x="242816" y="1693374"/>
                  <a:pt x="314989" y="1424369"/>
                </a:cubicBezTo>
                <a:cubicBezTo>
                  <a:pt x="350937" y="1290381"/>
                  <a:pt x="492736" y="1181130"/>
                  <a:pt x="716681" y="1181130"/>
                </a:cubicBezTo>
                <a:close/>
                <a:moveTo>
                  <a:pt x="2892390" y="1181094"/>
                </a:moveTo>
                <a:lnTo>
                  <a:pt x="3147077" y="1181094"/>
                </a:lnTo>
                <a:lnTo>
                  <a:pt x="2997578" y="1738313"/>
                </a:lnTo>
                <a:lnTo>
                  <a:pt x="3338600" y="1738313"/>
                </a:lnTo>
                <a:lnTo>
                  <a:pt x="3285683" y="1935548"/>
                </a:lnTo>
                <a:lnTo>
                  <a:pt x="2689974" y="1935548"/>
                </a:lnTo>
                <a:close/>
                <a:moveTo>
                  <a:pt x="2226335" y="1181094"/>
                </a:moveTo>
                <a:lnTo>
                  <a:pt x="2481022" y="1181094"/>
                </a:lnTo>
                <a:lnTo>
                  <a:pt x="2331523" y="1738313"/>
                </a:lnTo>
                <a:lnTo>
                  <a:pt x="2672545" y="1738313"/>
                </a:lnTo>
                <a:lnTo>
                  <a:pt x="2619628" y="1935548"/>
                </a:lnTo>
                <a:lnTo>
                  <a:pt x="2023919" y="1935548"/>
                </a:lnTo>
                <a:close/>
                <a:moveTo>
                  <a:pt x="1901575" y="1181094"/>
                </a:moveTo>
                <a:lnTo>
                  <a:pt x="2156262" y="1181094"/>
                </a:lnTo>
                <a:lnTo>
                  <a:pt x="1953846" y="1935548"/>
                </a:lnTo>
                <a:lnTo>
                  <a:pt x="1699159" y="1935548"/>
                </a:lnTo>
                <a:close/>
                <a:moveTo>
                  <a:pt x="1075801" y="1181094"/>
                </a:moveTo>
                <a:lnTo>
                  <a:pt x="1326172" y="1181094"/>
                </a:lnTo>
                <a:lnTo>
                  <a:pt x="1252724" y="1454853"/>
                </a:lnTo>
                <a:lnTo>
                  <a:pt x="1574383" y="1181094"/>
                </a:lnTo>
                <a:lnTo>
                  <a:pt x="1851733" y="1181094"/>
                </a:lnTo>
                <a:lnTo>
                  <a:pt x="1460499" y="1513054"/>
                </a:lnTo>
                <a:lnTo>
                  <a:pt x="1664426" y="1935548"/>
                </a:lnTo>
                <a:lnTo>
                  <a:pt x="1369809" y="1935548"/>
                </a:lnTo>
                <a:lnTo>
                  <a:pt x="1248039" y="1685500"/>
                </a:lnTo>
                <a:lnTo>
                  <a:pt x="1173781" y="1749091"/>
                </a:lnTo>
                <a:lnTo>
                  <a:pt x="1123756" y="1935548"/>
                </a:lnTo>
                <a:lnTo>
                  <a:pt x="873386" y="1935548"/>
                </a:lnTo>
                <a:close/>
                <a:moveTo>
                  <a:pt x="586939" y="283538"/>
                </a:moveTo>
                <a:cubicBezTo>
                  <a:pt x="457664" y="283538"/>
                  <a:pt x="353650" y="381482"/>
                  <a:pt x="353650" y="543239"/>
                </a:cubicBezTo>
                <a:cubicBezTo>
                  <a:pt x="353650" y="704996"/>
                  <a:pt x="457664" y="802941"/>
                  <a:pt x="586939" y="802941"/>
                </a:cubicBezTo>
                <a:cubicBezTo>
                  <a:pt x="716214" y="802941"/>
                  <a:pt x="820229" y="704996"/>
                  <a:pt x="820229" y="543239"/>
                </a:cubicBezTo>
                <a:cubicBezTo>
                  <a:pt x="820229" y="381482"/>
                  <a:pt x="716214" y="283538"/>
                  <a:pt x="586939" y="283538"/>
                </a:cubicBezTo>
                <a:close/>
                <a:moveTo>
                  <a:pt x="553842" y="0"/>
                </a:moveTo>
                <a:lnTo>
                  <a:pt x="1535158" y="0"/>
                </a:lnTo>
                <a:lnTo>
                  <a:pt x="1533433" y="6431"/>
                </a:lnTo>
                <a:lnTo>
                  <a:pt x="1941460" y="493594"/>
                </a:lnTo>
                <a:lnTo>
                  <a:pt x="1941460" y="106"/>
                </a:lnTo>
                <a:lnTo>
                  <a:pt x="2210076" y="106"/>
                </a:lnTo>
                <a:lnTo>
                  <a:pt x="2210091" y="49"/>
                </a:lnTo>
                <a:lnTo>
                  <a:pt x="3504456" y="49"/>
                </a:lnTo>
                <a:lnTo>
                  <a:pt x="3417303" y="324890"/>
                </a:lnTo>
                <a:lnTo>
                  <a:pt x="2298845" y="324890"/>
                </a:lnTo>
                <a:lnTo>
                  <a:pt x="2298845" y="396167"/>
                </a:lnTo>
                <a:lnTo>
                  <a:pt x="3285824" y="396167"/>
                </a:lnTo>
                <a:lnTo>
                  <a:pt x="3211390" y="673600"/>
                </a:lnTo>
                <a:lnTo>
                  <a:pt x="2298845" y="673600"/>
                </a:lnTo>
                <a:lnTo>
                  <a:pt x="2298845" y="744920"/>
                </a:lnTo>
                <a:lnTo>
                  <a:pt x="3304619" y="744920"/>
                </a:lnTo>
                <a:lnTo>
                  <a:pt x="3213022" y="1086327"/>
                </a:lnTo>
                <a:lnTo>
                  <a:pt x="2298845" y="1086327"/>
                </a:lnTo>
                <a:lnTo>
                  <a:pt x="2298845" y="1086401"/>
                </a:lnTo>
                <a:lnTo>
                  <a:pt x="1997399" y="1086401"/>
                </a:lnTo>
                <a:lnTo>
                  <a:pt x="1584075" y="592913"/>
                </a:lnTo>
                <a:lnTo>
                  <a:pt x="1584075" y="1086401"/>
                </a:lnTo>
                <a:lnTo>
                  <a:pt x="1226689" y="1086401"/>
                </a:lnTo>
                <a:lnTo>
                  <a:pt x="1226689" y="280176"/>
                </a:lnTo>
                <a:lnTo>
                  <a:pt x="1104100" y="280176"/>
                </a:lnTo>
                <a:lnTo>
                  <a:pt x="1129811" y="325646"/>
                </a:lnTo>
                <a:cubicBezTo>
                  <a:pt x="1158369" y="391314"/>
                  <a:pt x="1173878" y="464587"/>
                  <a:pt x="1173878" y="543239"/>
                </a:cubicBezTo>
                <a:cubicBezTo>
                  <a:pt x="1173878" y="857849"/>
                  <a:pt x="925729" y="1086387"/>
                  <a:pt x="586939" y="1086387"/>
                </a:cubicBezTo>
                <a:cubicBezTo>
                  <a:pt x="248149" y="1086387"/>
                  <a:pt x="0" y="857849"/>
                  <a:pt x="0" y="543239"/>
                </a:cubicBezTo>
                <a:cubicBezTo>
                  <a:pt x="0" y="267955"/>
                  <a:pt x="189989" y="58571"/>
                  <a:pt x="464449" y="10526"/>
                </a:cubicBezTo>
                <a:lnTo>
                  <a:pt x="553043" y="297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71500" sx="102000" sy="102000" algn="ctr" rotWithShape="0">
              <a:schemeClr val="bg1">
                <a:alpha val="91000"/>
              </a:schemeClr>
            </a:outerShdw>
          </a:effectLst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74" name="Textbos: Create Your">
            <a:extLst>
              <a:ext uri="{FF2B5EF4-FFF2-40B4-BE49-F238E27FC236}">
                <a16:creationId xmlns:a16="http://schemas.microsoft.com/office/drawing/2014/main" id="{42773302-51CB-62E7-B25D-D2D1FFD5F0BB}"/>
              </a:ext>
            </a:extLst>
          </p:cNvPr>
          <p:cNvSpPr txBox="1"/>
          <p:nvPr/>
        </p:nvSpPr>
        <p:spPr>
          <a:xfrm>
            <a:off x="-1825058" y="891224"/>
            <a:ext cx="1854856" cy="887396"/>
          </a:xfrm>
          <a:prstGeom prst="rect">
            <a:avLst/>
          </a:prstGeom>
          <a:noFill/>
        </p:spPr>
        <p:txBody>
          <a:bodyPr wrap="none" l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u="none" strike="noStrike" kern="1200" cap="none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270000" algn="ctr" rotWithShape="0">
                    <a:schemeClr val="bg1"/>
                  </a:outerShdw>
                </a:effectLst>
                <a:uLnTx/>
                <a:uFillTx/>
                <a:latin typeface="Poppins" pitchFamily="2" charset="77"/>
                <a:cs typeface="Poppins" pitchFamily="2" charset="77"/>
              </a:rPr>
              <a:t>Good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u="none" strike="noStrike" kern="1200" cap="none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270000" algn="ctr" rotWithShape="0">
                    <a:schemeClr val="bg1"/>
                  </a:outerShdw>
                </a:effectLst>
                <a:uLnTx/>
                <a:uFillTx/>
                <a:latin typeface="Poppins" pitchFamily="2" charset="77"/>
                <a:cs typeface="Poppins" pitchFamily="2" charset="77"/>
              </a:rPr>
              <a:t>Morning!</a:t>
            </a:r>
            <a:endParaRPr lang="en-US" sz="4800" dirty="0">
              <a:solidFill>
                <a:prstClr val="white"/>
              </a:solidFill>
              <a:effectLst>
                <a:outerShdw blurRad="1270000" algn="ctr" rotWithShape="0">
                  <a:schemeClr val="bg1"/>
                </a:outerShdw>
              </a:effectLst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5" name="Textbos: Create Your">
            <a:extLst>
              <a:ext uri="{FF2B5EF4-FFF2-40B4-BE49-F238E27FC236}">
                <a16:creationId xmlns:a16="http://schemas.microsoft.com/office/drawing/2014/main" id="{2345E512-0EB8-A39A-6A38-EBF9689711F8}"/>
              </a:ext>
            </a:extLst>
          </p:cNvPr>
          <p:cNvSpPr txBox="1"/>
          <p:nvPr/>
        </p:nvSpPr>
        <p:spPr>
          <a:xfrm>
            <a:off x="-3463705" y="1854238"/>
            <a:ext cx="3579225" cy="603986"/>
          </a:xfrm>
          <a:prstGeom prst="rect">
            <a:avLst/>
          </a:prstGeom>
          <a:noFill/>
        </p:spPr>
        <p:txBody>
          <a:bodyPr wrap="none" l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b="1" spc="-150" dirty="0">
                <a:solidFill>
                  <a:prstClr val="white"/>
                </a:solidFill>
                <a:effectLst>
                  <a:outerShdw blurRad="1270000" algn="ctr" rotWithShape="0">
                    <a:schemeClr val="bg1"/>
                  </a:outerShdw>
                </a:effectLst>
                <a:latin typeface="Poppins SemiBold" pitchFamily="2" charset="77"/>
                <a:cs typeface="Poppins SemiBold" pitchFamily="2" charset="77"/>
              </a:rPr>
              <a:t>Raminta</a:t>
            </a:r>
          </a:p>
        </p:txBody>
      </p:sp>
      <p:sp>
        <p:nvSpPr>
          <p:cNvPr id="44" name="Textbos: Create Your">
            <a:extLst>
              <a:ext uri="{FF2B5EF4-FFF2-40B4-BE49-F238E27FC236}">
                <a16:creationId xmlns:a16="http://schemas.microsoft.com/office/drawing/2014/main" id="{6B29B240-561E-3042-D9A1-E3760053AEBC}"/>
              </a:ext>
            </a:extLst>
          </p:cNvPr>
          <p:cNvSpPr txBox="1"/>
          <p:nvPr/>
        </p:nvSpPr>
        <p:spPr>
          <a:xfrm>
            <a:off x="12462713" y="1710847"/>
            <a:ext cx="2798446" cy="766689"/>
          </a:xfrm>
          <a:prstGeom prst="rect">
            <a:avLst/>
          </a:prstGeom>
          <a:noFill/>
        </p:spPr>
        <p:txBody>
          <a:bodyPr wrap="none" lIns="0" rtlCol="0">
            <a:noAutofit/>
          </a:bodyPr>
          <a:lstStyle>
            <a:defPPr>
              <a:defRPr lang="en-LT"/>
            </a:defPPr>
            <a:lvl1pPr marR="0" lvl="0" indent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u="none" strike="noStrike" cap="none" normalizeH="0" baseline="0">
                <a:ln>
                  <a:noFill/>
                </a:ln>
                <a:solidFill>
                  <a:prstClr val="white"/>
                </a:solidFill>
                <a:effectLst>
                  <a:outerShdw blurRad="1270000" algn="ctr" rotWithShape="0">
                    <a:schemeClr val="bg1"/>
                  </a:outerShdw>
                </a:effectLst>
                <a:uLnTx/>
                <a:uFillTx/>
                <a:latin typeface="Poppins" pitchFamily="2" charset="77"/>
                <a:cs typeface="Poppins" pitchFamily="2" charset="77"/>
              </a:defRPr>
            </a:lvl1pPr>
          </a:lstStyle>
          <a:p>
            <a:pPr algn="r"/>
            <a:r>
              <a:rPr lang="en-US" dirty="0"/>
              <a:t>Let’s Plan Your</a:t>
            </a:r>
          </a:p>
          <a:p>
            <a:pPr algn="r"/>
            <a:r>
              <a:rPr lang="en-US" dirty="0"/>
              <a:t>Wonderful Day!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84994D6-5CE5-8EA8-C389-17B4168BAFBE}"/>
              </a:ext>
            </a:extLst>
          </p:cNvPr>
          <p:cNvGrpSpPr/>
          <p:nvPr/>
        </p:nvGrpSpPr>
        <p:grpSpPr>
          <a:xfrm>
            <a:off x="13643565" y="2714029"/>
            <a:ext cx="1692000" cy="1692000"/>
            <a:chOff x="9517335" y="2855033"/>
            <a:chExt cx="1692000" cy="1692000"/>
          </a:xfrm>
        </p:grpSpPr>
        <p:sp useBgFill="1">
          <p:nvSpPr>
            <p:cNvPr id="3" name="Rounded rectangle: Create">
              <a:extLst>
                <a:ext uri="{FF2B5EF4-FFF2-40B4-BE49-F238E27FC236}">
                  <a16:creationId xmlns:a16="http://schemas.microsoft.com/office/drawing/2014/main" id="{D57D55A8-6636-22FC-94D0-6838854FB15B}"/>
                </a:ext>
              </a:extLst>
            </p:cNvPr>
            <p:cNvSpPr/>
            <p:nvPr/>
          </p:nvSpPr>
          <p:spPr>
            <a:xfrm>
              <a:off x="9517335" y="2855033"/>
              <a:ext cx="1692000" cy="1692000"/>
            </a:xfrm>
            <a:prstGeom prst="roundRect">
              <a:avLst>
                <a:gd name="adj" fmla="val 11145"/>
              </a:avLst>
            </a:prstGeom>
            <a:ln w="6350">
              <a:solidFill>
                <a:schemeClr val="bg1">
                  <a:alpha val="50000"/>
                </a:schemeClr>
              </a:solidFill>
            </a:ln>
            <a:effectLst>
              <a:innerShdw blurRad="190500">
                <a:schemeClr val="bg1">
                  <a:alpha val="50000"/>
                </a:schemeClr>
              </a:innerShdw>
            </a:effectLst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lt-LT" sz="14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endParaRPr>
            </a:p>
          </p:txBody>
        </p:sp>
        <p:sp>
          <p:nvSpPr>
            <p:cNvPr id="4" name="Textbos: Create Your">
              <a:extLst>
                <a:ext uri="{FF2B5EF4-FFF2-40B4-BE49-F238E27FC236}">
                  <a16:creationId xmlns:a16="http://schemas.microsoft.com/office/drawing/2014/main" id="{EB73702F-A961-A1C5-952D-2E626BE16A31}"/>
                </a:ext>
              </a:extLst>
            </p:cNvPr>
            <p:cNvSpPr txBox="1"/>
            <p:nvPr/>
          </p:nvSpPr>
          <p:spPr>
            <a:xfrm>
              <a:off x="9666979" y="2970149"/>
              <a:ext cx="490324" cy="191797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u="none" strike="noStrike" kern="120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 pitchFamily="2" charset="77"/>
                  <a:cs typeface="Poppins" pitchFamily="2" charset="77"/>
                </a:rPr>
                <a:t>Tuesday</a:t>
              </a:r>
            </a:p>
          </p:txBody>
        </p:sp>
        <p:sp>
          <p:nvSpPr>
            <p:cNvPr id="5" name="Textbos: Create Your">
              <a:extLst>
                <a:ext uri="{FF2B5EF4-FFF2-40B4-BE49-F238E27FC236}">
                  <a16:creationId xmlns:a16="http://schemas.microsoft.com/office/drawing/2014/main" id="{D9E43A4C-CD7E-FADD-D21F-BA851F83EEF3}"/>
                </a:ext>
              </a:extLst>
            </p:cNvPr>
            <p:cNvSpPr txBox="1"/>
            <p:nvPr/>
          </p:nvSpPr>
          <p:spPr>
            <a:xfrm>
              <a:off x="9659441" y="3178156"/>
              <a:ext cx="497862" cy="360739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200" dirty="0">
                  <a:solidFill>
                    <a:prstClr val="white"/>
                  </a:solidFill>
                  <a:latin typeface="Poppins Medium" pitchFamily="2" charset="77"/>
                  <a:cs typeface="Poppins Medium" pitchFamily="2" charset="77"/>
                </a:rPr>
                <a:t>26</a:t>
              </a:r>
              <a:endPara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endParaRPr>
            </a:p>
          </p:txBody>
        </p:sp>
        <p:sp>
          <p:nvSpPr>
            <p:cNvPr id="6" name="Rounded Rectangle 11">
              <a:extLst>
                <a:ext uri="{FF2B5EF4-FFF2-40B4-BE49-F238E27FC236}">
                  <a16:creationId xmlns:a16="http://schemas.microsoft.com/office/drawing/2014/main" id="{FED003F3-8506-D41F-2852-D14511E6BCA9}"/>
                </a:ext>
              </a:extLst>
            </p:cNvPr>
            <p:cNvSpPr/>
            <p:nvPr/>
          </p:nvSpPr>
          <p:spPr>
            <a:xfrm>
              <a:off x="9735336" y="3640807"/>
              <a:ext cx="1304104" cy="326705"/>
            </a:xfrm>
            <a:prstGeom prst="roundRect">
              <a:avLst>
                <a:gd name="adj" fmla="val 9184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sp>
          <p:nvSpPr>
            <p:cNvPr id="8" name="Textbos: Create Your">
              <a:extLst>
                <a:ext uri="{FF2B5EF4-FFF2-40B4-BE49-F238E27FC236}">
                  <a16:creationId xmlns:a16="http://schemas.microsoft.com/office/drawing/2014/main" id="{CE6A8AD0-D664-920D-C496-DA0484A1133C}"/>
                </a:ext>
              </a:extLst>
            </p:cNvPr>
            <p:cNvSpPr txBox="1"/>
            <p:nvPr/>
          </p:nvSpPr>
          <p:spPr>
            <a:xfrm>
              <a:off x="9784920" y="3657017"/>
              <a:ext cx="335989" cy="196977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Medium" pitchFamily="2" charset="77"/>
                  <a:cs typeface="Poppins Medium" pitchFamily="2" charset="77"/>
                </a:rPr>
                <a:t>Gym</a:t>
              </a:r>
            </a:p>
          </p:txBody>
        </p:sp>
        <p:sp>
          <p:nvSpPr>
            <p:cNvPr id="46" name="Textbos: Create Your">
              <a:extLst>
                <a:ext uri="{FF2B5EF4-FFF2-40B4-BE49-F238E27FC236}">
                  <a16:creationId xmlns:a16="http://schemas.microsoft.com/office/drawing/2014/main" id="{BA11D0DE-37D2-FFA9-DC37-0EAEF060D4A8}"/>
                </a:ext>
              </a:extLst>
            </p:cNvPr>
            <p:cNvSpPr txBox="1"/>
            <p:nvPr/>
          </p:nvSpPr>
          <p:spPr>
            <a:xfrm>
              <a:off x="9784920" y="3798023"/>
              <a:ext cx="514308" cy="13943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700" dirty="0">
                  <a:solidFill>
                    <a:prstClr val="white"/>
                  </a:solidFill>
                  <a:latin typeface="Poppins Light" pitchFamily="2" charset="77"/>
                  <a:cs typeface="Poppins Light" pitchFamily="2" charset="77"/>
                </a:rPr>
                <a:t>10</a:t>
              </a:r>
              <a:r>
                <a:rPr kumimoji="0" lang="en-US" sz="7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Light" pitchFamily="2" charset="77"/>
                  <a:cs typeface="Poppins Light" pitchFamily="2" charset="77"/>
                </a:rPr>
                <a:t>:00 -11:00</a:t>
              </a:r>
            </a:p>
          </p:txBody>
        </p:sp>
        <p:sp>
          <p:nvSpPr>
            <p:cNvPr id="48" name="Rounded Rectangle 14">
              <a:extLst>
                <a:ext uri="{FF2B5EF4-FFF2-40B4-BE49-F238E27FC236}">
                  <a16:creationId xmlns:a16="http://schemas.microsoft.com/office/drawing/2014/main" id="{AEBB40C9-B76E-E340-D209-B116C5ECE3BB}"/>
                </a:ext>
              </a:extLst>
            </p:cNvPr>
            <p:cNvSpPr/>
            <p:nvPr/>
          </p:nvSpPr>
          <p:spPr>
            <a:xfrm>
              <a:off x="9682854" y="4022220"/>
              <a:ext cx="52482" cy="326705"/>
            </a:xfrm>
            <a:prstGeom prst="roundRect">
              <a:avLst>
                <a:gd name="adj" fmla="val 50000"/>
              </a:avLst>
            </a:prstGeom>
            <a:solidFill>
              <a:srgbClr val="FF0073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40228" algn="l" rotWithShape="0">
                <a:srgbClr val="FF0073">
                  <a:alpha val="70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LT" kern="0">
                <a:solidFill>
                  <a:prstClr val="white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49" name="Rounded Rectangle 15">
              <a:extLst>
                <a:ext uri="{FF2B5EF4-FFF2-40B4-BE49-F238E27FC236}">
                  <a16:creationId xmlns:a16="http://schemas.microsoft.com/office/drawing/2014/main" id="{E77CE335-DE0F-9DCC-759D-D2EF01D53BE5}"/>
                </a:ext>
              </a:extLst>
            </p:cNvPr>
            <p:cNvSpPr/>
            <p:nvPr/>
          </p:nvSpPr>
          <p:spPr>
            <a:xfrm>
              <a:off x="9735336" y="4022220"/>
              <a:ext cx="1304104" cy="326705"/>
            </a:xfrm>
            <a:prstGeom prst="roundRect">
              <a:avLst>
                <a:gd name="adj" fmla="val 9184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sp>
          <p:nvSpPr>
            <p:cNvPr id="50" name="Textbos: Create Your">
              <a:extLst>
                <a:ext uri="{FF2B5EF4-FFF2-40B4-BE49-F238E27FC236}">
                  <a16:creationId xmlns:a16="http://schemas.microsoft.com/office/drawing/2014/main" id="{679EB29D-7DC5-22A6-065E-C8FE68D15466}"/>
                </a:ext>
              </a:extLst>
            </p:cNvPr>
            <p:cNvSpPr txBox="1"/>
            <p:nvPr/>
          </p:nvSpPr>
          <p:spPr>
            <a:xfrm>
              <a:off x="9784920" y="4038430"/>
              <a:ext cx="335989" cy="196977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Medium" pitchFamily="2" charset="77"/>
                  <a:cs typeface="Poppins Medium" pitchFamily="2" charset="77"/>
                </a:rPr>
                <a:t>Meeting</a:t>
              </a:r>
            </a:p>
          </p:txBody>
        </p:sp>
        <p:sp>
          <p:nvSpPr>
            <p:cNvPr id="53" name="Textbos: Create Your">
              <a:extLst>
                <a:ext uri="{FF2B5EF4-FFF2-40B4-BE49-F238E27FC236}">
                  <a16:creationId xmlns:a16="http://schemas.microsoft.com/office/drawing/2014/main" id="{40D5F04E-5360-F84A-DB21-43A734580D70}"/>
                </a:ext>
              </a:extLst>
            </p:cNvPr>
            <p:cNvSpPr txBox="1"/>
            <p:nvPr/>
          </p:nvSpPr>
          <p:spPr>
            <a:xfrm>
              <a:off x="9784920" y="4179436"/>
              <a:ext cx="514308" cy="13943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700" dirty="0">
                  <a:solidFill>
                    <a:prstClr val="white"/>
                  </a:solidFill>
                  <a:latin typeface="Poppins Light" pitchFamily="2" charset="77"/>
                  <a:cs typeface="Poppins Light" pitchFamily="2" charset="77"/>
                </a:rPr>
                <a:t>12</a:t>
              </a:r>
              <a:r>
                <a:rPr kumimoji="0" lang="en-US" sz="7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Light" pitchFamily="2" charset="77"/>
                  <a:cs typeface="Poppins Light" pitchFamily="2" charset="77"/>
                </a:rPr>
                <a:t>:00 -13:00</a:t>
              </a:r>
            </a:p>
          </p:txBody>
        </p:sp>
        <p:sp>
          <p:nvSpPr>
            <p:cNvPr id="54" name="Rounded Rectangle 18">
              <a:extLst>
                <a:ext uri="{FF2B5EF4-FFF2-40B4-BE49-F238E27FC236}">
                  <a16:creationId xmlns:a16="http://schemas.microsoft.com/office/drawing/2014/main" id="{C21AB898-1DBD-CF36-F387-42AFAE7B3DE0}"/>
                </a:ext>
              </a:extLst>
            </p:cNvPr>
            <p:cNvSpPr/>
            <p:nvPr/>
          </p:nvSpPr>
          <p:spPr>
            <a:xfrm>
              <a:off x="9682854" y="3640807"/>
              <a:ext cx="52482" cy="326705"/>
            </a:xfrm>
            <a:prstGeom prst="roundRect">
              <a:avLst>
                <a:gd name="adj" fmla="val 50000"/>
              </a:avLst>
            </a:prstGeom>
            <a:solidFill>
              <a:srgbClr val="FF7B0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40228" algn="l" rotWithShape="0">
                <a:srgbClr val="FF7B00">
                  <a:alpha val="70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LT" kern="0">
                <a:solidFill>
                  <a:prstClr val="white"/>
                </a:solidFill>
                <a:latin typeface="Montserrat" panose="00000500000000000000" pitchFamily="2" charset="0"/>
              </a:endParaRPr>
            </a:p>
          </p:txBody>
        </p:sp>
      </p:grpSp>
      <p:pic>
        <p:nvPicPr>
          <p:cNvPr id="13" name="!!photo">
            <a:extLst>
              <a:ext uri="{FF2B5EF4-FFF2-40B4-BE49-F238E27FC236}">
                <a16:creationId xmlns:a16="http://schemas.microsoft.com/office/drawing/2014/main" id="{D3CB4B75-23BD-8CB5-E045-A6E4B769E4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59247" y="375138"/>
            <a:ext cx="5044077" cy="648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1977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B48998-0758-CA78-D0FA-3858234A8DD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556" b="555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2" name="Group 121">
            <a:extLst>
              <a:ext uri="{FF2B5EF4-FFF2-40B4-BE49-F238E27FC236}">
                <a16:creationId xmlns:a16="http://schemas.microsoft.com/office/drawing/2014/main" id="{42C0DABC-FBB0-9952-0CE3-7978EF5C91A2}"/>
              </a:ext>
            </a:extLst>
          </p:cNvPr>
          <p:cNvGrpSpPr/>
          <p:nvPr/>
        </p:nvGrpSpPr>
        <p:grpSpPr>
          <a:xfrm>
            <a:off x="967262" y="2714029"/>
            <a:ext cx="1692000" cy="1692000"/>
            <a:chOff x="967262" y="3011655"/>
            <a:chExt cx="1692000" cy="1692000"/>
          </a:xfrm>
        </p:grpSpPr>
        <p:sp useBgFill="1">
          <p:nvSpPr>
            <p:cNvPr id="51" name="Rounded rectangle: Create">
              <a:extLst>
                <a:ext uri="{FF2B5EF4-FFF2-40B4-BE49-F238E27FC236}">
                  <a16:creationId xmlns:a16="http://schemas.microsoft.com/office/drawing/2014/main" id="{046A05FD-BDC4-C4BD-20E4-BBB927A2694F}"/>
                </a:ext>
              </a:extLst>
            </p:cNvPr>
            <p:cNvSpPr/>
            <p:nvPr/>
          </p:nvSpPr>
          <p:spPr>
            <a:xfrm>
              <a:off x="967262" y="3011655"/>
              <a:ext cx="1692000" cy="1692000"/>
            </a:xfrm>
            <a:prstGeom prst="roundRect">
              <a:avLst>
                <a:gd name="adj" fmla="val 11145"/>
              </a:avLst>
            </a:prstGeom>
            <a:ln w="6350">
              <a:solidFill>
                <a:schemeClr val="bg1">
                  <a:alpha val="50000"/>
                </a:schemeClr>
              </a:solidFill>
            </a:ln>
            <a:effectLst>
              <a:innerShdw blurRad="190500">
                <a:schemeClr val="bg1">
                  <a:alpha val="50000"/>
                </a:schemeClr>
              </a:innerShdw>
            </a:effectLst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lt-LT" sz="14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endParaRPr>
            </a:p>
          </p:txBody>
        </p:sp>
        <p:sp>
          <p:nvSpPr>
            <p:cNvPr id="52" name="Textbos: Create Your">
              <a:extLst>
                <a:ext uri="{FF2B5EF4-FFF2-40B4-BE49-F238E27FC236}">
                  <a16:creationId xmlns:a16="http://schemas.microsoft.com/office/drawing/2014/main" id="{41FA78DE-727A-2E35-02ED-AA230864E75C}"/>
                </a:ext>
              </a:extLst>
            </p:cNvPr>
            <p:cNvSpPr txBox="1"/>
            <p:nvPr/>
          </p:nvSpPr>
          <p:spPr>
            <a:xfrm>
              <a:off x="1116905" y="3126771"/>
              <a:ext cx="1142409" cy="191797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u="none" strike="noStrike" kern="120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 pitchFamily="2" charset="77"/>
                  <a:cs typeface="Poppins" pitchFamily="2" charset="77"/>
                </a:rPr>
                <a:t>July 26, Tuesday</a:t>
              </a:r>
            </a:p>
          </p:txBody>
        </p:sp>
        <p:sp>
          <p:nvSpPr>
            <p:cNvPr id="67" name="Textbos: Create Your">
              <a:extLst>
                <a:ext uri="{FF2B5EF4-FFF2-40B4-BE49-F238E27FC236}">
                  <a16:creationId xmlns:a16="http://schemas.microsoft.com/office/drawing/2014/main" id="{5001FFD3-E7D9-45AC-F3D4-E91F4D321E16}"/>
                </a:ext>
              </a:extLst>
            </p:cNvPr>
            <p:cNvSpPr txBox="1"/>
            <p:nvPr/>
          </p:nvSpPr>
          <p:spPr>
            <a:xfrm>
              <a:off x="1109368" y="3334778"/>
              <a:ext cx="1140700" cy="360739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Medium" pitchFamily="2" charset="77"/>
                  <a:cs typeface="Poppins Medium" pitchFamily="2" charset="77"/>
                </a:rPr>
                <a:t>07:00</a:t>
              </a: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99F5645A-52A0-A5D5-868D-CB882887FCC5}"/>
                </a:ext>
              </a:extLst>
            </p:cNvPr>
            <p:cNvGrpSpPr/>
            <p:nvPr/>
          </p:nvGrpSpPr>
          <p:grpSpPr>
            <a:xfrm>
              <a:off x="1067016" y="3922884"/>
              <a:ext cx="1487810" cy="553403"/>
              <a:chOff x="1804210" y="3816991"/>
              <a:chExt cx="1487810" cy="553403"/>
            </a:xfrm>
          </p:grpSpPr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BDBB1572-1573-E734-80AF-1E4AA72EA774}"/>
                  </a:ext>
                </a:extLst>
              </p:cNvPr>
              <p:cNvGrpSpPr/>
              <p:nvPr/>
            </p:nvGrpSpPr>
            <p:grpSpPr>
              <a:xfrm>
                <a:off x="1804210" y="3816991"/>
                <a:ext cx="335989" cy="553403"/>
                <a:chOff x="4568910" y="3433357"/>
                <a:chExt cx="335989" cy="553403"/>
              </a:xfrm>
            </p:grpSpPr>
            <p:sp>
              <p:nvSpPr>
                <p:cNvPr id="111" name="Textbos: Create Your">
                  <a:extLst>
                    <a:ext uri="{FF2B5EF4-FFF2-40B4-BE49-F238E27FC236}">
                      <a16:creationId xmlns:a16="http://schemas.microsoft.com/office/drawing/2014/main" id="{7BF1D1D8-1425-F77A-B245-9A8C3CA24098}"/>
                    </a:ext>
                  </a:extLst>
                </p:cNvPr>
                <p:cNvSpPr txBox="1"/>
                <p:nvPr/>
              </p:nvSpPr>
              <p:spPr>
                <a:xfrm>
                  <a:off x="4629503" y="3433357"/>
                  <a:ext cx="214802" cy="915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700" dirty="0">
                      <a:solidFill>
                        <a:prstClr val="white"/>
                      </a:solidFill>
                      <a:latin typeface="Poppins Light" pitchFamily="2" charset="77"/>
                      <a:cs typeface="Poppins Light" pitchFamily="2" charset="77"/>
                    </a:rPr>
                    <a:t>9 AM</a:t>
                  </a:r>
                  <a:endParaRPr kumimoji="0" lang="en-US" sz="7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Light" pitchFamily="2" charset="77"/>
                    <a:cs typeface="Poppins Light" pitchFamily="2" charset="77"/>
                  </a:endParaRPr>
                </a:p>
              </p:txBody>
            </p:sp>
            <p:sp>
              <p:nvSpPr>
                <p:cNvPr id="112" name="Textbos: Create Your">
                  <a:extLst>
                    <a:ext uri="{FF2B5EF4-FFF2-40B4-BE49-F238E27FC236}">
                      <a16:creationId xmlns:a16="http://schemas.microsoft.com/office/drawing/2014/main" id="{92642EF9-DFD5-A722-BBE9-C7A5AFB7598F}"/>
                    </a:ext>
                  </a:extLst>
                </p:cNvPr>
                <p:cNvSpPr txBox="1"/>
                <p:nvPr/>
              </p:nvSpPr>
              <p:spPr>
                <a:xfrm>
                  <a:off x="4568910" y="3789783"/>
                  <a:ext cx="335989" cy="1969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>
                    <a:lnSpc>
                      <a:spcPct val="80000"/>
                    </a:lnSpc>
                    <a:defRPr/>
                  </a:pPr>
                  <a:r>
                    <a:rPr kumimoji="0" lang="en-US" sz="80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oppins Medium" pitchFamily="2" charset="77"/>
                      <a:cs typeface="Poppins Medium" pitchFamily="2" charset="77"/>
                    </a:rPr>
                    <a:t>16</a:t>
                  </a:r>
                  <a:r>
                    <a:rPr lang="en-US" sz="800" dirty="0">
                      <a:solidFill>
                        <a:prstClr val="white"/>
                      </a:solidFill>
                      <a:latin typeface="Poppins Medium" pitchFamily="2" charset="77"/>
                      <a:cs typeface="Poppins Medium" pitchFamily="2" charset="77"/>
                    </a:rPr>
                    <a:t>°</a:t>
                  </a:r>
                  <a:endParaRPr kumimoji="0" lang="en-US" sz="8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Medium" pitchFamily="2" charset="77"/>
                    <a:cs typeface="Poppins Medium" pitchFamily="2" charset="77"/>
                  </a:endParaRPr>
                </a:p>
              </p:txBody>
            </p:sp>
            <p:pic>
              <p:nvPicPr>
                <p:cNvPr id="113" name="Graphic 112" descr="Cloud with solid fill">
                  <a:extLst>
                    <a:ext uri="{FF2B5EF4-FFF2-40B4-BE49-F238E27FC236}">
                      <a16:creationId xmlns:a16="http://schemas.microsoft.com/office/drawing/2014/main" id="{D88BE7FC-3BFA-0EB7-2C23-EC6F2B9808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621479" y="3541927"/>
                  <a:ext cx="230850" cy="230850"/>
                </a:xfrm>
                <a:prstGeom prst="rect">
                  <a:avLst/>
                </a:prstGeom>
              </p:spPr>
            </p:pic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3370A1B6-6618-6423-FB68-2552CD6052D2}"/>
                  </a:ext>
                </a:extLst>
              </p:cNvPr>
              <p:cNvGrpSpPr/>
              <p:nvPr/>
            </p:nvGrpSpPr>
            <p:grpSpPr>
              <a:xfrm>
                <a:off x="2188150" y="3816991"/>
                <a:ext cx="335989" cy="553403"/>
                <a:chOff x="4771330" y="3350179"/>
                <a:chExt cx="335989" cy="553403"/>
              </a:xfrm>
            </p:grpSpPr>
            <p:sp>
              <p:nvSpPr>
                <p:cNvPr id="107" name="Textbos: Create Your">
                  <a:extLst>
                    <a:ext uri="{FF2B5EF4-FFF2-40B4-BE49-F238E27FC236}">
                      <a16:creationId xmlns:a16="http://schemas.microsoft.com/office/drawing/2014/main" id="{9931E007-267A-0999-45F0-2FD761013E42}"/>
                    </a:ext>
                  </a:extLst>
                </p:cNvPr>
                <p:cNvSpPr txBox="1"/>
                <p:nvPr/>
              </p:nvSpPr>
              <p:spPr>
                <a:xfrm>
                  <a:off x="4831923" y="3350179"/>
                  <a:ext cx="214802" cy="915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700" dirty="0">
                      <a:solidFill>
                        <a:prstClr val="white"/>
                      </a:solidFill>
                      <a:latin typeface="Poppins Light" pitchFamily="2" charset="77"/>
                      <a:cs typeface="Poppins Light" pitchFamily="2" charset="77"/>
                    </a:rPr>
                    <a:t>10 AM</a:t>
                  </a:r>
                  <a:endParaRPr kumimoji="0" lang="en-US" sz="7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Light" pitchFamily="2" charset="77"/>
                    <a:cs typeface="Poppins Light" pitchFamily="2" charset="77"/>
                  </a:endParaRPr>
                </a:p>
              </p:txBody>
            </p:sp>
            <p:sp>
              <p:nvSpPr>
                <p:cNvPr id="108" name="Textbos: Create Your">
                  <a:extLst>
                    <a:ext uri="{FF2B5EF4-FFF2-40B4-BE49-F238E27FC236}">
                      <a16:creationId xmlns:a16="http://schemas.microsoft.com/office/drawing/2014/main" id="{AAAA2D90-7B94-943E-F055-BD22ABD7F23A}"/>
                    </a:ext>
                  </a:extLst>
                </p:cNvPr>
                <p:cNvSpPr txBox="1"/>
                <p:nvPr/>
              </p:nvSpPr>
              <p:spPr>
                <a:xfrm>
                  <a:off x="4771330" y="3706605"/>
                  <a:ext cx="335989" cy="1969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>
                    <a:lnSpc>
                      <a:spcPct val="80000"/>
                    </a:lnSpc>
                    <a:defRPr/>
                  </a:pPr>
                  <a:r>
                    <a:rPr kumimoji="0" lang="en-US" sz="80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oppins Medium" pitchFamily="2" charset="77"/>
                      <a:cs typeface="Poppins Medium" pitchFamily="2" charset="77"/>
                    </a:rPr>
                    <a:t>18</a:t>
                  </a:r>
                  <a:r>
                    <a:rPr lang="en-US" sz="800" dirty="0">
                      <a:solidFill>
                        <a:prstClr val="white"/>
                      </a:solidFill>
                      <a:latin typeface="Poppins Medium" pitchFamily="2" charset="77"/>
                      <a:cs typeface="Poppins Medium" pitchFamily="2" charset="77"/>
                    </a:rPr>
                    <a:t>°</a:t>
                  </a:r>
                  <a:endParaRPr kumimoji="0" lang="en-US" sz="8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Medium" pitchFamily="2" charset="77"/>
                    <a:cs typeface="Poppins Medium" pitchFamily="2" charset="77"/>
                  </a:endParaRPr>
                </a:p>
              </p:txBody>
            </p:sp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77D681C2-C906-D9C1-2990-2B6A6CDFC50C}"/>
                    </a:ext>
                  </a:extLst>
                </p:cNvPr>
                <p:cNvSpPr/>
                <p:nvPr/>
              </p:nvSpPr>
              <p:spPr>
                <a:xfrm>
                  <a:off x="4952024" y="3504041"/>
                  <a:ext cx="84700" cy="84700"/>
                </a:xfrm>
                <a:prstGeom prst="ellipse">
                  <a:avLst/>
                </a:prstGeom>
                <a:solidFill>
                  <a:srgbClr val="FFD500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27000" algn="l" rotWithShape="0">
                    <a:srgbClr val="FFD500"/>
                  </a:outerShdw>
                </a:effectLst>
              </p:spPr>
              <p:txBody>
                <a:bodyPr rtlCol="0" anchor="ctr"/>
                <a:lstStyle/>
                <a:p>
                  <a:pPr algn="ctr"/>
                  <a:endParaRPr lang="en-LT" kern="0">
                    <a:solidFill>
                      <a:prstClr val="white"/>
                    </a:solidFill>
                    <a:latin typeface="Montserrat" panose="00000500000000000000" pitchFamily="2" charset="0"/>
                  </a:endParaRPr>
                </a:p>
              </p:txBody>
            </p:sp>
            <p:pic>
              <p:nvPicPr>
                <p:cNvPr id="110" name="Graphic 109" descr="Cloud with solid fill">
                  <a:extLst>
                    <a:ext uri="{FF2B5EF4-FFF2-40B4-BE49-F238E27FC236}">
                      <a16:creationId xmlns:a16="http://schemas.microsoft.com/office/drawing/2014/main" id="{D87A7259-7A2D-24FA-404F-1AE997EFD8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23899" y="3458749"/>
                  <a:ext cx="230850" cy="230850"/>
                </a:xfrm>
                <a:prstGeom prst="rect">
                  <a:avLst/>
                </a:prstGeom>
              </p:spPr>
            </p:pic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6DDC5CC9-E6AE-E096-E8DE-8E7ADB27595B}"/>
                  </a:ext>
                </a:extLst>
              </p:cNvPr>
              <p:cNvGrpSpPr/>
              <p:nvPr/>
            </p:nvGrpSpPr>
            <p:grpSpPr>
              <a:xfrm>
                <a:off x="2572090" y="3816991"/>
                <a:ext cx="335989" cy="553403"/>
                <a:chOff x="5161088" y="3350179"/>
                <a:chExt cx="335989" cy="553403"/>
              </a:xfrm>
            </p:grpSpPr>
            <p:sp>
              <p:nvSpPr>
                <p:cNvPr id="103" name="Textbos: Create Your">
                  <a:extLst>
                    <a:ext uri="{FF2B5EF4-FFF2-40B4-BE49-F238E27FC236}">
                      <a16:creationId xmlns:a16="http://schemas.microsoft.com/office/drawing/2014/main" id="{3EA66ABA-4281-A87E-C295-C100A772251E}"/>
                    </a:ext>
                  </a:extLst>
                </p:cNvPr>
                <p:cNvSpPr txBox="1"/>
                <p:nvPr/>
              </p:nvSpPr>
              <p:spPr>
                <a:xfrm>
                  <a:off x="5221681" y="3350179"/>
                  <a:ext cx="214802" cy="915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700" dirty="0">
                      <a:solidFill>
                        <a:prstClr val="white"/>
                      </a:solidFill>
                      <a:latin typeface="Poppins Light" pitchFamily="2" charset="77"/>
                      <a:cs typeface="Poppins Light" pitchFamily="2" charset="77"/>
                    </a:rPr>
                    <a:t>11 AM</a:t>
                  </a:r>
                  <a:endParaRPr kumimoji="0" lang="en-US" sz="7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Light" pitchFamily="2" charset="77"/>
                    <a:cs typeface="Poppins Light" pitchFamily="2" charset="77"/>
                  </a:endParaRPr>
                </a:p>
              </p:txBody>
            </p:sp>
            <p:sp>
              <p:nvSpPr>
                <p:cNvPr id="104" name="Textbos: Create Your">
                  <a:extLst>
                    <a:ext uri="{FF2B5EF4-FFF2-40B4-BE49-F238E27FC236}">
                      <a16:creationId xmlns:a16="http://schemas.microsoft.com/office/drawing/2014/main" id="{39C5F58C-16E0-DC60-94CC-61D69B73478F}"/>
                    </a:ext>
                  </a:extLst>
                </p:cNvPr>
                <p:cNvSpPr txBox="1"/>
                <p:nvPr/>
              </p:nvSpPr>
              <p:spPr>
                <a:xfrm>
                  <a:off x="5161088" y="3706605"/>
                  <a:ext cx="335989" cy="1969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>
                    <a:lnSpc>
                      <a:spcPct val="80000"/>
                    </a:lnSpc>
                    <a:defRPr/>
                  </a:pPr>
                  <a:r>
                    <a:rPr lang="en-US" sz="800" dirty="0">
                      <a:solidFill>
                        <a:prstClr val="white"/>
                      </a:solidFill>
                      <a:latin typeface="Poppins Medium" pitchFamily="2" charset="77"/>
                      <a:cs typeface="Poppins Medium" pitchFamily="2" charset="77"/>
                    </a:rPr>
                    <a:t>20°</a:t>
                  </a:r>
                  <a:endParaRPr kumimoji="0" lang="en-US" sz="8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Medium" pitchFamily="2" charset="77"/>
                    <a:cs typeface="Poppins Medium" pitchFamily="2" charset="77"/>
                  </a:endParaRP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40E6C9C1-7E97-AE2A-6F8C-A07F92A916B9}"/>
                    </a:ext>
                  </a:extLst>
                </p:cNvPr>
                <p:cNvSpPr/>
                <p:nvPr/>
              </p:nvSpPr>
              <p:spPr>
                <a:xfrm>
                  <a:off x="5339797" y="3504041"/>
                  <a:ext cx="84700" cy="84700"/>
                </a:xfrm>
                <a:prstGeom prst="ellipse">
                  <a:avLst/>
                </a:prstGeom>
                <a:solidFill>
                  <a:srgbClr val="FFD500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27000" algn="l" rotWithShape="0">
                    <a:srgbClr val="FFD500"/>
                  </a:outerShdw>
                </a:effectLst>
              </p:spPr>
              <p:txBody>
                <a:bodyPr rtlCol="0" anchor="ctr"/>
                <a:lstStyle/>
                <a:p>
                  <a:pPr algn="ctr"/>
                  <a:endParaRPr lang="en-LT" kern="0">
                    <a:solidFill>
                      <a:prstClr val="white"/>
                    </a:solidFill>
                    <a:latin typeface="Montserrat" panose="00000500000000000000" pitchFamily="2" charset="0"/>
                  </a:endParaRPr>
                </a:p>
              </p:txBody>
            </p:sp>
            <p:pic>
              <p:nvPicPr>
                <p:cNvPr id="106" name="Graphic 105" descr="Cloud with solid fill">
                  <a:extLst>
                    <a:ext uri="{FF2B5EF4-FFF2-40B4-BE49-F238E27FC236}">
                      <a16:creationId xmlns:a16="http://schemas.microsoft.com/office/drawing/2014/main" id="{37CA82A6-AC27-50F4-3E68-DCDBD41673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11672" y="3458749"/>
                  <a:ext cx="230850" cy="230850"/>
                </a:xfrm>
                <a:prstGeom prst="rect">
                  <a:avLst/>
                </a:prstGeom>
              </p:spPr>
            </p:pic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E2049DEB-375D-5269-4B11-9823E837D74E}"/>
                  </a:ext>
                </a:extLst>
              </p:cNvPr>
              <p:cNvGrpSpPr/>
              <p:nvPr/>
            </p:nvGrpSpPr>
            <p:grpSpPr>
              <a:xfrm>
                <a:off x="2956031" y="3816991"/>
                <a:ext cx="335989" cy="553403"/>
                <a:chOff x="2991398" y="3763489"/>
                <a:chExt cx="335989" cy="553403"/>
              </a:xfrm>
            </p:grpSpPr>
            <p:sp>
              <p:nvSpPr>
                <p:cNvPr id="100" name="Textbos: Create Your">
                  <a:extLst>
                    <a:ext uri="{FF2B5EF4-FFF2-40B4-BE49-F238E27FC236}">
                      <a16:creationId xmlns:a16="http://schemas.microsoft.com/office/drawing/2014/main" id="{8AF8BE5A-BCB6-2A88-BBAB-8874310906F3}"/>
                    </a:ext>
                  </a:extLst>
                </p:cNvPr>
                <p:cNvSpPr txBox="1"/>
                <p:nvPr/>
              </p:nvSpPr>
              <p:spPr>
                <a:xfrm>
                  <a:off x="3051991" y="3763489"/>
                  <a:ext cx="214802" cy="915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700" dirty="0">
                      <a:solidFill>
                        <a:prstClr val="white"/>
                      </a:solidFill>
                      <a:latin typeface="Poppins Light" pitchFamily="2" charset="77"/>
                      <a:cs typeface="Poppins Light" pitchFamily="2" charset="77"/>
                    </a:rPr>
                    <a:t>12 AM</a:t>
                  </a:r>
                  <a:endParaRPr kumimoji="0" lang="en-US" sz="7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Light" pitchFamily="2" charset="77"/>
                    <a:cs typeface="Poppins Light" pitchFamily="2" charset="77"/>
                  </a:endParaRPr>
                </a:p>
              </p:txBody>
            </p:sp>
            <p:sp>
              <p:nvSpPr>
                <p:cNvPr id="101" name="Textbos: Create Your">
                  <a:extLst>
                    <a:ext uri="{FF2B5EF4-FFF2-40B4-BE49-F238E27FC236}">
                      <a16:creationId xmlns:a16="http://schemas.microsoft.com/office/drawing/2014/main" id="{3DF08C32-60A4-9A4F-1D60-AD35AEA9FF5A}"/>
                    </a:ext>
                  </a:extLst>
                </p:cNvPr>
                <p:cNvSpPr txBox="1"/>
                <p:nvPr/>
              </p:nvSpPr>
              <p:spPr>
                <a:xfrm>
                  <a:off x="2991398" y="4119915"/>
                  <a:ext cx="335989" cy="1969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>
                    <a:lnSpc>
                      <a:spcPct val="80000"/>
                    </a:lnSpc>
                    <a:defRPr/>
                  </a:pPr>
                  <a:r>
                    <a:rPr lang="en-US" sz="800" dirty="0">
                      <a:solidFill>
                        <a:prstClr val="white"/>
                      </a:solidFill>
                      <a:latin typeface="Poppins Medium" pitchFamily="2" charset="77"/>
                      <a:cs typeface="Poppins Medium" pitchFamily="2" charset="77"/>
                    </a:rPr>
                    <a:t>23°</a:t>
                  </a:r>
                  <a:endParaRPr kumimoji="0" lang="en-US" sz="8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Medium" pitchFamily="2" charset="77"/>
                    <a:cs typeface="Poppins Medium" pitchFamily="2" charset="77"/>
                  </a:endParaRP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02ACB740-B7B9-5FF0-30F4-524037FD9DBD}"/>
                    </a:ext>
                  </a:extLst>
                </p:cNvPr>
                <p:cNvSpPr/>
                <p:nvPr/>
              </p:nvSpPr>
              <p:spPr>
                <a:xfrm>
                  <a:off x="3117042" y="3944172"/>
                  <a:ext cx="84700" cy="84700"/>
                </a:xfrm>
                <a:prstGeom prst="ellipse">
                  <a:avLst/>
                </a:prstGeom>
                <a:solidFill>
                  <a:srgbClr val="FFD500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27000" algn="l" rotWithShape="0">
                    <a:srgbClr val="FFD500"/>
                  </a:outerShdw>
                </a:effectLst>
              </p:spPr>
              <p:txBody>
                <a:bodyPr rtlCol="0" anchor="ctr"/>
                <a:lstStyle/>
                <a:p>
                  <a:pPr algn="ctr"/>
                  <a:endParaRPr lang="en-LT" kern="0">
                    <a:solidFill>
                      <a:prstClr val="white"/>
                    </a:solidFill>
                    <a:latin typeface="Montserrat" panose="00000500000000000000" pitchFamily="2" charset="0"/>
                  </a:endParaRPr>
                </a:p>
              </p:txBody>
            </p:sp>
          </p:grpSp>
        </p:grpSp>
      </p:grpSp>
      <p:grpSp>
        <p:nvGrpSpPr>
          <p:cNvPr id="20" name="GRID 12 X 8" hidden="1">
            <a:extLst>
              <a:ext uri="{FF2B5EF4-FFF2-40B4-BE49-F238E27FC236}">
                <a16:creationId xmlns:a16="http://schemas.microsoft.com/office/drawing/2014/main" id="{60123EE5-96BA-A2D3-5AD9-4D2517FB1DCD}"/>
              </a:ext>
            </a:extLst>
          </p:cNvPr>
          <p:cNvGrpSpPr/>
          <p:nvPr/>
        </p:nvGrpSpPr>
        <p:grpSpPr>
          <a:xfrm>
            <a:off x="0" y="0"/>
            <a:ext cx="12192000" cy="6858001"/>
            <a:chOff x="0" y="0"/>
            <a:chExt cx="12192000" cy="6858001"/>
          </a:xfrm>
        </p:grpSpPr>
        <p:grpSp>
          <p:nvGrpSpPr>
            <p:cNvPr id="21" name="Columns (12)">
              <a:extLst>
                <a:ext uri="{FF2B5EF4-FFF2-40B4-BE49-F238E27FC236}">
                  <a16:creationId xmlns:a16="http://schemas.microsoft.com/office/drawing/2014/main" id="{4B8C01E2-674F-146B-2D34-2EAD54B7E477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658167EC-270E-9740-D2C9-453FA82B3D02}"/>
                  </a:ext>
                </a:extLst>
              </p:cNvPr>
              <p:cNvSpPr/>
              <p:nvPr/>
            </p:nvSpPr>
            <p:spPr>
              <a:xfrm>
                <a:off x="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F079480-4CDF-C6F5-CCF1-0F29493F47AE}"/>
                  </a:ext>
                </a:extLst>
              </p:cNvPr>
              <p:cNvSpPr/>
              <p:nvPr/>
            </p:nvSpPr>
            <p:spPr>
              <a:xfrm>
                <a:off x="1016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BA00FC9-753B-6AE7-3287-90E6AB4C5001}"/>
                  </a:ext>
                </a:extLst>
              </p:cNvPr>
              <p:cNvSpPr/>
              <p:nvPr/>
            </p:nvSpPr>
            <p:spPr>
              <a:xfrm>
                <a:off x="2032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CCFAAA7-8362-802B-AC08-20E41D224E6E}"/>
                  </a:ext>
                </a:extLst>
              </p:cNvPr>
              <p:cNvSpPr/>
              <p:nvPr/>
            </p:nvSpPr>
            <p:spPr>
              <a:xfrm>
                <a:off x="3048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6A155D6-E4E9-4E3B-402C-BDE07CE61DA2}"/>
                  </a:ext>
                </a:extLst>
              </p:cNvPr>
              <p:cNvSpPr/>
              <p:nvPr/>
            </p:nvSpPr>
            <p:spPr>
              <a:xfrm>
                <a:off x="4064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4275AB93-56C5-5257-FE1A-FFC75843BC52}"/>
                  </a:ext>
                </a:extLst>
              </p:cNvPr>
              <p:cNvSpPr/>
              <p:nvPr/>
            </p:nvSpPr>
            <p:spPr>
              <a:xfrm>
                <a:off x="5080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74A93696-7C3C-AAC2-5273-C47351612602}"/>
                  </a:ext>
                </a:extLst>
              </p:cNvPr>
              <p:cNvSpPr/>
              <p:nvPr/>
            </p:nvSpPr>
            <p:spPr>
              <a:xfrm>
                <a:off x="6096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801C5212-E4B2-6F0B-A56C-70FF2FC3AB71}"/>
                  </a:ext>
                </a:extLst>
              </p:cNvPr>
              <p:cNvSpPr/>
              <p:nvPr/>
            </p:nvSpPr>
            <p:spPr>
              <a:xfrm>
                <a:off x="7112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C6A27889-B3CD-FAF1-49B1-4C6D9D78C640}"/>
                  </a:ext>
                </a:extLst>
              </p:cNvPr>
              <p:cNvSpPr/>
              <p:nvPr/>
            </p:nvSpPr>
            <p:spPr>
              <a:xfrm>
                <a:off x="8128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A5B8129D-DFB8-C3D4-69C9-8BCD229388E4}"/>
                  </a:ext>
                </a:extLst>
              </p:cNvPr>
              <p:cNvSpPr/>
              <p:nvPr/>
            </p:nvSpPr>
            <p:spPr>
              <a:xfrm>
                <a:off x="9144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994DBCEF-5249-289A-E6B2-83BBC8D9D8DB}"/>
                  </a:ext>
                </a:extLst>
              </p:cNvPr>
              <p:cNvSpPr/>
              <p:nvPr/>
            </p:nvSpPr>
            <p:spPr>
              <a:xfrm>
                <a:off x="10160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FA1EF615-2CD9-7234-924B-2CA10B6A0B85}"/>
                  </a:ext>
                </a:extLst>
              </p:cNvPr>
              <p:cNvSpPr/>
              <p:nvPr/>
            </p:nvSpPr>
            <p:spPr>
              <a:xfrm>
                <a:off x="11176001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Rows (8)">
              <a:extLst>
                <a:ext uri="{FF2B5EF4-FFF2-40B4-BE49-F238E27FC236}">
                  <a16:creationId xmlns:a16="http://schemas.microsoft.com/office/drawing/2014/main" id="{66F4EBBA-D661-7171-6BB0-4CC004D8FB64}"/>
                </a:ext>
              </a:extLst>
            </p:cNvPr>
            <p:cNvGrpSpPr/>
            <p:nvPr/>
          </p:nvGrpSpPr>
          <p:grpSpPr>
            <a:xfrm>
              <a:off x="1" y="0"/>
              <a:ext cx="12191999" cy="6858001"/>
              <a:chOff x="0" y="-1"/>
              <a:chExt cx="12191999" cy="6858001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E97AA50-4478-A7CC-6CA5-FB7C9E777125}"/>
                  </a:ext>
                </a:extLst>
              </p:cNvPr>
              <p:cNvSpPr/>
              <p:nvPr/>
            </p:nvSpPr>
            <p:spPr>
              <a:xfrm rot="5400000">
                <a:off x="5667600" y="-5667601"/>
                <a:ext cx="856800" cy="12191999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F4B8CA8-68A9-A550-9857-55D60877B199}"/>
                  </a:ext>
                </a:extLst>
              </p:cNvPr>
              <p:cNvSpPr/>
              <p:nvPr/>
            </p:nvSpPr>
            <p:spPr>
              <a:xfrm rot="5400000">
                <a:off x="5667600" y="-4810287"/>
                <a:ext cx="856800" cy="12191999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728AFA2-0AE4-FBC3-9AEC-2613DA2CFCC6}"/>
                  </a:ext>
                </a:extLst>
              </p:cNvPr>
              <p:cNvSpPr/>
              <p:nvPr/>
            </p:nvSpPr>
            <p:spPr>
              <a:xfrm rot="5400000">
                <a:off x="5667600" y="-3952973"/>
                <a:ext cx="856800" cy="12191999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282A988-09A4-4B85-FB8D-7E197B24951D}"/>
                  </a:ext>
                </a:extLst>
              </p:cNvPr>
              <p:cNvSpPr/>
              <p:nvPr/>
            </p:nvSpPr>
            <p:spPr>
              <a:xfrm rot="5400000">
                <a:off x="5667600" y="-3095659"/>
                <a:ext cx="856800" cy="12191999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5E186F3-5F82-0901-BC6A-F16E690A604D}"/>
                  </a:ext>
                </a:extLst>
              </p:cNvPr>
              <p:cNvSpPr/>
              <p:nvPr/>
            </p:nvSpPr>
            <p:spPr>
              <a:xfrm rot="5400000">
                <a:off x="5667600" y="-2238345"/>
                <a:ext cx="856800" cy="12191999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3EA2AB1-8DC9-1BC4-67DB-285681811059}"/>
                  </a:ext>
                </a:extLst>
              </p:cNvPr>
              <p:cNvSpPr/>
              <p:nvPr/>
            </p:nvSpPr>
            <p:spPr>
              <a:xfrm rot="5400000">
                <a:off x="5667600" y="-1381031"/>
                <a:ext cx="856800" cy="12191999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51188E7-DCE5-1288-66CC-F0977FFA7EA6}"/>
                  </a:ext>
                </a:extLst>
              </p:cNvPr>
              <p:cNvSpPr/>
              <p:nvPr/>
            </p:nvSpPr>
            <p:spPr>
              <a:xfrm rot="5400000">
                <a:off x="5667600" y="-523717"/>
                <a:ext cx="856800" cy="12191999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99CF4F4-8D99-6277-A24F-F1077BA47E1E}"/>
                  </a:ext>
                </a:extLst>
              </p:cNvPr>
              <p:cNvSpPr/>
              <p:nvPr/>
            </p:nvSpPr>
            <p:spPr>
              <a:xfrm rot="5400000">
                <a:off x="5667600" y="333600"/>
                <a:ext cx="856800" cy="12191999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6" name="Freeform: Shape 24">
            <a:extLst>
              <a:ext uri="{FF2B5EF4-FFF2-40B4-BE49-F238E27FC236}">
                <a16:creationId xmlns:a16="http://schemas.microsoft.com/office/drawing/2014/main" id="{9008FF05-ED52-2936-E820-9CE0C6B4EB7D}"/>
              </a:ext>
            </a:extLst>
          </p:cNvPr>
          <p:cNvSpPr/>
          <p:nvPr/>
        </p:nvSpPr>
        <p:spPr>
          <a:xfrm>
            <a:off x="241341" y="6287824"/>
            <a:ext cx="535796" cy="283550"/>
          </a:xfrm>
          <a:custGeom>
            <a:avLst/>
            <a:gdLst>
              <a:gd name="connsiteX0" fmla="*/ 716681 w 3504456"/>
              <a:gd name="connsiteY0" fmla="*/ 1181130 h 1935583"/>
              <a:gd name="connsiteX1" fmla="*/ 972261 w 3504456"/>
              <a:gd name="connsiteY1" fmla="*/ 1244001 h 1935583"/>
              <a:gd name="connsiteX2" fmla="*/ 851703 w 3504456"/>
              <a:gd name="connsiteY2" fmla="*/ 1420246 h 1935583"/>
              <a:gd name="connsiteX3" fmla="*/ 664842 w 3504456"/>
              <a:gd name="connsiteY3" fmla="*/ 1366651 h 1935583"/>
              <a:gd name="connsiteX4" fmla="*/ 558764 w 3504456"/>
              <a:gd name="connsiteY4" fmla="*/ 1412001 h 1935583"/>
              <a:gd name="connsiteX5" fmla="*/ 882933 w 3504456"/>
              <a:gd name="connsiteY5" fmla="*/ 1692344 h 1935583"/>
              <a:gd name="connsiteX6" fmla="*/ 481241 w 3504456"/>
              <a:gd name="connsiteY6" fmla="*/ 1935583 h 1935583"/>
              <a:gd name="connsiteX7" fmla="*/ 186390 w 3504456"/>
              <a:gd name="connsiteY7" fmla="*/ 1861375 h 1935583"/>
              <a:gd name="connsiteX8" fmla="*/ 312384 w 3504456"/>
              <a:gd name="connsiteY8" fmla="*/ 1684099 h 1935583"/>
              <a:gd name="connsiteX9" fmla="*/ 533079 w 3504456"/>
              <a:gd name="connsiteY9" fmla="*/ 1750062 h 1935583"/>
              <a:gd name="connsiteX10" fmla="*/ 637500 w 3504456"/>
              <a:gd name="connsiteY10" fmla="*/ 1710896 h 1935583"/>
              <a:gd name="connsiteX11" fmla="*/ 314989 w 3504456"/>
              <a:gd name="connsiteY11" fmla="*/ 1424369 h 1935583"/>
              <a:gd name="connsiteX12" fmla="*/ 716681 w 3504456"/>
              <a:gd name="connsiteY12" fmla="*/ 1181130 h 1935583"/>
              <a:gd name="connsiteX13" fmla="*/ 2892390 w 3504456"/>
              <a:gd name="connsiteY13" fmla="*/ 1181094 h 1935583"/>
              <a:gd name="connsiteX14" fmla="*/ 3147077 w 3504456"/>
              <a:gd name="connsiteY14" fmla="*/ 1181094 h 1935583"/>
              <a:gd name="connsiteX15" fmla="*/ 2997578 w 3504456"/>
              <a:gd name="connsiteY15" fmla="*/ 1738313 h 1935583"/>
              <a:gd name="connsiteX16" fmla="*/ 3338600 w 3504456"/>
              <a:gd name="connsiteY16" fmla="*/ 1738313 h 1935583"/>
              <a:gd name="connsiteX17" fmla="*/ 3285683 w 3504456"/>
              <a:gd name="connsiteY17" fmla="*/ 1935548 h 1935583"/>
              <a:gd name="connsiteX18" fmla="*/ 2689974 w 3504456"/>
              <a:gd name="connsiteY18" fmla="*/ 1935548 h 1935583"/>
              <a:gd name="connsiteX19" fmla="*/ 2226335 w 3504456"/>
              <a:gd name="connsiteY19" fmla="*/ 1181094 h 1935583"/>
              <a:gd name="connsiteX20" fmla="*/ 2481022 w 3504456"/>
              <a:gd name="connsiteY20" fmla="*/ 1181094 h 1935583"/>
              <a:gd name="connsiteX21" fmla="*/ 2331523 w 3504456"/>
              <a:gd name="connsiteY21" fmla="*/ 1738313 h 1935583"/>
              <a:gd name="connsiteX22" fmla="*/ 2672545 w 3504456"/>
              <a:gd name="connsiteY22" fmla="*/ 1738313 h 1935583"/>
              <a:gd name="connsiteX23" fmla="*/ 2619628 w 3504456"/>
              <a:gd name="connsiteY23" fmla="*/ 1935548 h 1935583"/>
              <a:gd name="connsiteX24" fmla="*/ 2023919 w 3504456"/>
              <a:gd name="connsiteY24" fmla="*/ 1935548 h 1935583"/>
              <a:gd name="connsiteX25" fmla="*/ 1901575 w 3504456"/>
              <a:gd name="connsiteY25" fmla="*/ 1181094 h 1935583"/>
              <a:gd name="connsiteX26" fmla="*/ 2156262 w 3504456"/>
              <a:gd name="connsiteY26" fmla="*/ 1181094 h 1935583"/>
              <a:gd name="connsiteX27" fmla="*/ 1953846 w 3504456"/>
              <a:gd name="connsiteY27" fmla="*/ 1935548 h 1935583"/>
              <a:gd name="connsiteX28" fmla="*/ 1699159 w 3504456"/>
              <a:gd name="connsiteY28" fmla="*/ 1935548 h 1935583"/>
              <a:gd name="connsiteX29" fmla="*/ 1075801 w 3504456"/>
              <a:gd name="connsiteY29" fmla="*/ 1181094 h 1935583"/>
              <a:gd name="connsiteX30" fmla="*/ 1326172 w 3504456"/>
              <a:gd name="connsiteY30" fmla="*/ 1181094 h 1935583"/>
              <a:gd name="connsiteX31" fmla="*/ 1252724 w 3504456"/>
              <a:gd name="connsiteY31" fmla="*/ 1454853 h 1935583"/>
              <a:gd name="connsiteX32" fmla="*/ 1574383 w 3504456"/>
              <a:gd name="connsiteY32" fmla="*/ 1181094 h 1935583"/>
              <a:gd name="connsiteX33" fmla="*/ 1851733 w 3504456"/>
              <a:gd name="connsiteY33" fmla="*/ 1181094 h 1935583"/>
              <a:gd name="connsiteX34" fmla="*/ 1460499 w 3504456"/>
              <a:gd name="connsiteY34" fmla="*/ 1513054 h 1935583"/>
              <a:gd name="connsiteX35" fmla="*/ 1664426 w 3504456"/>
              <a:gd name="connsiteY35" fmla="*/ 1935548 h 1935583"/>
              <a:gd name="connsiteX36" fmla="*/ 1369809 w 3504456"/>
              <a:gd name="connsiteY36" fmla="*/ 1935548 h 1935583"/>
              <a:gd name="connsiteX37" fmla="*/ 1248039 w 3504456"/>
              <a:gd name="connsiteY37" fmla="*/ 1685500 h 1935583"/>
              <a:gd name="connsiteX38" fmla="*/ 1173781 w 3504456"/>
              <a:gd name="connsiteY38" fmla="*/ 1749091 h 1935583"/>
              <a:gd name="connsiteX39" fmla="*/ 1123756 w 3504456"/>
              <a:gd name="connsiteY39" fmla="*/ 1935548 h 1935583"/>
              <a:gd name="connsiteX40" fmla="*/ 873386 w 3504456"/>
              <a:gd name="connsiteY40" fmla="*/ 1935548 h 1935583"/>
              <a:gd name="connsiteX41" fmla="*/ 586939 w 3504456"/>
              <a:gd name="connsiteY41" fmla="*/ 283538 h 1935583"/>
              <a:gd name="connsiteX42" fmla="*/ 353650 w 3504456"/>
              <a:gd name="connsiteY42" fmla="*/ 543239 h 1935583"/>
              <a:gd name="connsiteX43" fmla="*/ 586939 w 3504456"/>
              <a:gd name="connsiteY43" fmla="*/ 802941 h 1935583"/>
              <a:gd name="connsiteX44" fmla="*/ 820229 w 3504456"/>
              <a:gd name="connsiteY44" fmla="*/ 543239 h 1935583"/>
              <a:gd name="connsiteX45" fmla="*/ 586939 w 3504456"/>
              <a:gd name="connsiteY45" fmla="*/ 283538 h 1935583"/>
              <a:gd name="connsiteX46" fmla="*/ 553842 w 3504456"/>
              <a:gd name="connsiteY46" fmla="*/ 0 h 1935583"/>
              <a:gd name="connsiteX47" fmla="*/ 1535158 w 3504456"/>
              <a:gd name="connsiteY47" fmla="*/ 0 h 1935583"/>
              <a:gd name="connsiteX48" fmla="*/ 1533433 w 3504456"/>
              <a:gd name="connsiteY48" fmla="*/ 6431 h 1935583"/>
              <a:gd name="connsiteX49" fmla="*/ 1941460 w 3504456"/>
              <a:gd name="connsiteY49" fmla="*/ 493594 h 1935583"/>
              <a:gd name="connsiteX50" fmla="*/ 1941460 w 3504456"/>
              <a:gd name="connsiteY50" fmla="*/ 106 h 1935583"/>
              <a:gd name="connsiteX51" fmla="*/ 2210076 w 3504456"/>
              <a:gd name="connsiteY51" fmla="*/ 106 h 1935583"/>
              <a:gd name="connsiteX52" fmla="*/ 2210091 w 3504456"/>
              <a:gd name="connsiteY52" fmla="*/ 49 h 1935583"/>
              <a:gd name="connsiteX53" fmla="*/ 3504456 w 3504456"/>
              <a:gd name="connsiteY53" fmla="*/ 49 h 1935583"/>
              <a:gd name="connsiteX54" fmla="*/ 3417303 w 3504456"/>
              <a:gd name="connsiteY54" fmla="*/ 324890 h 1935583"/>
              <a:gd name="connsiteX55" fmla="*/ 2298845 w 3504456"/>
              <a:gd name="connsiteY55" fmla="*/ 324890 h 1935583"/>
              <a:gd name="connsiteX56" fmla="*/ 2298845 w 3504456"/>
              <a:gd name="connsiteY56" fmla="*/ 396167 h 1935583"/>
              <a:gd name="connsiteX57" fmla="*/ 3285824 w 3504456"/>
              <a:gd name="connsiteY57" fmla="*/ 396167 h 1935583"/>
              <a:gd name="connsiteX58" fmla="*/ 3211390 w 3504456"/>
              <a:gd name="connsiteY58" fmla="*/ 673600 h 1935583"/>
              <a:gd name="connsiteX59" fmla="*/ 2298845 w 3504456"/>
              <a:gd name="connsiteY59" fmla="*/ 673600 h 1935583"/>
              <a:gd name="connsiteX60" fmla="*/ 2298845 w 3504456"/>
              <a:gd name="connsiteY60" fmla="*/ 744920 h 1935583"/>
              <a:gd name="connsiteX61" fmla="*/ 3304619 w 3504456"/>
              <a:gd name="connsiteY61" fmla="*/ 744920 h 1935583"/>
              <a:gd name="connsiteX62" fmla="*/ 3213022 w 3504456"/>
              <a:gd name="connsiteY62" fmla="*/ 1086327 h 1935583"/>
              <a:gd name="connsiteX63" fmla="*/ 2298845 w 3504456"/>
              <a:gd name="connsiteY63" fmla="*/ 1086327 h 1935583"/>
              <a:gd name="connsiteX64" fmla="*/ 2298845 w 3504456"/>
              <a:gd name="connsiteY64" fmla="*/ 1086401 h 1935583"/>
              <a:gd name="connsiteX65" fmla="*/ 1997399 w 3504456"/>
              <a:gd name="connsiteY65" fmla="*/ 1086401 h 1935583"/>
              <a:gd name="connsiteX66" fmla="*/ 1584075 w 3504456"/>
              <a:gd name="connsiteY66" fmla="*/ 592913 h 1935583"/>
              <a:gd name="connsiteX67" fmla="*/ 1584075 w 3504456"/>
              <a:gd name="connsiteY67" fmla="*/ 1086401 h 1935583"/>
              <a:gd name="connsiteX68" fmla="*/ 1226689 w 3504456"/>
              <a:gd name="connsiteY68" fmla="*/ 1086401 h 1935583"/>
              <a:gd name="connsiteX69" fmla="*/ 1226689 w 3504456"/>
              <a:gd name="connsiteY69" fmla="*/ 280176 h 1935583"/>
              <a:gd name="connsiteX70" fmla="*/ 1104100 w 3504456"/>
              <a:gd name="connsiteY70" fmla="*/ 280176 h 1935583"/>
              <a:gd name="connsiteX71" fmla="*/ 1129811 w 3504456"/>
              <a:gd name="connsiteY71" fmla="*/ 325646 h 1935583"/>
              <a:gd name="connsiteX72" fmla="*/ 1173878 w 3504456"/>
              <a:gd name="connsiteY72" fmla="*/ 543239 h 1935583"/>
              <a:gd name="connsiteX73" fmla="*/ 586939 w 3504456"/>
              <a:gd name="connsiteY73" fmla="*/ 1086387 h 1935583"/>
              <a:gd name="connsiteX74" fmla="*/ 0 w 3504456"/>
              <a:gd name="connsiteY74" fmla="*/ 543239 h 1935583"/>
              <a:gd name="connsiteX75" fmla="*/ 464449 w 3504456"/>
              <a:gd name="connsiteY75" fmla="*/ 10526 h 1935583"/>
              <a:gd name="connsiteX76" fmla="*/ 553043 w 3504456"/>
              <a:gd name="connsiteY76" fmla="*/ 2979 h 1935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3504456" h="1935583">
                <a:moveTo>
                  <a:pt x="716681" y="1181130"/>
                </a:moveTo>
                <a:cubicBezTo>
                  <a:pt x="813689" y="1181130"/>
                  <a:pt x="908263" y="1201744"/>
                  <a:pt x="972261" y="1244001"/>
                </a:cubicBezTo>
                <a:lnTo>
                  <a:pt x="851703" y="1420246"/>
                </a:lnTo>
                <a:cubicBezTo>
                  <a:pt x="790174" y="1384172"/>
                  <a:pt x="727795" y="1366651"/>
                  <a:pt x="664842" y="1366651"/>
                </a:cubicBezTo>
                <a:cubicBezTo>
                  <a:pt x="593634" y="1366651"/>
                  <a:pt x="565400" y="1387265"/>
                  <a:pt x="558764" y="1412001"/>
                </a:cubicBezTo>
                <a:cubicBezTo>
                  <a:pt x="535535" y="1498577"/>
                  <a:pt x="954276" y="1426430"/>
                  <a:pt x="882933" y="1692344"/>
                </a:cubicBezTo>
                <a:cubicBezTo>
                  <a:pt x="847538" y="1824270"/>
                  <a:pt x="705185" y="1935583"/>
                  <a:pt x="481241" y="1935583"/>
                </a:cubicBezTo>
                <a:cubicBezTo>
                  <a:pt x="360497" y="1935583"/>
                  <a:pt x="246740" y="1905694"/>
                  <a:pt x="186390" y="1861375"/>
                </a:cubicBezTo>
                <a:lnTo>
                  <a:pt x="312384" y="1684099"/>
                </a:lnTo>
                <a:cubicBezTo>
                  <a:pt x="369713" y="1724295"/>
                  <a:pt x="453615" y="1750062"/>
                  <a:pt x="533079" y="1750062"/>
                </a:cubicBezTo>
                <a:cubicBezTo>
                  <a:pt x="602223" y="1750062"/>
                  <a:pt x="630862" y="1735632"/>
                  <a:pt x="637500" y="1710896"/>
                </a:cubicBezTo>
                <a:cubicBezTo>
                  <a:pt x="661834" y="1620197"/>
                  <a:pt x="242816" y="1693374"/>
                  <a:pt x="314989" y="1424369"/>
                </a:cubicBezTo>
                <a:cubicBezTo>
                  <a:pt x="350937" y="1290381"/>
                  <a:pt x="492736" y="1181130"/>
                  <a:pt x="716681" y="1181130"/>
                </a:cubicBezTo>
                <a:close/>
                <a:moveTo>
                  <a:pt x="2892390" y="1181094"/>
                </a:moveTo>
                <a:lnTo>
                  <a:pt x="3147077" y="1181094"/>
                </a:lnTo>
                <a:lnTo>
                  <a:pt x="2997578" y="1738313"/>
                </a:lnTo>
                <a:lnTo>
                  <a:pt x="3338600" y="1738313"/>
                </a:lnTo>
                <a:lnTo>
                  <a:pt x="3285683" y="1935548"/>
                </a:lnTo>
                <a:lnTo>
                  <a:pt x="2689974" y="1935548"/>
                </a:lnTo>
                <a:close/>
                <a:moveTo>
                  <a:pt x="2226335" y="1181094"/>
                </a:moveTo>
                <a:lnTo>
                  <a:pt x="2481022" y="1181094"/>
                </a:lnTo>
                <a:lnTo>
                  <a:pt x="2331523" y="1738313"/>
                </a:lnTo>
                <a:lnTo>
                  <a:pt x="2672545" y="1738313"/>
                </a:lnTo>
                <a:lnTo>
                  <a:pt x="2619628" y="1935548"/>
                </a:lnTo>
                <a:lnTo>
                  <a:pt x="2023919" y="1935548"/>
                </a:lnTo>
                <a:close/>
                <a:moveTo>
                  <a:pt x="1901575" y="1181094"/>
                </a:moveTo>
                <a:lnTo>
                  <a:pt x="2156262" y="1181094"/>
                </a:lnTo>
                <a:lnTo>
                  <a:pt x="1953846" y="1935548"/>
                </a:lnTo>
                <a:lnTo>
                  <a:pt x="1699159" y="1935548"/>
                </a:lnTo>
                <a:close/>
                <a:moveTo>
                  <a:pt x="1075801" y="1181094"/>
                </a:moveTo>
                <a:lnTo>
                  <a:pt x="1326172" y="1181094"/>
                </a:lnTo>
                <a:lnTo>
                  <a:pt x="1252724" y="1454853"/>
                </a:lnTo>
                <a:lnTo>
                  <a:pt x="1574383" y="1181094"/>
                </a:lnTo>
                <a:lnTo>
                  <a:pt x="1851733" y="1181094"/>
                </a:lnTo>
                <a:lnTo>
                  <a:pt x="1460499" y="1513054"/>
                </a:lnTo>
                <a:lnTo>
                  <a:pt x="1664426" y="1935548"/>
                </a:lnTo>
                <a:lnTo>
                  <a:pt x="1369809" y="1935548"/>
                </a:lnTo>
                <a:lnTo>
                  <a:pt x="1248039" y="1685500"/>
                </a:lnTo>
                <a:lnTo>
                  <a:pt x="1173781" y="1749091"/>
                </a:lnTo>
                <a:lnTo>
                  <a:pt x="1123756" y="1935548"/>
                </a:lnTo>
                <a:lnTo>
                  <a:pt x="873386" y="1935548"/>
                </a:lnTo>
                <a:close/>
                <a:moveTo>
                  <a:pt x="586939" y="283538"/>
                </a:moveTo>
                <a:cubicBezTo>
                  <a:pt x="457664" y="283538"/>
                  <a:pt x="353650" y="381482"/>
                  <a:pt x="353650" y="543239"/>
                </a:cubicBezTo>
                <a:cubicBezTo>
                  <a:pt x="353650" y="704996"/>
                  <a:pt x="457664" y="802941"/>
                  <a:pt x="586939" y="802941"/>
                </a:cubicBezTo>
                <a:cubicBezTo>
                  <a:pt x="716214" y="802941"/>
                  <a:pt x="820229" y="704996"/>
                  <a:pt x="820229" y="543239"/>
                </a:cubicBezTo>
                <a:cubicBezTo>
                  <a:pt x="820229" y="381482"/>
                  <a:pt x="716214" y="283538"/>
                  <a:pt x="586939" y="283538"/>
                </a:cubicBezTo>
                <a:close/>
                <a:moveTo>
                  <a:pt x="553842" y="0"/>
                </a:moveTo>
                <a:lnTo>
                  <a:pt x="1535158" y="0"/>
                </a:lnTo>
                <a:lnTo>
                  <a:pt x="1533433" y="6431"/>
                </a:lnTo>
                <a:lnTo>
                  <a:pt x="1941460" y="493594"/>
                </a:lnTo>
                <a:lnTo>
                  <a:pt x="1941460" y="106"/>
                </a:lnTo>
                <a:lnTo>
                  <a:pt x="2210076" y="106"/>
                </a:lnTo>
                <a:lnTo>
                  <a:pt x="2210091" y="49"/>
                </a:lnTo>
                <a:lnTo>
                  <a:pt x="3504456" y="49"/>
                </a:lnTo>
                <a:lnTo>
                  <a:pt x="3417303" y="324890"/>
                </a:lnTo>
                <a:lnTo>
                  <a:pt x="2298845" y="324890"/>
                </a:lnTo>
                <a:lnTo>
                  <a:pt x="2298845" y="396167"/>
                </a:lnTo>
                <a:lnTo>
                  <a:pt x="3285824" y="396167"/>
                </a:lnTo>
                <a:lnTo>
                  <a:pt x="3211390" y="673600"/>
                </a:lnTo>
                <a:lnTo>
                  <a:pt x="2298845" y="673600"/>
                </a:lnTo>
                <a:lnTo>
                  <a:pt x="2298845" y="744920"/>
                </a:lnTo>
                <a:lnTo>
                  <a:pt x="3304619" y="744920"/>
                </a:lnTo>
                <a:lnTo>
                  <a:pt x="3213022" y="1086327"/>
                </a:lnTo>
                <a:lnTo>
                  <a:pt x="2298845" y="1086327"/>
                </a:lnTo>
                <a:lnTo>
                  <a:pt x="2298845" y="1086401"/>
                </a:lnTo>
                <a:lnTo>
                  <a:pt x="1997399" y="1086401"/>
                </a:lnTo>
                <a:lnTo>
                  <a:pt x="1584075" y="592913"/>
                </a:lnTo>
                <a:lnTo>
                  <a:pt x="1584075" y="1086401"/>
                </a:lnTo>
                <a:lnTo>
                  <a:pt x="1226689" y="1086401"/>
                </a:lnTo>
                <a:lnTo>
                  <a:pt x="1226689" y="280176"/>
                </a:lnTo>
                <a:lnTo>
                  <a:pt x="1104100" y="280176"/>
                </a:lnTo>
                <a:lnTo>
                  <a:pt x="1129811" y="325646"/>
                </a:lnTo>
                <a:cubicBezTo>
                  <a:pt x="1158369" y="391314"/>
                  <a:pt x="1173878" y="464587"/>
                  <a:pt x="1173878" y="543239"/>
                </a:cubicBezTo>
                <a:cubicBezTo>
                  <a:pt x="1173878" y="857849"/>
                  <a:pt x="925729" y="1086387"/>
                  <a:pt x="586939" y="1086387"/>
                </a:cubicBezTo>
                <a:cubicBezTo>
                  <a:pt x="248149" y="1086387"/>
                  <a:pt x="0" y="857849"/>
                  <a:pt x="0" y="543239"/>
                </a:cubicBezTo>
                <a:cubicBezTo>
                  <a:pt x="0" y="267955"/>
                  <a:pt x="189989" y="58571"/>
                  <a:pt x="464449" y="10526"/>
                </a:cubicBezTo>
                <a:lnTo>
                  <a:pt x="553043" y="297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71500" sx="102000" sy="102000" algn="ctr" rotWithShape="0">
              <a:schemeClr val="bg1">
                <a:alpha val="91000"/>
              </a:schemeClr>
            </a:outerShdw>
          </a:effectLst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74" name="Textbos: Create Your">
            <a:extLst>
              <a:ext uri="{FF2B5EF4-FFF2-40B4-BE49-F238E27FC236}">
                <a16:creationId xmlns:a16="http://schemas.microsoft.com/office/drawing/2014/main" id="{42773302-51CB-62E7-B25D-D2D1FFD5F0BB}"/>
              </a:ext>
            </a:extLst>
          </p:cNvPr>
          <p:cNvSpPr txBox="1"/>
          <p:nvPr/>
        </p:nvSpPr>
        <p:spPr>
          <a:xfrm>
            <a:off x="954282" y="891224"/>
            <a:ext cx="1854856" cy="887396"/>
          </a:xfrm>
          <a:prstGeom prst="rect">
            <a:avLst/>
          </a:prstGeom>
          <a:noFill/>
        </p:spPr>
        <p:txBody>
          <a:bodyPr wrap="none" l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u="none" strike="noStrike" kern="1200" cap="none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270000" algn="ctr" rotWithShape="0">
                    <a:schemeClr val="bg1"/>
                  </a:outerShdw>
                </a:effectLst>
                <a:uLnTx/>
                <a:uFillTx/>
                <a:latin typeface="Poppins" pitchFamily="2" charset="77"/>
                <a:cs typeface="Poppins" pitchFamily="2" charset="77"/>
              </a:rPr>
              <a:t>Good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u="none" strike="noStrike" kern="1200" cap="none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270000" algn="ctr" rotWithShape="0">
                    <a:schemeClr val="bg1"/>
                  </a:outerShdw>
                </a:effectLst>
                <a:uLnTx/>
                <a:uFillTx/>
                <a:latin typeface="Poppins" pitchFamily="2" charset="77"/>
                <a:cs typeface="Poppins" pitchFamily="2" charset="77"/>
              </a:rPr>
              <a:t>Morning!</a:t>
            </a:r>
            <a:endParaRPr lang="en-US" sz="4800" dirty="0">
              <a:solidFill>
                <a:prstClr val="white"/>
              </a:solidFill>
              <a:effectLst>
                <a:outerShdw blurRad="1270000" algn="ctr" rotWithShape="0">
                  <a:schemeClr val="bg1"/>
                </a:outerShdw>
              </a:effectLst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5" name="Textbos: Create Your">
            <a:extLst>
              <a:ext uri="{FF2B5EF4-FFF2-40B4-BE49-F238E27FC236}">
                <a16:creationId xmlns:a16="http://schemas.microsoft.com/office/drawing/2014/main" id="{2345E512-0EB8-A39A-6A38-EBF9689711F8}"/>
              </a:ext>
            </a:extLst>
          </p:cNvPr>
          <p:cNvSpPr txBox="1"/>
          <p:nvPr/>
        </p:nvSpPr>
        <p:spPr>
          <a:xfrm>
            <a:off x="929184" y="1857228"/>
            <a:ext cx="3543787" cy="598006"/>
          </a:xfrm>
          <a:prstGeom prst="rect">
            <a:avLst/>
          </a:prstGeom>
          <a:noFill/>
        </p:spPr>
        <p:txBody>
          <a:bodyPr wrap="none" l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b="1" spc="-150" dirty="0">
                <a:solidFill>
                  <a:prstClr val="white"/>
                </a:solidFill>
                <a:effectLst>
                  <a:outerShdw blurRad="1270000" algn="ctr" rotWithShape="0">
                    <a:schemeClr val="bg1"/>
                  </a:outerShdw>
                </a:effectLst>
                <a:latin typeface="Poppins SemiBold" pitchFamily="2" charset="77"/>
                <a:cs typeface="Poppins SemiBold" pitchFamily="2" charset="77"/>
              </a:rPr>
              <a:t>Raminta</a:t>
            </a:r>
          </a:p>
        </p:txBody>
      </p:sp>
      <p:sp>
        <p:nvSpPr>
          <p:cNvPr id="44" name="Textbos: Create Your">
            <a:extLst>
              <a:ext uri="{FF2B5EF4-FFF2-40B4-BE49-F238E27FC236}">
                <a16:creationId xmlns:a16="http://schemas.microsoft.com/office/drawing/2014/main" id="{6B29B240-561E-3042-D9A1-E3760053AEBC}"/>
              </a:ext>
            </a:extLst>
          </p:cNvPr>
          <p:cNvSpPr txBox="1"/>
          <p:nvPr/>
        </p:nvSpPr>
        <p:spPr>
          <a:xfrm>
            <a:off x="8520300" y="1710847"/>
            <a:ext cx="2798446" cy="766689"/>
          </a:xfrm>
          <a:prstGeom prst="rect">
            <a:avLst/>
          </a:prstGeom>
          <a:noFill/>
        </p:spPr>
        <p:txBody>
          <a:bodyPr wrap="none" lIns="0" rtlCol="0">
            <a:noAutofit/>
          </a:bodyPr>
          <a:lstStyle>
            <a:defPPr>
              <a:defRPr lang="en-LT"/>
            </a:defPPr>
            <a:lvl1pPr marR="0" lvl="0" indent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u="none" strike="noStrike" cap="none" normalizeH="0" baseline="0">
                <a:ln>
                  <a:noFill/>
                </a:ln>
                <a:solidFill>
                  <a:prstClr val="white"/>
                </a:solidFill>
                <a:effectLst>
                  <a:outerShdw blurRad="1270000" algn="ctr" rotWithShape="0">
                    <a:schemeClr val="bg1"/>
                  </a:outerShdw>
                </a:effectLst>
                <a:uLnTx/>
                <a:uFillTx/>
                <a:latin typeface="Poppins" pitchFamily="2" charset="77"/>
                <a:cs typeface="Poppins" pitchFamily="2" charset="77"/>
              </a:defRPr>
            </a:lvl1pPr>
          </a:lstStyle>
          <a:p>
            <a:pPr algn="r"/>
            <a:r>
              <a:rPr lang="en-US" dirty="0"/>
              <a:t>Let’s Plan Your</a:t>
            </a:r>
          </a:p>
          <a:p>
            <a:pPr algn="r"/>
            <a:r>
              <a:rPr lang="en-US" dirty="0"/>
              <a:t>Wonderful Day!</a:t>
            </a:r>
          </a:p>
        </p:txBody>
      </p:sp>
      <p:sp useBgFill="1">
        <p:nvSpPr>
          <p:cNvPr id="123" name="Rounded rectangle: Create">
            <a:extLst>
              <a:ext uri="{FF2B5EF4-FFF2-40B4-BE49-F238E27FC236}">
                <a16:creationId xmlns:a16="http://schemas.microsoft.com/office/drawing/2014/main" id="{D86F0F91-33AE-0992-DF71-A67B1866699A}"/>
              </a:ext>
            </a:extLst>
          </p:cNvPr>
          <p:cNvSpPr/>
          <p:nvPr/>
        </p:nvSpPr>
        <p:spPr>
          <a:xfrm>
            <a:off x="972727" y="7054003"/>
            <a:ext cx="1738136" cy="1691999"/>
          </a:xfrm>
          <a:prstGeom prst="roundRect">
            <a:avLst>
              <a:gd name="adj" fmla="val 11145"/>
            </a:avLst>
          </a:prstGeom>
          <a:ln w="6350">
            <a:solidFill>
              <a:schemeClr val="bg1">
                <a:alpha val="50000"/>
              </a:schemeClr>
            </a:solidFill>
          </a:ln>
          <a:effectLst>
            <a:innerShdw blurRad="190500">
              <a:schemeClr val="bg1">
                <a:alpha val="50000"/>
              </a:schemeClr>
            </a:innerShdw>
          </a:effectLst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lt-LT" sz="14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 ExtraBold" pitchFamily="2" charset="77"/>
              <a:ea typeface="+mn-ea"/>
              <a:cs typeface="+mn-cs"/>
            </a:endParaRPr>
          </a:p>
        </p:txBody>
      </p:sp>
      <p:sp>
        <p:nvSpPr>
          <p:cNvPr id="124" name="Textbos: Create Your">
            <a:extLst>
              <a:ext uri="{FF2B5EF4-FFF2-40B4-BE49-F238E27FC236}">
                <a16:creationId xmlns:a16="http://schemas.microsoft.com/office/drawing/2014/main" id="{28132D8D-EC3B-0126-06E7-951CAB0C248E}"/>
              </a:ext>
            </a:extLst>
          </p:cNvPr>
          <p:cNvSpPr txBox="1"/>
          <p:nvPr/>
        </p:nvSpPr>
        <p:spPr>
          <a:xfrm>
            <a:off x="1122372" y="7169119"/>
            <a:ext cx="490324" cy="191797"/>
          </a:xfrm>
          <a:prstGeom prst="rect">
            <a:avLst/>
          </a:prstGeom>
          <a:noFill/>
        </p:spPr>
        <p:txBody>
          <a:bodyPr wrap="none" l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prstClr val="white"/>
                </a:solidFill>
                <a:latin typeface="Poppins" pitchFamily="2" charset="77"/>
                <a:cs typeface="Poppins" pitchFamily="2" charset="77"/>
              </a:rPr>
              <a:t>July 2023</a:t>
            </a:r>
            <a:endParaRPr kumimoji="0" lang="en-US" sz="1000" u="none" strike="noStrike" kern="1200" cap="none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E531705A-F40D-C41D-D0E9-DA6F706A3AF9}"/>
              </a:ext>
            </a:extLst>
          </p:cNvPr>
          <p:cNvSpPr/>
          <p:nvPr/>
        </p:nvSpPr>
        <p:spPr>
          <a:xfrm>
            <a:off x="1541474" y="8451875"/>
            <a:ext cx="176314" cy="176314"/>
          </a:xfrm>
          <a:prstGeom prst="ellipse">
            <a:avLst/>
          </a:prstGeom>
          <a:solidFill>
            <a:srgbClr val="FF0073"/>
          </a:solidFill>
          <a:ln w="12700" cap="flat" cmpd="sng" algn="ctr">
            <a:noFill/>
            <a:prstDash val="solid"/>
            <a:miter lim="800000"/>
          </a:ln>
          <a:effectLst>
            <a:outerShdw blurRad="127000" dist="40228" algn="l" rotWithShape="0">
              <a:srgbClr val="FF0073">
                <a:alpha val="70000"/>
              </a:srgbClr>
            </a:outerShdw>
          </a:effectLst>
        </p:spPr>
        <p:txBody>
          <a:bodyPr rtlCol="0" anchor="ctr"/>
          <a:lstStyle/>
          <a:p>
            <a:pPr algn="ctr"/>
            <a:endParaRPr lang="en-LT" kern="0">
              <a:solidFill>
                <a:prstClr val="white"/>
              </a:solidFill>
              <a:latin typeface="Montserrat" panose="00000500000000000000" pitchFamily="2" charset="0"/>
            </a:endParaRPr>
          </a:p>
        </p:txBody>
      </p:sp>
      <p:graphicFrame>
        <p:nvGraphicFramePr>
          <p:cNvPr id="126" name="Table 1055">
            <a:extLst>
              <a:ext uri="{FF2B5EF4-FFF2-40B4-BE49-F238E27FC236}">
                <a16:creationId xmlns:a16="http://schemas.microsoft.com/office/drawing/2014/main" id="{DE555BF8-8A6C-F4D3-1EC1-18EACD179B12}"/>
              </a:ext>
            </a:extLst>
          </p:cNvPr>
          <p:cNvGraphicFramePr>
            <a:graphicFrameLocks noGrp="1"/>
          </p:cNvGraphicFramePr>
          <p:nvPr/>
        </p:nvGraphicFramePr>
        <p:xfrm>
          <a:off x="1115510" y="7377720"/>
          <a:ext cx="1452570" cy="1272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510">
                  <a:extLst>
                    <a:ext uri="{9D8B030D-6E8A-4147-A177-3AD203B41FA5}">
                      <a16:colId xmlns:a16="http://schemas.microsoft.com/office/drawing/2014/main" val="1670630508"/>
                    </a:ext>
                  </a:extLst>
                </a:gridCol>
                <a:gridCol w="207510">
                  <a:extLst>
                    <a:ext uri="{9D8B030D-6E8A-4147-A177-3AD203B41FA5}">
                      <a16:colId xmlns:a16="http://schemas.microsoft.com/office/drawing/2014/main" val="2277957960"/>
                    </a:ext>
                  </a:extLst>
                </a:gridCol>
                <a:gridCol w="207510">
                  <a:extLst>
                    <a:ext uri="{9D8B030D-6E8A-4147-A177-3AD203B41FA5}">
                      <a16:colId xmlns:a16="http://schemas.microsoft.com/office/drawing/2014/main" val="1815001264"/>
                    </a:ext>
                  </a:extLst>
                </a:gridCol>
                <a:gridCol w="207510">
                  <a:extLst>
                    <a:ext uri="{9D8B030D-6E8A-4147-A177-3AD203B41FA5}">
                      <a16:colId xmlns:a16="http://schemas.microsoft.com/office/drawing/2014/main" val="2655706148"/>
                    </a:ext>
                  </a:extLst>
                </a:gridCol>
                <a:gridCol w="207510">
                  <a:extLst>
                    <a:ext uri="{9D8B030D-6E8A-4147-A177-3AD203B41FA5}">
                      <a16:colId xmlns:a16="http://schemas.microsoft.com/office/drawing/2014/main" val="3739514647"/>
                    </a:ext>
                  </a:extLst>
                </a:gridCol>
                <a:gridCol w="207510">
                  <a:extLst>
                    <a:ext uri="{9D8B030D-6E8A-4147-A177-3AD203B41FA5}">
                      <a16:colId xmlns:a16="http://schemas.microsoft.com/office/drawing/2014/main" val="2481462614"/>
                    </a:ext>
                  </a:extLst>
                </a:gridCol>
                <a:gridCol w="207510">
                  <a:extLst>
                    <a:ext uri="{9D8B030D-6E8A-4147-A177-3AD203B41FA5}">
                      <a16:colId xmlns:a16="http://schemas.microsoft.com/office/drawing/2014/main" val="1638278244"/>
                    </a:ext>
                  </a:extLst>
                </a:gridCol>
              </a:tblGrid>
              <a:tr h="212040"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 dirty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S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 dirty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M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T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W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T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F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S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4420089"/>
                  </a:ext>
                </a:extLst>
              </a:tr>
              <a:tr h="212040">
                <a:tc>
                  <a:txBody>
                    <a:bodyPr/>
                    <a:lstStyle/>
                    <a:p>
                      <a:pPr algn="ctr"/>
                      <a:endParaRPr lang="en-LT" sz="700" b="0" i="0">
                        <a:solidFill>
                          <a:schemeClr val="bg1"/>
                        </a:solidFill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T" sz="700" b="0" i="0">
                        <a:solidFill>
                          <a:schemeClr val="bg1"/>
                        </a:solidFill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T" sz="700" b="0" i="0">
                        <a:solidFill>
                          <a:schemeClr val="bg1"/>
                        </a:solidFill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T" sz="700" b="0" i="0">
                        <a:solidFill>
                          <a:schemeClr val="bg1"/>
                        </a:solidFill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T" sz="700" b="0" i="0">
                        <a:solidFill>
                          <a:schemeClr val="bg1"/>
                        </a:solidFill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T" sz="700" b="0" i="0">
                        <a:solidFill>
                          <a:schemeClr val="bg1"/>
                        </a:solidFill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8168363"/>
                  </a:ext>
                </a:extLst>
              </a:tr>
              <a:tr h="212040"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26111638"/>
                  </a:ext>
                </a:extLst>
              </a:tr>
              <a:tr h="212040"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82038142"/>
                  </a:ext>
                </a:extLst>
              </a:tr>
              <a:tr h="212040"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17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18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19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21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22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23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3786442"/>
                  </a:ext>
                </a:extLst>
              </a:tr>
              <a:tr h="212040"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24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25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26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27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28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29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 dirty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30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865729"/>
                  </a:ext>
                </a:extLst>
              </a:tr>
            </a:tbl>
          </a:graphicData>
        </a:graphic>
      </p:graphicFrame>
      <p:grpSp>
        <p:nvGrpSpPr>
          <p:cNvPr id="127" name="Group 126">
            <a:extLst>
              <a:ext uri="{FF2B5EF4-FFF2-40B4-BE49-F238E27FC236}">
                <a16:creationId xmlns:a16="http://schemas.microsoft.com/office/drawing/2014/main" id="{9D7062A8-011E-C62B-904D-D22F91CB831C}"/>
              </a:ext>
            </a:extLst>
          </p:cNvPr>
          <p:cNvGrpSpPr/>
          <p:nvPr/>
        </p:nvGrpSpPr>
        <p:grpSpPr>
          <a:xfrm>
            <a:off x="2886716" y="7444504"/>
            <a:ext cx="1758478" cy="3554525"/>
            <a:chOff x="2886716" y="1671389"/>
            <a:chExt cx="1758478" cy="3554525"/>
          </a:xfrm>
        </p:grpSpPr>
        <p:sp useBgFill="1">
          <p:nvSpPr>
            <p:cNvPr id="128" name="Rounded rectangle: Create">
              <a:extLst>
                <a:ext uri="{FF2B5EF4-FFF2-40B4-BE49-F238E27FC236}">
                  <a16:creationId xmlns:a16="http://schemas.microsoft.com/office/drawing/2014/main" id="{CE63E617-1A28-28D4-A5CB-C3B1C3861892}"/>
                </a:ext>
              </a:extLst>
            </p:cNvPr>
            <p:cNvSpPr/>
            <p:nvPr/>
          </p:nvSpPr>
          <p:spPr>
            <a:xfrm>
              <a:off x="2886716" y="1671389"/>
              <a:ext cx="1758478" cy="3554525"/>
            </a:xfrm>
            <a:prstGeom prst="roundRect">
              <a:avLst>
                <a:gd name="adj" fmla="val 11145"/>
              </a:avLst>
            </a:prstGeom>
            <a:ln w="6350">
              <a:solidFill>
                <a:schemeClr val="bg1">
                  <a:alpha val="50000"/>
                </a:schemeClr>
              </a:solidFill>
            </a:ln>
            <a:effectLst>
              <a:innerShdw blurRad="190500">
                <a:schemeClr val="bg1">
                  <a:alpha val="50000"/>
                </a:schemeClr>
              </a:innerShdw>
            </a:effectLst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lt-LT" sz="14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endParaRPr>
            </a:p>
          </p:txBody>
        </p:sp>
        <p:sp>
          <p:nvSpPr>
            <p:cNvPr id="129" name="Textbos: Create Your">
              <a:extLst>
                <a:ext uri="{FF2B5EF4-FFF2-40B4-BE49-F238E27FC236}">
                  <a16:creationId xmlns:a16="http://schemas.microsoft.com/office/drawing/2014/main" id="{833195F5-F29C-B6DE-4722-8CCDEB275A64}"/>
                </a:ext>
              </a:extLst>
            </p:cNvPr>
            <p:cNvSpPr txBox="1"/>
            <p:nvPr/>
          </p:nvSpPr>
          <p:spPr>
            <a:xfrm>
              <a:off x="3036360" y="1786506"/>
              <a:ext cx="490324" cy="191797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u="none" strike="noStrike" kern="120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 pitchFamily="2" charset="77"/>
                  <a:cs typeface="Poppins" pitchFamily="2" charset="77"/>
                </a:rPr>
                <a:t>Tuesday</a:t>
              </a:r>
            </a:p>
          </p:txBody>
        </p:sp>
        <p:sp>
          <p:nvSpPr>
            <p:cNvPr id="130" name="Textbos: Create Your">
              <a:extLst>
                <a:ext uri="{FF2B5EF4-FFF2-40B4-BE49-F238E27FC236}">
                  <a16:creationId xmlns:a16="http://schemas.microsoft.com/office/drawing/2014/main" id="{5ADBC662-A97A-E6CD-5892-21CB1EBD59D5}"/>
                </a:ext>
              </a:extLst>
            </p:cNvPr>
            <p:cNvSpPr txBox="1"/>
            <p:nvPr/>
          </p:nvSpPr>
          <p:spPr>
            <a:xfrm>
              <a:off x="3028822" y="1994513"/>
              <a:ext cx="497862" cy="360739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200" dirty="0">
                  <a:solidFill>
                    <a:prstClr val="white"/>
                  </a:solidFill>
                  <a:latin typeface="Poppins Medium" pitchFamily="2" charset="77"/>
                  <a:cs typeface="Poppins Medium" pitchFamily="2" charset="77"/>
                </a:rPr>
                <a:t>26</a:t>
              </a:r>
              <a:endPara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endParaRPr>
            </a:p>
          </p:txBody>
        </p:sp>
        <p:sp>
          <p:nvSpPr>
            <p:cNvPr id="131" name="Rounded Rectangle 130">
              <a:extLst>
                <a:ext uri="{FF2B5EF4-FFF2-40B4-BE49-F238E27FC236}">
                  <a16:creationId xmlns:a16="http://schemas.microsoft.com/office/drawing/2014/main" id="{01CB1B60-ECFA-0A24-6E79-A6FEBA82155D}"/>
                </a:ext>
              </a:extLst>
            </p:cNvPr>
            <p:cNvSpPr/>
            <p:nvPr/>
          </p:nvSpPr>
          <p:spPr>
            <a:xfrm>
              <a:off x="3104717" y="2457164"/>
              <a:ext cx="1304104" cy="326705"/>
            </a:xfrm>
            <a:prstGeom prst="roundRect">
              <a:avLst>
                <a:gd name="adj" fmla="val 9184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sp>
          <p:nvSpPr>
            <p:cNvPr id="132" name="Textbos: Create Your">
              <a:extLst>
                <a:ext uri="{FF2B5EF4-FFF2-40B4-BE49-F238E27FC236}">
                  <a16:creationId xmlns:a16="http://schemas.microsoft.com/office/drawing/2014/main" id="{DB57D0A5-2C39-2246-A7E8-BAD0430B7685}"/>
                </a:ext>
              </a:extLst>
            </p:cNvPr>
            <p:cNvSpPr txBox="1"/>
            <p:nvPr/>
          </p:nvSpPr>
          <p:spPr>
            <a:xfrm>
              <a:off x="3154301" y="2473374"/>
              <a:ext cx="335989" cy="196977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Medium" pitchFamily="2" charset="77"/>
                  <a:cs typeface="Poppins Medium" pitchFamily="2" charset="77"/>
                </a:rPr>
                <a:t>Breakfast</a:t>
              </a:r>
            </a:p>
          </p:txBody>
        </p:sp>
        <p:sp>
          <p:nvSpPr>
            <p:cNvPr id="133" name="Textbos: Create Your">
              <a:extLst>
                <a:ext uri="{FF2B5EF4-FFF2-40B4-BE49-F238E27FC236}">
                  <a16:creationId xmlns:a16="http://schemas.microsoft.com/office/drawing/2014/main" id="{B2EBE216-C61C-6D09-DBFF-033CACE21912}"/>
                </a:ext>
              </a:extLst>
            </p:cNvPr>
            <p:cNvSpPr txBox="1"/>
            <p:nvPr/>
          </p:nvSpPr>
          <p:spPr>
            <a:xfrm>
              <a:off x="3154301" y="2614380"/>
              <a:ext cx="514308" cy="13943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Light" pitchFamily="2" charset="77"/>
                  <a:cs typeface="Poppins Light" pitchFamily="2" charset="77"/>
                </a:rPr>
                <a:t>08:00 -09:00</a:t>
              </a:r>
            </a:p>
          </p:txBody>
        </p: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1EF5040B-4852-71CA-9B8C-A447BD3EAC61}"/>
                </a:ext>
              </a:extLst>
            </p:cNvPr>
            <p:cNvGrpSpPr/>
            <p:nvPr/>
          </p:nvGrpSpPr>
          <p:grpSpPr>
            <a:xfrm>
              <a:off x="3052235" y="2838577"/>
              <a:ext cx="1356586" cy="326705"/>
              <a:chOff x="3052235" y="2838577"/>
              <a:chExt cx="1356586" cy="326705"/>
            </a:xfrm>
          </p:grpSpPr>
          <p:sp>
            <p:nvSpPr>
              <p:cNvPr id="161" name="Rounded Rectangle 160">
                <a:extLst>
                  <a:ext uri="{FF2B5EF4-FFF2-40B4-BE49-F238E27FC236}">
                    <a16:creationId xmlns:a16="http://schemas.microsoft.com/office/drawing/2014/main" id="{D95B523E-0021-BC87-91B2-806E88D013BE}"/>
                  </a:ext>
                </a:extLst>
              </p:cNvPr>
              <p:cNvSpPr/>
              <p:nvPr/>
            </p:nvSpPr>
            <p:spPr>
              <a:xfrm>
                <a:off x="3052235" y="2838577"/>
                <a:ext cx="52482" cy="326705"/>
              </a:xfrm>
              <a:prstGeom prst="roundRect">
                <a:avLst>
                  <a:gd name="adj" fmla="val 50000"/>
                </a:avLst>
              </a:prstGeom>
              <a:solidFill>
                <a:srgbClr val="00FFEC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27000" dist="40228" algn="l" rotWithShape="0">
                  <a:srgbClr val="00FFEC">
                    <a:alpha val="70000"/>
                  </a:srgb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LT" kern="0">
                  <a:solidFill>
                    <a:prstClr val="white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162" name="Rounded Rectangle 161">
                <a:extLst>
                  <a:ext uri="{FF2B5EF4-FFF2-40B4-BE49-F238E27FC236}">
                    <a16:creationId xmlns:a16="http://schemas.microsoft.com/office/drawing/2014/main" id="{CFF7977A-41D9-B193-2503-C859A62C4DB6}"/>
                  </a:ext>
                </a:extLst>
              </p:cNvPr>
              <p:cNvSpPr/>
              <p:nvPr/>
            </p:nvSpPr>
            <p:spPr>
              <a:xfrm>
                <a:off x="3104717" y="2838577"/>
                <a:ext cx="1304104" cy="326705"/>
              </a:xfrm>
              <a:prstGeom prst="roundRect">
                <a:avLst>
                  <a:gd name="adj" fmla="val 9184"/>
                </a:avLst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T"/>
              </a:p>
            </p:txBody>
          </p:sp>
          <p:sp>
            <p:nvSpPr>
              <p:cNvPr id="163" name="Textbos: Create Your">
                <a:extLst>
                  <a:ext uri="{FF2B5EF4-FFF2-40B4-BE49-F238E27FC236}">
                    <a16:creationId xmlns:a16="http://schemas.microsoft.com/office/drawing/2014/main" id="{2BA8ABCF-85CB-4299-1B1B-8AAD88A13816}"/>
                  </a:ext>
                </a:extLst>
              </p:cNvPr>
              <p:cNvSpPr txBox="1"/>
              <p:nvPr/>
            </p:nvSpPr>
            <p:spPr>
              <a:xfrm>
                <a:off x="3154301" y="2854787"/>
                <a:ext cx="335989" cy="196977"/>
              </a:xfrm>
              <a:prstGeom prst="rect">
                <a:avLst/>
              </a:prstGeom>
              <a:noFill/>
            </p:spPr>
            <p:txBody>
              <a:bodyPr wrap="none" lIns="0" rtlCol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Medium" pitchFamily="2" charset="77"/>
                    <a:cs typeface="Poppins Medium" pitchFamily="2" charset="77"/>
                  </a:rPr>
                  <a:t>Gym</a:t>
                </a:r>
              </a:p>
            </p:txBody>
          </p:sp>
          <p:sp>
            <p:nvSpPr>
              <p:cNvPr id="164" name="Textbos: Create Your">
                <a:extLst>
                  <a:ext uri="{FF2B5EF4-FFF2-40B4-BE49-F238E27FC236}">
                    <a16:creationId xmlns:a16="http://schemas.microsoft.com/office/drawing/2014/main" id="{E7E7D024-AD8D-6E87-95DD-2D5ED638B5F5}"/>
                  </a:ext>
                </a:extLst>
              </p:cNvPr>
              <p:cNvSpPr txBox="1"/>
              <p:nvPr/>
            </p:nvSpPr>
            <p:spPr>
              <a:xfrm>
                <a:off x="3154301" y="2995793"/>
                <a:ext cx="514308" cy="13943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700" dirty="0">
                    <a:solidFill>
                      <a:prstClr val="white"/>
                    </a:solidFill>
                    <a:latin typeface="Poppins Light" pitchFamily="2" charset="77"/>
                    <a:cs typeface="Poppins Light" pitchFamily="2" charset="77"/>
                  </a:rPr>
                  <a:t>10</a:t>
                </a:r>
                <a:r>
                  <a:rPr kumimoji="0" lang="en-US" sz="7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Light" pitchFamily="2" charset="77"/>
                    <a:cs typeface="Poppins Light" pitchFamily="2" charset="77"/>
                  </a:rPr>
                  <a:t>:00 -11:00</a:t>
                </a:r>
              </a:p>
            </p:txBody>
          </p:sp>
        </p:grpSp>
        <p:sp>
          <p:nvSpPr>
            <p:cNvPr id="135" name="Rounded Rectangle 134">
              <a:extLst>
                <a:ext uri="{FF2B5EF4-FFF2-40B4-BE49-F238E27FC236}">
                  <a16:creationId xmlns:a16="http://schemas.microsoft.com/office/drawing/2014/main" id="{D7853E1F-4F2B-E973-2419-57A1A800C88C}"/>
                </a:ext>
              </a:extLst>
            </p:cNvPr>
            <p:cNvSpPr/>
            <p:nvPr/>
          </p:nvSpPr>
          <p:spPr>
            <a:xfrm>
              <a:off x="3052235" y="2457164"/>
              <a:ext cx="52482" cy="32670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40228" algn="l" rotWithShape="0">
                <a:schemeClr val="bg1">
                  <a:alpha val="70000"/>
                </a:schemeClr>
              </a:outerShdw>
            </a:effectLst>
          </p:spPr>
          <p:txBody>
            <a:bodyPr rtlCol="0" anchor="ctr"/>
            <a:lstStyle/>
            <a:p>
              <a:pPr algn="ctr"/>
              <a:endParaRPr lang="en-LT" kern="0">
                <a:solidFill>
                  <a:prstClr val="white"/>
                </a:solidFill>
                <a:latin typeface="Montserrat" panose="00000500000000000000" pitchFamily="2" charset="0"/>
              </a:endParaRP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F1B52422-FE10-9443-AA08-D3488375F445}"/>
                </a:ext>
              </a:extLst>
            </p:cNvPr>
            <p:cNvGrpSpPr/>
            <p:nvPr/>
          </p:nvGrpSpPr>
          <p:grpSpPr>
            <a:xfrm>
              <a:off x="3052235" y="3224437"/>
              <a:ext cx="1356586" cy="326705"/>
              <a:chOff x="3052235" y="2838577"/>
              <a:chExt cx="1356586" cy="326705"/>
            </a:xfrm>
          </p:grpSpPr>
          <p:sp>
            <p:nvSpPr>
              <p:cNvPr id="157" name="Rounded Rectangle 156">
                <a:extLst>
                  <a:ext uri="{FF2B5EF4-FFF2-40B4-BE49-F238E27FC236}">
                    <a16:creationId xmlns:a16="http://schemas.microsoft.com/office/drawing/2014/main" id="{96C84A36-E2F8-4D03-9FF4-818AB77D7CC5}"/>
                  </a:ext>
                </a:extLst>
              </p:cNvPr>
              <p:cNvSpPr/>
              <p:nvPr/>
            </p:nvSpPr>
            <p:spPr>
              <a:xfrm>
                <a:off x="3052235" y="2838577"/>
                <a:ext cx="52482" cy="326705"/>
              </a:xfrm>
              <a:prstGeom prst="roundRect">
                <a:avLst>
                  <a:gd name="adj" fmla="val 50000"/>
                </a:avLst>
              </a:prstGeom>
              <a:solidFill>
                <a:srgbClr val="FF0073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27000" dist="40228" algn="l" rotWithShape="0">
                  <a:srgbClr val="FF0073">
                    <a:alpha val="70000"/>
                  </a:srgb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LT" kern="0">
                  <a:solidFill>
                    <a:prstClr val="white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158" name="Rounded Rectangle 157">
                <a:extLst>
                  <a:ext uri="{FF2B5EF4-FFF2-40B4-BE49-F238E27FC236}">
                    <a16:creationId xmlns:a16="http://schemas.microsoft.com/office/drawing/2014/main" id="{2A1BD269-7669-C6F5-BC04-B8DC165C4E41}"/>
                  </a:ext>
                </a:extLst>
              </p:cNvPr>
              <p:cNvSpPr/>
              <p:nvPr/>
            </p:nvSpPr>
            <p:spPr>
              <a:xfrm>
                <a:off x="3104717" y="2838577"/>
                <a:ext cx="1304104" cy="326705"/>
              </a:xfrm>
              <a:prstGeom prst="roundRect">
                <a:avLst>
                  <a:gd name="adj" fmla="val 9184"/>
                </a:avLst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T"/>
              </a:p>
            </p:txBody>
          </p:sp>
          <p:sp>
            <p:nvSpPr>
              <p:cNvPr id="159" name="Textbos: Create Your">
                <a:extLst>
                  <a:ext uri="{FF2B5EF4-FFF2-40B4-BE49-F238E27FC236}">
                    <a16:creationId xmlns:a16="http://schemas.microsoft.com/office/drawing/2014/main" id="{CF00CFD2-F72F-51D6-5595-BC19B59A2F47}"/>
                  </a:ext>
                </a:extLst>
              </p:cNvPr>
              <p:cNvSpPr txBox="1"/>
              <p:nvPr/>
            </p:nvSpPr>
            <p:spPr>
              <a:xfrm>
                <a:off x="3154301" y="2854787"/>
                <a:ext cx="335989" cy="196977"/>
              </a:xfrm>
              <a:prstGeom prst="rect">
                <a:avLst/>
              </a:prstGeom>
              <a:noFill/>
            </p:spPr>
            <p:txBody>
              <a:bodyPr wrap="none" lIns="0" rtlCol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dirty="0">
                    <a:solidFill>
                      <a:prstClr val="white"/>
                    </a:solidFill>
                    <a:latin typeface="Poppins Medium" pitchFamily="2" charset="77"/>
                    <a:cs typeface="Poppins Medium" pitchFamily="2" charset="77"/>
                  </a:rPr>
                  <a:t>Meeting</a:t>
                </a:r>
                <a:endParaRPr kumimoji="0" lang="en-US" sz="8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Medium" pitchFamily="2" charset="77"/>
                  <a:cs typeface="Poppins Medium" pitchFamily="2" charset="77"/>
                </a:endParaRPr>
              </a:p>
            </p:txBody>
          </p:sp>
          <p:sp>
            <p:nvSpPr>
              <p:cNvPr id="160" name="Textbos: Create Your">
                <a:extLst>
                  <a:ext uri="{FF2B5EF4-FFF2-40B4-BE49-F238E27FC236}">
                    <a16:creationId xmlns:a16="http://schemas.microsoft.com/office/drawing/2014/main" id="{40F46D37-6A34-5C2A-2231-B5624E3E3211}"/>
                  </a:ext>
                </a:extLst>
              </p:cNvPr>
              <p:cNvSpPr txBox="1"/>
              <p:nvPr/>
            </p:nvSpPr>
            <p:spPr>
              <a:xfrm>
                <a:off x="3154301" y="2995793"/>
                <a:ext cx="514308" cy="13943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700" dirty="0">
                    <a:solidFill>
                      <a:prstClr val="white"/>
                    </a:solidFill>
                    <a:latin typeface="Poppins Light" pitchFamily="2" charset="77"/>
                    <a:cs typeface="Poppins Light" pitchFamily="2" charset="77"/>
                  </a:rPr>
                  <a:t>12</a:t>
                </a:r>
                <a:r>
                  <a:rPr kumimoji="0" lang="en-US" sz="7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Light" pitchFamily="2" charset="77"/>
                    <a:cs typeface="Poppins Light" pitchFamily="2" charset="77"/>
                  </a:rPr>
                  <a:t>:00 -13:00</a:t>
                </a:r>
              </a:p>
            </p:txBody>
          </p: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D0487111-42E6-2359-ACA6-12027C4E24C0}"/>
                </a:ext>
              </a:extLst>
            </p:cNvPr>
            <p:cNvGrpSpPr/>
            <p:nvPr/>
          </p:nvGrpSpPr>
          <p:grpSpPr>
            <a:xfrm>
              <a:off x="3052235" y="3613962"/>
              <a:ext cx="1356586" cy="326705"/>
              <a:chOff x="3052235" y="2838577"/>
              <a:chExt cx="1356586" cy="326705"/>
            </a:xfrm>
          </p:grpSpPr>
          <p:sp>
            <p:nvSpPr>
              <p:cNvPr id="153" name="Rounded Rectangle 152">
                <a:extLst>
                  <a:ext uri="{FF2B5EF4-FFF2-40B4-BE49-F238E27FC236}">
                    <a16:creationId xmlns:a16="http://schemas.microsoft.com/office/drawing/2014/main" id="{138E686B-3911-47F5-DA3C-9126CE05BCCB}"/>
                  </a:ext>
                </a:extLst>
              </p:cNvPr>
              <p:cNvSpPr/>
              <p:nvPr/>
            </p:nvSpPr>
            <p:spPr>
              <a:xfrm>
                <a:off x="3052235" y="2838577"/>
                <a:ext cx="52482" cy="326705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27000" dist="40228" algn="l" rotWithShape="0">
                  <a:schemeClr val="bg1">
                    <a:alpha val="70000"/>
                  </a:scheme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LT" kern="0">
                  <a:solidFill>
                    <a:prstClr val="white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154" name="Rounded Rectangle 153">
                <a:extLst>
                  <a:ext uri="{FF2B5EF4-FFF2-40B4-BE49-F238E27FC236}">
                    <a16:creationId xmlns:a16="http://schemas.microsoft.com/office/drawing/2014/main" id="{EC968A77-F2E4-08B1-AE46-B7B0D9818568}"/>
                  </a:ext>
                </a:extLst>
              </p:cNvPr>
              <p:cNvSpPr/>
              <p:nvPr/>
            </p:nvSpPr>
            <p:spPr>
              <a:xfrm>
                <a:off x="3104717" y="2838577"/>
                <a:ext cx="1304104" cy="326705"/>
              </a:xfrm>
              <a:prstGeom prst="roundRect">
                <a:avLst>
                  <a:gd name="adj" fmla="val 9184"/>
                </a:avLst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T"/>
              </a:p>
            </p:txBody>
          </p:sp>
          <p:sp>
            <p:nvSpPr>
              <p:cNvPr id="155" name="Textbos: Create Your">
                <a:extLst>
                  <a:ext uri="{FF2B5EF4-FFF2-40B4-BE49-F238E27FC236}">
                    <a16:creationId xmlns:a16="http://schemas.microsoft.com/office/drawing/2014/main" id="{B5BDD29A-43B1-CA67-075E-99AC6A6D762A}"/>
                  </a:ext>
                </a:extLst>
              </p:cNvPr>
              <p:cNvSpPr txBox="1"/>
              <p:nvPr/>
            </p:nvSpPr>
            <p:spPr>
              <a:xfrm>
                <a:off x="3154301" y="2854787"/>
                <a:ext cx="335989" cy="196977"/>
              </a:xfrm>
              <a:prstGeom prst="rect">
                <a:avLst/>
              </a:prstGeom>
              <a:noFill/>
            </p:spPr>
            <p:txBody>
              <a:bodyPr wrap="none" lIns="0" rtlCol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Medium" pitchFamily="2" charset="77"/>
                    <a:cs typeface="Poppins Medium" pitchFamily="2" charset="77"/>
                  </a:rPr>
                  <a:t>Lunch</a:t>
                </a:r>
              </a:p>
            </p:txBody>
          </p:sp>
          <p:sp>
            <p:nvSpPr>
              <p:cNvPr id="156" name="Textbos: Create Your">
                <a:extLst>
                  <a:ext uri="{FF2B5EF4-FFF2-40B4-BE49-F238E27FC236}">
                    <a16:creationId xmlns:a16="http://schemas.microsoft.com/office/drawing/2014/main" id="{11760D4A-A947-5214-E92D-9583029C5B74}"/>
                  </a:ext>
                </a:extLst>
              </p:cNvPr>
              <p:cNvSpPr txBox="1"/>
              <p:nvPr/>
            </p:nvSpPr>
            <p:spPr>
              <a:xfrm>
                <a:off x="3154301" y="2995793"/>
                <a:ext cx="514308" cy="13943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700" dirty="0">
                    <a:solidFill>
                      <a:prstClr val="white"/>
                    </a:solidFill>
                    <a:latin typeface="Poppins Light" pitchFamily="2" charset="77"/>
                    <a:cs typeface="Poppins Light" pitchFamily="2" charset="77"/>
                  </a:rPr>
                  <a:t>13</a:t>
                </a:r>
                <a:r>
                  <a:rPr kumimoji="0" lang="en-US" sz="7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Light" pitchFamily="2" charset="77"/>
                    <a:cs typeface="Poppins Light" pitchFamily="2" charset="77"/>
                  </a:rPr>
                  <a:t>:00 -14:00</a:t>
                </a:r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EAD70408-2943-62B6-8F23-23172B033FA7}"/>
                </a:ext>
              </a:extLst>
            </p:cNvPr>
            <p:cNvGrpSpPr/>
            <p:nvPr/>
          </p:nvGrpSpPr>
          <p:grpSpPr>
            <a:xfrm>
              <a:off x="3052235" y="4003487"/>
              <a:ext cx="1356586" cy="326705"/>
              <a:chOff x="3052235" y="2838577"/>
              <a:chExt cx="1356586" cy="326705"/>
            </a:xfrm>
          </p:grpSpPr>
          <p:sp>
            <p:nvSpPr>
              <p:cNvPr id="149" name="Rounded Rectangle 148">
                <a:extLst>
                  <a:ext uri="{FF2B5EF4-FFF2-40B4-BE49-F238E27FC236}">
                    <a16:creationId xmlns:a16="http://schemas.microsoft.com/office/drawing/2014/main" id="{DE54FF29-06FA-2D27-A0EB-920C31F1C77F}"/>
                  </a:ext>
                </a:extLst>
              </p:cNvPr>
              <p:cNvSpPr/>
              <p:nvPr/>
            </p:nvSpPr>
            <p:spPr>
              <a:xfrm>
                <a:off x="3052235" y="2838577"/>
                <a:ext cx="52482" cy="326705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27000" dist="40228" algn="l" rotWithShape="0">
                  <a:schemeClr val="bg1">
                    <a:alpha val="70000"/>
                  </a:scheme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LT" kern="0">
                  <a:solidFill>
                    <a:prstClr val="white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150" name="Rounded Rectangle 149">
                <a:extLst>
                  <a:ext uri="{FF2B5EF4-FFF2-40B4-BE49-F238E27FC236}">
                    <a16:creationId xmlns:a16="http://schemas.microsoft.com/office/drawing/2014/main" id="{819A465A-9330-9A03-1CF6-22A1014175C7}"/>
                  </a:ext>
                </a:extLst>
              </p:cNvPr>
              <p:cNvSpPr/>
              <p:nvPr/>
            </p:nvSpPr>
            <p:spPr>
              <a:xfrm>
                <a:off x="3104717" y="2838577"/>
                <a:ext cx="1304104" cy="326705"/>
              </a:xfrm>
              <a:prstGeom prst="roundRect">
                <a:avLst>
                  <a:gd name="adj" fmla="val 9184"/>
                </a:avLst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T"/>
              </a:p>
            </p:txBody>
          </p:sp>
          <p:sp>
            <p:nvSpPr>
              <p:cNvPr id="151" name="Textbos: Create Your">
                <a:extLst>
                  <a:ext uri="{FF2B5EF4-FFF2-40B4-BE49-F238E27FC236}">
                    <a16:creationId xmlns:a16="http://schemas.microsoft.com/office/drawing/2014/main" id="{54A94498-EC8C-727C-85E2-7BA8DAB082F7}"/>
                  </a:ext>
                </a:extLst>
              </p:cNvPr>
              <p:cNvSpPr txBox="1"/>
              <p:nvPr/>
            </p:nvSpPr>
            <p:spPr>
              <a:xfrm>
                <a:off x="3154301" y="2854787"/>
                <a:ext cx="681548" cy="196977"/>
              </a:xfrm>
              <a:prstGeom prst="rect">
                <a:avLst/>
              </a:prstGeom>
              <a:noFill/>
            </p:spPr>
            <p:txBody>
              <a:bodyPr wrap="none" lIns="0" rtlCol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Medium" pitchFamily="2" charset="77"/>
                    <a:cs typeface="Poppins Medium" pitchFamily="2" charset="77"/>
                  </a:rPr>
                  <a:t>Design Work</a:t>
                </a:r>
              </a:p>
            </p:txBody>
          </p:sp>
          <p:sp>
            <p:nvSpPr>
              <p:cNvPr id="152" name="Textbos: Create Your">
                <a:extLst>
                  <a:ext uri="{FF2B5EF4-FFF2-40B4-BE49-F238E27FC236}">
                    <a16:creationId xmlns:a16="http://schemas.microsoft.com/office/drawing/2014/main" id="{05B427CF-1AE4-4C9D-B92E-C89E3169068A}"/>
                  </a:ext>
                </a:extLst>
              </p:cNvPr>
              <p:cNvSpPr txBox="1"/>
              <p:nvPr/>
            </p:nvSpPr>
            <p:spPr>
              <a:xfrm>
                <a:off x="3154301" y="2995793"/>
                <a:ext cx="514308" cy="13943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700" dirty="0">
                    <a:solidFill>
                      <a:prstClr val="white"/>
                    </a:solidFill>
                    <a:latin typeface="Poppins Light" pitchFamily="2" charset="77"/>
                    <a:cs typeface="Poppins Light" pitchFamily="2" charset="77"/>
                  </a:rPr>
                  <a:t>15</a:t>
                </a:r>
                <a:r>
                  <a:rPr kumimoji="0" lang="en-US" sz="7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Light" pitchFamily="2" charset="77"/>
                    <a:cs typeface="Poppins Light" pitchFamily="2" charset="77"/>
                  </a:rPr>
                  <a:t>:00 -16:00</a:t>
                </a:r>
              </a:p>
            </p:txBody>
          </p: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E37F46A4-172B-0147-50F0-1148CA6551B5}"/>
                </a:ext>
              </a:extLst>
            </p:cNvPr>
            <p:cNvGrpSpPr/>
            <p:nvPr/>
          </p:nvGrpSpPr>
          <p:grpSpPr>
            <a:xfrm>
              <a:off x="3052235" y="4393012"/>
              <a:ext cx="1356586" cy="326705"/>
              <a:chOff x="3052235" y="2838577"/>
              <a:chExt cx="1356586" cy="326705"/>
            </a:xfrm>
          </p:grpSpPr>
          <p:sp>
            <p:nvSpPr>
              <p:cNvPr id="145" name="Rounded Rectangle 144">
                <a:extLst>
                  <a:ext uri="{FF2B5EF4-FFF2-40B4-BE49-F238E27FC236}">
                    <a16:creationId xmlns:a16="http://schemas.microsoft.com/office/drawing/2014/main" id="{62ECF9AB-1B8D-68E4-DA85-001F191356FE}"/>
                  </a:ext>
                </a:extLst>
              </p:cNvPr>
              <p:cNvSpPr/>
              <p:nvPr/>
            </p:nvSpPr>
            <p:spPr>
              <a:xfrm>
                <a:off x="3052235" y="2838577"/>
                <a:ext cx="52482" cy="326705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27000" dist="40228" algn="l" rotWithShape="0">
                  <a:schemeClr val="bg1">
                    <a:alpha val="70000"/>
                  </a:scheme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LT" kern="0">
                  <a:solidFill>
                    <a:prstClr val="white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146" name="Rounded Rectangle 145">
                <a:extLst>
                  <a:ext uri="{FF2B5EF4-FFF2-40B4-BE49-F238E27FC236}">
                    <a16:creationId xmlns:a16="http://schemas.microsoft.com/office/drawing/2014/main" id="{F15DE865-9E1D-AAD4-6257-FD145726E1F9}"/>
                  </a:ext>
                </a:extLst>
              </p:cNvPr>
              <p:cNvSpPr/>
              <p:nvPr/>
            </p:nvSpPr>
            <p:spPr>
              <a:xfrm>
                <a:off x="3104717" y="2838577"/>
                <a:ext cx="1304104" cy="326705"/>
              </a:xfrm>
              <a:prstGeom prst="roundRect">
                <a:avLst>
                  <a:gd name="adj" fmla="val 9184"/>
                </a:avLst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T"/>
              </a:p>
            </p:txBody>
          </p:sp>
          <p:sp>
            <p:nvSpPr>
              <p:cNvPr id="147" name="Textbos: Create Your">
                <a:extLst>
                  <a:ext uri="{FF2B5EF4-FFF2-40B4-BE49-F238E27FC236}">
                    <a16:creationId xmlns:a16="http://schemas.microsoft.com/office/drawing/2014/main" id="{82242C6B-BCD6-F3B6-BA17-8E382468027F}"/>
                  </a:ext>
                </a:extLst>
              </p:cNvPr>
              <p:cNvSpPr txBox="1"/>
              <p:nvPr/>
            </p:nvSpPr>
            <p:spPr>
              <a:xfrm>
                <a:off x="3154301" y="2854787"/>
                <a:ext cx="335989" cy="196977"/>
              </a:xfrm>
              <a:prstGeom prst="rect">
                <a:avLst/>
              </a:prstGeom>
              <a:noFill/>
            </p:spPr>
            <p:txBody>
              <a:bodyPr wrap="none" lIns="0" rtlCol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Medium" pitchFamily="2" charset="77"/>
                    <a:cs typeface="Poppins Medium" pitchFamily="2" charset="77"/>
                  </a:rPr>
                  <a:t>Yoga</a:t>
                </a:r>
              </a:p>
            </p:txBody>
          </p:sp>
          <p:sp>
            <p:nvSpPr>
              <p:cNvPr id="148" name="Textbos: Create Your">
                <a:extLst>
                  <a:ext uri="{FF2B5EF4-FFF2-40B4-BE49-F238E27FC236}">
                    <a16:creationId xmlns:a16="http://schemas.microsoft.com/office/drawing/2014/main" id="{15EC6D27-5A75-A71E-8927-F99DE9C70914}"/>
                  </a:ext>
                </a:extLst>
              </p:cNvPr>
              <p:cNvSpPr txBox="1"/>
              <p:nvPr/>
            </p:nvSpPr>
            <p:spPr>
              <a:xfrm>
                <a:off x="3154301" y="2995793"/>
                <a:ext cx="514308" cy="13943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700" dirty="0">
                    <a:solidFill>
                      <a:prstClr val="white"/>
                    </a:solidFill>
                    <a:latin typeface="Poppins Light" pitchFamily="2" charset="77"/>
                    <a:cs typeface="Poppins Light" pitchFamily="2" charset="77"/>
                  </a:rPr>
                  <a:t>17:0</a:t>
                </a:r>
                <a:r>
                  <a:rPr kumimoji="0" lang="en-US" sz="7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Light" pitchFamily="2" charset="77"/>
                    <a:cs typeface="Poppins Light" pitchFamily="2" charset="77"/>
                  </a:rPr>
                  <a:t>0 -18:00</a:t>
                </a:r>
              </a:p>
            </p:txBody>
          </p: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AB4D7368-0587-FFE1-F4CA-7ADD6EF437EC}"/>
                </a:ext>
              </a:extLst>
            </p:cNvPr>
            <p:cNvGrpSpPr/>
            <p:nvPr/>
          </p:nvGrpSpPr>
          <p:grpSpPr>
            <a:xfrm>
              <a:off x="3052235" y="4782537"/>
              <a:ext cx="1356586" cy="326705"/>
              <a:chOff x="3052235" y="2838577"/>
              <a:chExt cx="1356586" cy="326705"/>
            </a:xfrm>
          </p:grpSpPr>
          <p:sp>
            <p:nvSpPr>
              <p:cNvPr id="141" name="Rounded Rectangle 140">
                <a:extLst>
                  <a:ext uri="{FF2B5EF4-FFF2-40B4-BE49-F238E27FC236}">
                    <a16:creationId xmlns:a16="http://schemas.microsoft.com/office/drawing/2014/main" id="{7CA25D7D-8DF1-773D-AD71-DBCE02FB86D4}"/>
                  </a:ext>
                </a:extLst>
              </p:cNvPr>
              <p:cNvSpPr/>
              <p:nvPr/>
            </p:nvSpPr>
            <p:spPr>
              <a:xfrm>
                <a:off x="3052235" y="2838577"/>
                <a:ext cx="52482" cy="326705"/>
              </a:xfrm>
              <a:prstGeom prst="roundRect">
                <a:avLst>
                  <a:gd name="adj" fmla="val 50000"/>
                </a:avLst>
              </a:prstGeom>
              <a:solidFill>
                <a:srgbClr val="00FFEC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27000" dist="40228" algn="l" rotWithShape="0">
                  <a:srgbClr val="00FFEC">
                    <a:alpha val="70000"/>
                  </a:srgb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LT" kern="0">
                  <a:solidFill>
                    <a:prstClr val="white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142" name="Rounded Rectangle 141">
                <a:extLst>
                  <a:ext uri="{FF2B5EF4-FFF2-40B4-BE49-F238E27FC236}">
                    <a16:creationId xmlns:a16="http://schemas.microsoft.com/office/drawing/2014/main" id="{39105342-9202-8BC9-B7C3-64E0CE10CEE2}"/>
                  </a:ext>
                </a:extLst>
              </p:cNvPr>
              <p:cNvSpPr/>
              <p:nvPr/>
            </p:nvSpPr>
            <p:spPr>
              <a:xfrm>
                <a:off x="3104717" y="2838577"/>
                <a:ext cx="1304104" cy="326705"/>
              </a:xfrm>
              <a:prstGeom prst="roundRect">
                <a:avLst>
                  <a:gd name="adj" fmla="val 9184"/>
                </a:avLst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T"/>
              </a:p>
            </p:txBody>
          </p:sp>
          <p:sp>
            <p:nvSpPr>
              <p:cNvPr id="143" name="Textbos: Create Your">
                <a:extLst>
                  <a:ext uri="{FF2B5EF4-FFF2-40B4-BE49-F238E27FC236}">
                    <a16:creationId xmlns:a16="http://schemas.microsoft.com/office/drawing/2014/main" id="{4723C065-9D50-2E65-D237-2C110AFC106C}"/>
                  </a:ext>
                </a:extLst>
              </p:cNvPr>
              <p:cNvSpPr txBox="1"/>
              <p:nvPr/>
            </p:nvSpPr>
            <p:spPr>
              <a:xfrm>
                <a:off x="3154301" y="2854787"/>
                <a:ext cx="335989" cy="196977"/>
              </a:xfrm>
              <a:prstGeom prst="rect">
                <a:avLst/>
              </a:prstGeom>
              <a:noFill/>
            </p:spPr>
            <p:txBody>
              <a:bodyPr wrap="none" lIns="0" rtlCol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Medium" pitchFamily="2" charset="77"/>
                    <a:cs typeface="Poppins Medium" pitchFamily="2" charset="77"/>
                  </a:rPr>
                  <a:t>Meditation</a:t>
                </a:r>
              </a:p>
            </p:txBody>
          </p:sp>
          <p:sp>
            <p:nvSpPr>
              <p:cNvPr id="144" name="Textbos: Create Your">
                <a:extLst>
                  <a:ext uri="{FF2B5EF4-FFF2-40B4-BE49-F238E27FC236}">
                    <a16:creationId xmlns:a16="http://schemas.microsoft.com/office/drawing/2014/main" id="{40BA5931-A8FB-6FAA-1891-8CE84D96D048}"/>
                  </a:ext>
                </a:extLst>
              </p:cNvPr>
              <p:cNvSpPr txBox="1"/>
              <p:nvPr/>
            </p:nvSpPr>
            <p:spPr>
              <a:xfrm>
                <a:off x="3154301" y="2995793"/>
                <a:ext cx="514308" cy="13943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700" dirty="0">
                    <a:solidFill>
                      <a:prstClr val="white"/>
                    </a:solidFill>
                    <a:latin typeface="Poppins Light" pitchFamily="2" charset="77"/>
                    <a:cs typeface="Poppins Light" pitchFamily="2" charset="77"/>
                  </a:rPr>
                  <a:t>19</a:t>
                </a:r>
                <a:r>
                  <a:rPr kumimoji="0" lang="en-US" sz="7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Light" pitchFamily="2" charset="77"/>
                    <a:cs typeface="Poppins Light" pitchFamily="2" charset="77"/>
                  </a:rPr>
                  <a:t>:00 -20:00</a:t>
                </a:r>
              </a:p>
            </p:txBody>
          </p:sp>
        </p:grpSp>
      </p:grpSp>
      <p:sp useBgFill="1">
        <p:nvSpPr>
          <p:cNvPr id="165" name="Rounded rectangle: Create">
            <a:extLst>
              <a:ext uri="{FF2B5EF4-FFF2-40B4-BE49-F238E27FC236}">
                <a16:creationId xmlns:a16="http://schemas.microsoft.com/office/drawing/2014/main" id="{31108EB1-CA1B-AAA5-E12D-0449DB9E27CC}"/>
              </a:ext>
            </a:extLst>
          </p:cNvPr>
          <p:cNvSpPr/>
          <p:nvPr/>
        </p:nvSpPr>
        <p:spPr>
          <a:xfrm>
            <a:off x="4818318" y="7076908"/>
            <a:ext cx="1738136" cy="1692000"/>
          </a:xfrm>
          <a:prstGeom prst="roundRect">
            <a:avLst>
              <a:gd name="adj" fmla="val 11145"/>
            </a:avLst>
          </a:prstGeom>
          <a:ln w="6350">
            <a:solidFill>
              <a:schemeClr val="bg1">
                <a:alpha val="50000"/>
              </a:schemeClr>
            </a:solidFill>
          </a:ln>
          <a:effectLst>
            <a:innerShdw blurRad="190500">
              <a:schemeClr val="bg1">
                <a:alpha val="50000"/>
              </a:schemeClr>
            </a:innerShdw>
          </a:effectLst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lt-LT" sz="14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 ExtraBold" pitchFamily="2" charset="77"/>
              <a:ea typeface="+mn-ea"/>
              <a:cs typeface="+mn-cs"/>
            </a:endParaRP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196686F9-553B-32EF-D266-4ADC8F588AF2}"/>
              </a:ext>
            </a:extLst>
          </p:cNvPr>
          <p:cNvGrpSpPr/>
          <p:nvPr/>
        </p:nvGrpSpPr>
        <p:grpSpPr>
          <a:xfrm>
            <a:off x="4960424" y="7192024"/>
            <a:ext cx="792729" cy="568746"/>
            <a:chOff x="4960424" y="1043632"/>
            <a:chExt cx="792729" cy="568746"/>
          </a:xfrm>
        </p:grpSpPr>
        <p:sp>
          <p:nvSpPr>
            <p:cNvPr id="167" name="Textbos: Create Your">
              <a:extLst>
                <a:ext uri="{FF2B5EF4-FFF2-40B4-BE49-F238E27FC236}">
                  <a16:creationId xmlns:a16="http://schemas.microsoft.com/office/drawing/2014/main" id="{C6E70617-2F7E-F21A-B0F6-8F6FD0A0CB73}"/>
                </a:ext>
              </a:extLst>
            </p:cNvPr>
            <p:cNvSpPr txBox="1"/>
            <p:nvPr/>
          </p:nvSpPr>
          <p:spPr>
            <a:xfrm>
              <a:off x="4967963" y="1043632"/>
              <a:ext cx="490324" cy="191797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prstClr val="white"/>
                  </a:solidFill>
                  <a:latin typeface="Poppins" pitchFamily="2" charset="77"/>
                  <a:cs typeface="Poppins" pitchFamily="2" charset="77"/>
                </a:rPr>
                <a:t>Vilnius, Lithuania</a:t>
              </a:r>
              <a:endParaRPr kumimoji="0" lang="en-US" sz="1000" u="none" strike="noStrike" kern="120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endParaRPr>
            </a:p>
          </p:txBody>
        </p:sp>
        <p:sp>
          <p:nvSpPr>
            <p:cNvPr id="168" name="Textbos: Create Your">
              <a:extLst>
                <a:ext uri="{FF2B5EF4-FFF2-40B4-BE49-F238E27FC236}">
                  <a16:creationId xmlns:a16="http://schemas.microsoft.com/office/drawing/2014/main" id="{DE14B23D-A579-5195-F735-01B884C31CB7}"/>
                </a:ext>
              </a:extLst>
            </p:cNvPr>
            <p:cNvSpPr txBox="1"/>
            <p:nvPr/>
          </p:nvSpPr>
          <p:spPr>
            <a:xfrm>
              <a:off x="4960424" y="1251639"/>
              <a:ext cx="792729" cy="360739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200" dirty="0">
                  <a:solidFill>
                    <a:prstClr val="white"/>
                  </a:solidFill>
                  <a:latin typeface="Poppins Medium" pitchFamily="2" charset="77"/>
                  <a:cs typeface="Poppins Medium" pitchFamily="2" charset="77"/>
                </a:rPr>
                <a:t>23</a:t>
              </a:r>
              <a:endPara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endParaRPr>
            </a:p>
          </p:txBody>
        </p:sp>
        <p:sp>
          <p:nvSpPr>
            <p:cNvPr id="169" name="Textbos: Create Your">
              <a:extLst>
                <a:ext uri="{FF2B5EF4-FFF2-40B4-BE49-F238E27FC236}">
                  <a16:creationId xmlns:a16="http://schemas.microsoft.com/office/drawing/2014/main" id="{3BE12978-1180-A24C-7B60-7DA166FE1FB8}"/>
                </a:ext>
              </a:extLst>
            </p:cNvPr>
            <p:cNvSpPr txBox="1"/>
            <p:nvPr/>
          </p:nvSpPr>
          <p:spPr>
            <a:xfrm>
              <a:off x="5442044" y="1235429"/>
              <a:ext cx="196014" cy="242617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>
                  <a:solidFill>
                    <a:prstClr val="white"/>
                  </a:solidFill>
                  <a:latin typeface="Poppins Medium" pitchFamily="2" charset="77"/>
                  <a:cs typeface="Poppins Medium" pitchFamily="2" charset="77"/>
                </a:rPr>
                <a:t>°</a:t>
              </a:r>
              <a:endPara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endParaRPr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79660CBE-297C-6258-9A6A-FA2B233FBFCB}"/>
              </a:ext>
            </a:extLst>
          </p:cNvPr>
          <p:cNvGrpSpPr/>
          <p:nvPr/>
        </p:nvGrpSpPr>
        <p:grpSpPr>
          <a:xfrm>
            <a:off x="4914333" y="7946909"/>
            <a:ext cx="1553862" cy="553403"/>
            <a:chOff x="3695772" y="1368979"/>
            <a:chExt cx="1553862" cy="553403"/>
          </a:xfrm>
        </p:grpSpPr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496E6F7F-A9CA-8A58-3C72-2C5BE33FE13A}"/>
                </a:ext>
              </a:extLst>
            </p:cNvPr>
            <p:cNvGrpSpPr/>
            <p:nvPr/>
          </p:nvGrpSpPr>
          <p:grpSpPr>
            <a:xfrm>
              <a:off x="3695772" y="1368979"/>
              <a:ext cx="335989" cy="553403"/>
              <a:chOff x="4568910" y="3433357"/>
              <a:chExt cx="335989" cy="553403"/>
            </a:xfrm>
          </p:grpSpPr>
          <p:sp>
            <p:nvSpPr>
              <p:cNvPr id="185" name="Textbos: Create Your">
                <a:extLst>
                  <a:ext uri="{FF2B5EF4-FFF2-40B4-BE49-F238E27FC236}">
                    <a16:creationId xmlns:a16="http://schemas.microsoft.com/office/drawing/2014/main" id="{0843F473-8D7F-D701-A7B2-2B3B7968067F}"/>
                  </a:ext>
                </a:extLst>
              </p:cNvPr>
              <p:cNvSpPr txBox="1"/>
              <p:nvPr/>
            </p:nvSpPr>
            <p:spPr>
              <a:xfrm>
                <a:off x="4629503" y="3433357"/>
                <a:ext cx="214802" cy="9156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700" dirty="0">
                    <a:solidFill>
                      <a:prstClr val="white"/>
                    </a:solidFill>
                    <a:latin typeface="Poppins Light" pitchFamily="2" charset="77"/>
                    <a:cs typeface="Poppins Light" pitchFamily="2" charset="77"/>
                  </a:rPr>
                  <a:t>9 AM</a:t>
                </a:r>
                <a:endParaRPr kumimoji="0" lang="en-US" sz="7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Light" pitchFamily="2" charset="77"/>
                  <a:cs typeface="Poppins Light" pitchFamily="2" charset="77"/>
                </a:endParaRPr>
              </a:p>
            </p:txBody>
          </p:sp>
          <p:sp>
            <p:nvSpPr>
              <p:cNvPr id="186" name="Textbos: Create Your">
                <a:extLst>
                  <a:ext uri="{FF2B5EF4-FFF2-40B4-BE49-F238E27FC236}">
                    <a16:creationId xmlns:a16="http://schemas.microsoft.com/office/drawing/2014/main" id="{E4D1B45D-D48E-353E-3261-79359BCDDEA6}"/>
                  </a:ext>
                </a:extLst>
              </p:cNvPr>
              <p:cNvSpPr txBox="1"/>
              <p:nvPr/>
            </p:nvSpPr>
            <p:spPr>
              <a:xfrm>
                <a:off x="4568910" y="3789783"/>
                <a:ext cx="335989" cy="1969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>
                  <a:lnSpc>
                    <a:spcPct val="80000"/>
                  </a:lnSpc>
                  <a:defRPr/>
                </a:pPr>
                <a:r>
                  <a:rPr kumimoji="0" lang="en-US" sz="8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Medium" pitchFamily="2" charset="77"/>
                    <a:cs typeface="Poppins Medium" pitchFamily="2" charset="77"/>
                  </a:rPr>
                  <a:t>16</a:t>
                </a:r>
                <a:r>
                  <a:rPr lang="en-US" sz="800" dirty="0">
                    <a:solidFill>
                      <a:prstClr val="white"/>
                    </a:solidFill>
                    <a:latin typeface="Poppins Medium" pitchFamily="2" charset="77"/>
                    <a:cs typeface="Poppins Medium" pitchFamily="2" charset="77"/>
                  </a:rPr>
                  <a:t>°</a:t>
                </a:r>
                <a:endParaRPr kumimoji="0" lang="en-US" sz="8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Medium" pitchFamily="2" charset="77"/>
                  <a:cs typeface="Poppins Medium" pitchFamily="2" charset="77"/>
                </a:endParaRPr>
              </a:p>
            </p:txBody>
          </p:sp>
          <p:pic>
            <p:nvPicPr>
              <p:cNvPr id="187" name="Graphic 186" descr="Cloud with solid fill">
                <a:extLst>
                  <a:ext uri="{FF2B5EF4-FFF2-40B4-BE49-F238E27FC236}">
                    <a16:creationId xmlns:a16="http://schemas.microsoft.com/office/drawing/2014/main" id="{77008591-1B39-0000-1D5E-E18FFC11A4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621479" y="3541927"/>
                <a:ext cx="230850" cy="230850"/>
              </a:xfrm>
              <a:prstGeom prst="rect">
                <a:avLst/>
              </a:prstGeom>
            </p:spPr>
          </p:pic>
        </p:grp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642D9A78-ECB2-C0FB-3BC2-E15A913E7AE7}"/>
                </a:ext>
              </a:extLst>
            </p:cNvPr>
            <p:cNvGrpSpPr/>
            <p:nvPr/>
          </p:nvGrpSpPr>
          <p:grpSpPr>
            <a:xfrm>
              <a:off x="4101730" y="1368979"/>
              <a:ext cx="335989" cy="553403"/>
              <a:chOff x="4771330" y="3350179"/>
              <a:chExt cx="335989" cy="553403"/>
            </a:xfrm>
          </p:grpSpPr>
          <p:sp>
            <p:nvSpPr>
              <p:cNvPr id="181" name="Textbos: Create Your">
                <a:extLst>
                  <a:ext uri="{FF2B5EF4-FFF2-40B4-BE49-F238E27FC236}">
                    <a16:creationId xmlns:a16="http://schemas.microsoft.com/office/drawing/2014/main" id="{1519A310-1630-10D4-914D-734C6D0DA35F}"/>
                  </a:ext>
                </a:extLst>
              </p:cNvPr>
              <p:cNvSpPr txBox="1"/>
              <p:nvPr/>
            </p:nvSpPr>
            <p:spPr>
              <a:xfrm>
                <a:off x="4831923" y="3350179"/>
                <a:ext cx="214802" cy="9156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700" dirty="0">
                    <a:solidFill>
                      <a:prstClr val="white"/>
                    </a:solidFill>
                    <a:latin typeface="Poppins Light" pitchFamily="2" charset="77"/>
                    <a:cs typeface="Poppins Light" pitchFamily="2" charset="77"/>
                  </a:rPr>
                  <a:t>10 AM</a:t>
                </a:r>
                <a:endParaRPr kumimoji="0" lang="en-US" sz="7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Light" pitchFamily="2" charset="77"/>
                  <a:cs typeface="Poppins Light" pitchFamily="2" charset="77"/>
                </a:endParaRPr>
              </a:p>
            </p:txBody>
          </p:sp>
          <p:sp>
            <p:nvSpPr>
              <p:cNvPr id="182" name="Textbos: Create Your">
                <a:extLst>
                  <a:ext uri="{FF2B5EF4-FFF2-40B4-BE49-F238E27FC236}">
                    <a16:creationId xmlns:a16="http://schemas.microsoft.com/office/drawing/2014/main" id="{A1645E2F-7D71-4166-89E3-0A2266CDAD32}"/>
                  </a:ext>
                </a:extLst>
              </p:cNvPr>
              <p:cNvSpPr txBox="1"/>
              <p:nvPr/>
            </p:nvSpPr>
            <p:spPr>
              <a:xfrm>
                <a:off x="4771330" y="3706605"/>
                <a:ext cx="335989" cy="1969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>
                  <a:lnSpc>
                    <a:spcPct val="80000"/>
                  </a:lnSpc>
                  <a:defRPr/>
                </a:pPr>
                <a:r>
                  <a:rPr kumimoji="0" lang="en-US" sz="8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Medium" pitchFamily="2" charset="77"/>
                    <a:cs typeface="Poppins Medium" pitchFamily="2" charset="77"/>
                  </a:rPr>
                  <a:t>18</a:t>
                </a:r>
                <a:r>
                  <a:rPr lang="en-US" sz="800" dirty="0">
                    <a:solidFill>
                      <a:prstClr val="white"/>
                    </a:solidFill>
                    <a:latin typeface="Poppins Medium" pitchFamily="2" charset="77"/>
                    <a:cs typeface="Poppins Medium" pitchFamily="2" charset="77"/>
                  </a:rPr>
                  <a:t>°</a:t>
                </a:r>
                <a:endParaRPr kumimoji="0" lang="en-US" sz="8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Medium" pitchFamily="2" charset="77"/>
                  <a:cs typeface="Poppins Medium" pitchFamily="2" charset="77"/>
                </a:endParaRPr>
              </a:p>
            </p:txBody>
          </p: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7FED4DDD-AFCA-1EDD-A912-BB6FDC0CEFAF}"/>
                  </a:ext>
                </a:extLst>
              </p:cNvPr>
              <p:cNvSpPr/>
              <p:nvPr/>
            </p:nvSpPr>
            <p:spPr>
              <a:xfrm>
                <a:off x="4952024" y="3504041"/>
                <a:ext cx="84700" cy="84700"/>
              </a:xfrm>
              <a:prstGeom prst="ellipse">
                <a:avLst/>
              </a:prstGeom>
              <a:solidFill>
                <a:srgbClr val="FFD500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27000" algn="l" rotWithShape="0">
                  <a:srgbClr val="FFD500"/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LT" kern="0">
                  <a:solidFill>
                    <a:prstClr val="white"/>
                  </a:solidFill>
                  <a:latin typeface="Montserrat" panose="00000500000000000000" pitchFamily="2" charset="0"/>
                </a:endParaRPr>
              </a:p>
            </p:txBody>
          </p:sp>
          <p:pic>
            <p:nvPicPr>
              <p:cNvPr id="184" name="Graphic 183" descr="Cloud with solid fill">
                <a:extLst>
                  <a:ext uri="{FF2B5EF4-FFF2-40B4-BE49-F238E27FC236}">
                    <a16:creationId xmlns:a16="http://schemas.microsoft.com/office/drawing/2014/main" id="{FAB7BAA4-FB7D-21B3-9CA9-873E95E90F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823899" y="3458749"/>
                <a:ext cx="230850" cy="230850"/>
              </a:xfrm>
              <a:prstGeom prst="rect">
                <a:avLst/>
              </a:prstGeom>
            </p:spPr>
          </p:pic>
        </p:grp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E4EA0BEC-F9B6-54D4-8C60-24E90BF8DEE9}"/>
                </a:ext>
              </a:extLst>
            </p:cNvPr>
            <p:cNvGrpSpPr/>
            <p:nvPr/>
          </p:nvGrpSpPr>
          <p:grpSpPr>
            <a:xfrm>
              <a:off x="4507688" y="1368979"/>
              <a:ext cx="335989" cy="553403"/>
              <a:chOff x="5161088" y="3350179"/>
              <a:chExt cx="335989" cy="553403"/>
            </a:xfrm>
          </p:grpSpPr>
          <p:sp>
            <p:nvSpPr>
              <p:cNvPr id="177" name="Textbos: Create Your">
                <a:extLst>
                  <a:ext uri="{FF2B5EF4-FFF2-40B4-BE49-F238E27FC236}">
                    <a16:creationId xmlns:a16="http://schemas.microsoft.com/office/drawing/2014/main" id="{A307CD87-7060-0978-D226-7E16967730CF}"/>
                  </a:ext>
                </a:extLst>
              </p:cNvPr>
              <p:cNvSpPr txBox="1"/>
              <p:nvPr/>
            </p:nvSpPr>
            <p:spPr>
              <a:xfrm>
                <a:off x="5221681" y="3350179"/>
                <a:ext cx="214802" cy="9156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700" dirty="0">
                    <a:solidFill>
                      <a:prstClr val="white"/>
                    </a:solidFill>
                    <a:latin typeface="Poppins Light" pitchFamily="2" charset="77"/>
                    <a:cs typeface="Poppins Light" pitchFamily="2" charset="77"/>
                  </a:rPr>
                  <a:t>11 AM</a:t>
                </a:r>
                <a:endParaRPr kumimoji="0" lang="en-US" sz="7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Light" pitchFamily="2" charset="77"/>
                  <a:cs typeface="Poppins Light" pitchFamily="2" charset="77"/>
                </a:endParaRPr>
              </a:p>
            </p:txBody>
          </p:sp>
          <p:sp>
            <p:nvSpPr>
              <p:cNvPr id="178" name="Textbos: Create Your">
                <a:extLst>
                  <a:ext uri="{FF2B5EF4-FFF2-40B4-BE49-F238E27FC236}">
                    <a16:creationId xmlns:a16="http://schemas.microsoft.com/office/drawing/2014/main" id="{E4DE944E-6A41-7CE8-B35C-8D68B3841EED}"/>
                  </a:ext>
                </a:extLst>
              </p:cNvPr>
              <p:cNvSpPr txBox="1"/>
              <p:nvPr/>
            </p:nvSpPr>
            <p:spPr>
              <a:xfrm>
                <a:off x="5161088" y="3706605"/>
                <a:ext cx="335989" cy="1969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>
                  <a:lnSpc>
                    <a:spcPct val="80000"/>
                  </a:lnSpc>
                  <a:defRPr/>
                </a:pPr>
                <a:r>
                  <a:rPr lang="en-US" sz="800" dirty="0">
                    <a:solidFill>
                      <a:prstClr val="white"/>
                    </a:solidFill>
                    <a:latin typeface="Poppins Medium" pitchFamily="2" charset="77"/>
                    <a:cs typeface="Poppins Medium" pitchFamily="2" charset="77"/>
                  </a:rPr>
                  <a:t>20°</a:t>
                </a:r>
                <a:endParaRPr kumimoji="0" lang="en-US" sz="8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Medium" pitchFamily="2" charset="77"/>
                  <a:cs typeface="Poppins Medium" pitchFamily="2" charset="77"/>
                </a:endParaRPr>
              </a:p>
            </p:txBody>
          </p:sp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5C7C3B4C-25C6-CA12-63AF-03BA6721F12F}"/>
                  </a:ext>
                </a:extLst>
              </p:cNvPr>
              <p:cNvSpPr/>
              <p:nvPr/>
            </p:nvSpPr>
            <p:spPr>
              <a:xfrm>
                <a:off x="5339797" y="3504041"/>
                <a:ext cx="84700" cy="84700"/>
              </a:xfrm>
              <a:prstGeom prst="ellipse">
                <a:avLst/>
              </a:prstGeom>
              <a:solidFill>
                <a:srgbClr val="FFD500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27000" algn="l" rotWithShape="0">
                  <a:srgbClr val="FFD500"/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LT" kern="0">
                  <a:solidFill>
                    <a:prstClr val="white"/>
                  </a:solidFill>
                  <a:latin typeface="Montserrat" panose="00000500000000000000" pitchFamily="2" charset="0"/>
                </a:endParaRPr>
              </a:p>
            </p:txBody>
          </p:sp>
          <p:pic>
            <p:nvPicPr>
              <p:cNvPr id="180" name="Graphic 179" descr="Cloud with solid fill">
                <a:extLst>
                  <a:ext uri="{FF2B5EF4-FFF2-40B4-BE49-F238E27FC236}">
                    <a16:creationId xmlns:a16="http://schemas.microsoft.com/office/drawing/2014/main" id="{58EB8E27-8F28-0BC4-A2FB-38FA980013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211672" y="3458749"/>
                <a:ext cx="230850" cy="230850"/>
              </a:xfrm>
              <a:prstGeom prst="rect">
                <a:avLst/>
              </a:prstGeom>
            </p:spPr>
          </p:pic>
        </p:grpSp>
        <p:sp>
          <p:nvSpPr>
            <p:cNvPr id="174" name="Textbos: Create Your">
              <a:extLst>
                <a:ext uri="{FF2B5EF4-FFF2-40B4-BE49-F238E27FC236}">
                  <a16:creationId xmlns:a16="http://schemas.microsoft.com/office/drawing/2014/main" id="{27252354-205F-698B-5AE1-AC5CD1C304EA}"/>
                </a:ext>
              </a:extLst>
            </p:cNvPr>
            <p:cNvSpPr txBox="1"/>
            <p:nvPr/>
          </p:nvSpPr>
          <p:spPr>
            <a:xfrm>
              <a:off x="4974238" y="1368979"/>
              <a:ext cx="214802" cy="91564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700" dirty="0">
                  <a:solidFill>
                    <a:prstClr val="white"/>
                  </a:solidFill>
                  <a:latin typeface="Poppins Light" pitchFamily="2" charset="77"/>
                  <a:cs typeface="Poppins Light" pitchFamily="2" charset="77"/>
                </a:rPr>
                <a:t>12 AM</a:t>
              </a:r>
              <a:endParaRPr kumimoji="0" lang="en-US" sz="7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Light" pitchFamily="2" charset="77"/>
                <a:cs typeface="Poppins Light" pitchFamily="2" charset="77"/>
              </a:endParaRPr>
            </a:p>
          </p:txBody>
        </p:sp>
        <p:sp>
          <p:nvSpPr>
            <p:cNvPr id="175" name="Textbos: Create Your">
              <a:extLst>
                <a:ext uri="{FF2B5EF4-FFF2-40B4-BE49-F238E27FC236}">
                  <a16:creationId xmlns:a16="http://schemas.microsoft.com/office/drawing/2014/main" id="{484F41CC-3B19-5272-3522-004535674A98}"/>
                </a:ext>
              </a:extLst>
            </p:cNvPr>
            <p:cNvSpPr txBox="1"/>
            <p:nvPr/>
          </p:nvSpPr>
          <p:spPr>
            <a:xfrm>
              <a:off x="4913645" y="1725405"/>
              <a:ext cx="335989" cy="19697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lnSpc>
                  <a:spcPct val="80000"/>
                </a:lnSpc>
                <a:defRPr/>
              </a:pPr>
              <a:r>
                <a:rPr lang="en-US" sz="800" dirty="0">
                  <a:solidFill>
                    <a:prstClr val="white"/>
                  </a:solidFill>
                  <a:latin typeface="Poppins Medium" pitchFamily="2" charset="77"/>
                  <a:cs typeface="Poppins Medium" pitchFamily="2" charset="77"/>
                </a:rPr>
                <a:t>23°</a:t>
              </a:r>
              <a:endParaRPr kumimoji="0" lang="en-US" sz="8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endParaRPr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1D9EE5DA-B104-3AB1-F8C4-8F6E1014153D}"/>
                </a:ext>
              </a:extLst>
            </p:cNvPr>
            <p:cNvSpPr/>
            <p:nvPr/>
          </p:nvSpPr>
          <p:spPr>
            <a:xfrm>
              <a:off x="5039289" y="1549662"/>
              <a:ext cx="84700" cy="84700"/>
            </a:xfrm>
            <a:prstGeom prst="ellipse">
              <a:avLst/>
            </a:prstGeom>
            <a:solidFill>
              <a:srgbClr val="FFD50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algn="l" rotWithShape="0">
                <a:srgbClr val="FFD500"/>
              </a:outerShdw>
            </a:effectLst>
          </p:spPr>
          <p:txBody>
            <a:bodyPr rtlCol="0" anchor="ctr"/>
            <a:lstStyle/>
            <a:p>
              <a:pPr algn="ctr"/>
              <a:endParaRPr lang="en-LT" kern="0">
                <a:solidFill>
                  <a:prstClr val="white"/>
                </a:solidFill>
                <a:latin typeface="Montserrat" panose="00000500000000000000" pitchFamily="2" charset="0"/>
              </a:endParaRPr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39BCFD8B-7227-7744-3410-65CA1204158F}"/>
              </a:ext>
            </a:extLst>
          </p:cNvPr>
          <p:cNvGrpSpPr/>
          <p:nvPr/>
        </p:nvGrpSpPr>
        <p:grpSpPr>
          <a:xfrm>
            <a:off x="6729577" y="8621651"/>
            <a:ext cx="1693434" cy="1692000"/>
            <a:chOff x="965828" y="3547990"/>
            <a:chExt cx="1693434" cy="1692000"/>
          </a:xfrm>
        </p:grpSpPr>
        <p:sp useBgFill="1">
          <p:nvSpPr>
            <p:cNvPr id="189" name="Rounded rectangle: Create">
              <a:extLst>
                <a:ext uri="{FF2B5EF4-FFF2-40B4-BE49-F238E27FC236}">
                  <a16:creationId xmlns:a16="http://schemas.microsoft.com/office/drawing/2014/main" id="{D57ECC77-A814-2013-0BBF-D06E6D92B36C}"/>
                </a:ext>
              </a:extLst>
            </p:cNvPr>
            <p:cNvSpPr/>
            <p:nvPr/>
          </p:nvSpPr>
          <p:spPr>
            <a:xfrm>
              <a:off x="965828" y="3547990"/>
              <a:ext cx="1693434" cy="1692000"/>
            </a:xfrm>
            <a:prstGeom prst="roundRect">
              <a:avLst>
                <a:gd name="adj" fmla="val 11145"/>
              </a:avLst>
            </a:prstGeom>
            <a:ln w="6350">
              <a:solidFill>
                <a:schemeClr val="bg1">
                  <a:alpha val="50000"/>
                </a:schemeClr>
              </a:solidFill>
            </a:ln>
            <a:effectLst>
              <a:innerShdw blurRad="190500">
                <a:schemeClr val="bg1">
                  <a:alpha val="50000"/>
                </a:schemeClr>
              </a:innerShdw>
            </a:effectLst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lt-LT" sz="14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endParaRPr>
            </a:p>
          </p:txBody>
        </p:sp>
        <p:sp>
          <p:nvSpPr>
            <p:cNvPr id="190" name="Textbos: Create Your">
              <a:extLst>
                <a:ext uri="{FF2B5EF4-FFF2-40B4-BE49-F238E27FC236}">
                  <a16:creationId xmlns:a16="http://schemas.microsoft.com/office/drawing/2014/main" id="{261EE61D-E449-3887-D75F-DA130B8C2CD0}"/>
                </a:ext>
              </a:extLst>
            </p:cNvPr>
            <p:cNvSpPr txBox="1"/>
            <p:nvPr/>
          </p:nvSpPr>
          <p:spPr>
            <a:xfrm>
              <a:off x="1084395" y="3663106"/>
              <a:ext cx="490324" cy="191797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prstClr val="white"/>
                  </a:solidFill>
                  <a:latin typeface="Poppins" pitchFamily="2" charset="77"/>
                  <a:cs typeface="Poppins" pitchFamily="2" charset="77"/>
                </a:rPr>
                <a:t>Phone Battery</a:t>
              </a:r>
              <a:endParaRPr kumimoji="0" lang="en-US" sz="1000" u="none" strike="noStrike" kern="120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endParaRPr>
            </a:p>
          </p:txBody>
        </p: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B87A7425-0ABF-AC3E-5472-5F15B1BD06A5}"/>
                </a:ext>
              </a:extLst>
            </p:cNvPr>
            <p:cNvGrpSpPr/>
            <p:nvPr/>
          </p:nvGrpSpPr>
          <p:grpSpPr>
            <a:xfrm>
              <a:off x="1349945" y="4027707"/>
              <a:ext cx="925200" cy="926545"/>
              <a:chOff x="5915126" y="935505"/>
              <a:chExt cx="925200" cy="926545"/>
            </a:xfrm>
          </p:grpSpPr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9F19A234-EE36-38CB-9C1D-320FFC247189}"/>
                  </a:ext>
                </a:extLst>
              </p:cNvPr>
              <p:cNvSpPr/>
              <p:nvPr/>
            </p:nvSpPr>
            <p:spPr>
              <a:xfrm>
                <a:off x="5920414" y="936850"/>
                <a:ext cx="919912" cy="925200"/>
              </a:xfrm>
              <a:prstGeom prst="ellipse">
                <a:avLst/>
              </a:prstGeom>
              <a:solidFill>
                <a:schemeClr val="accent1">
                  <a:alpha val="0"/>
                </a:schemeClr>
              </a:solidFill>
              <a:ln w="88900"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T"/>
              </a:p>
            </p:txBody>
          </p:sp>
          <p:sp>
            <p:nvSpPr>
              <p:cNvPr id="193" name="Arc 192">
                <a:extLst>
                  <a:ext uri="{FF2B5EF4-FFF2-40B4-BE49-F238E27FC236}">
                    <a16:creationId xmlns:a16="http://schemas.microsoft.com/office/drawing/2014/main" id="{819C889A-314B-228B-B399-260E714F66EF}"/>
                  </a:ext>
                </a:extLst>
              </p:cNvPr>
              <p:cNvSpPr/>
              <p:nvPr/>
            </p:nvSpPr>
            <p:spPr>
              <a:xfrm>
                <a:off x="5915126" y="935505"/>
                <a:ext cx="925200" cy="925200"/>
              </a:xfrm>
              <a:prstGeom prst="arc">
                <a:avLst>
                  <a:gd name="adj1" fmla="val 16200000"/>
                  <a:gd name="adj2" fmla="val 10469405"/>
                </a:avLst>
              </a:prstGeom>
              <a:solidFill>
                <a:schemeClr val="accent1">
                  <a:alpha val="0"/>
                </a:schemeClr>
              </a:solidFill>
              <a:ln w="88900" cap="rnd">
                <a:solidFill>
                  <a:schemeClr val="bg1"/>
                </a:solidFill>
                <a:round/>
              </a:ln>
              <a:effectLst>
                <a:outerShdw blurRad="435794" algn="ctr" rotWithShape="0">
                  <a:schemeClr val="bg1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T">
                  <a:solidFill>
                    <a:schemeClr val="lt1"/>
                  </a:solidFill>
                </a:endParaRPr>
              </a:p>
            </p:txBody>
          </p:sp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7F5E4D7E-3744-E022-8422-5806A4E1FFEB}"/>
                  </a:ext>
                </a:extLst>
              </p:cNvPr>
              <p:cNvSpPr txBox="1"/>
              <p:nvPr/>
            </p:nvSpPr>
            <p:spPr>
              <a:xfrm>
                <a:off x="6101629" y="1214784"/>
                <a:ext cx="644728" cy="36933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LT">
                    <a:solidFill>
                      <a:schemeClr val="bg1"/>
                    </a:solidFill>
                    <a:latin typeface="Poppins Medium" pitchFamily="2" charset="77"/>
                    <a:cs typeface="Poppins Medium" pitchFamily="2" charset="77"/>
                  </a:rPr>
                  <a:t>75%</a:t>
                </a:r>
              </a:p>
            </p:txBody>
          </p:sp>
        </p:grpSp>
      </p:grp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" name="Slide Zoom 1">
                <a:extLst>
                  <a:ext uri="{FF2B5EF4-FFF2-40B4-BE49-F238E27FC236}">
                    <a16:creationId xmlns:a16="http://schemas.microsoft.com/office/drawing/2014/main" id="{2F78C9D5-8601-300C-840F-754855C8229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4789646"/>
                  </p:ext>
                </p:extLst>
              </p:nvPr>
            </p:nvGraphicFramePr>
            <p:xfrm>
              <a:off x="3884788" y="11306470"/>
              <a:ext cx="496407" cy="281297"/>
            </p:xfrm>
            <a:graphic>
              <a:graphicData uri="http://schemas.microsoft.com/office/powerpoint/2016/slidezoom">
                <pslz:sldZm>
                  <pslz:sldZmObj sldId="268" cId="3263617232">
                    <pslz:zmPr id="{ECFAF84B-20AD-484C-8EFA-7522252502B9}" transitionDur="15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96407" cy="281297"/>
                        </a:xfrm>
                        <a:prstGeom prst="roundRect">
                          <a:avLst>
                            <a:gd name="adj" fmla="val 8594"/>
                          </a:avLst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>
                          <a:noFill/>
                        </a:ln>
                        <a:effectLst/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" name="Slide Zoom 1">
                <a:extLst>
                  <a:ext uri="{FF2B5EF4-FFF2-40B4-BE49-F238E27FC236}">
                    <a16:creationId xmlns:a16="http://schemas.microsoft.com/office/drawing/2014/main" id="{2F78C9D5-8601-300C-840F-754855C8229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84788" y="11306470"/>
                <a:ext cx="496407" cy="281297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/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21C32F64-DF4D-0FD6-0A96-58A84E7AE126}"/>
              </a:ext>
            </a:extLst>
          </p:cNvPr>
          <p:cNvGrpSpPr/>
          <p:nvPr/>
        </p:nvGrpSpPr>
        <p:grpSpPr>
          <a:xfrm>
            <a:off x="9517335" y="2714029"/>
            <a:ext cx="1692000" cy="1692000"/>
            <a:chOff x="9517335" y="2855033"/>
            <a:chExt cx="1692000" cy="1692000"/>
          </a:xfrm>
        </p:grpSpPr>
        <p:sp useBgFill="1">
          <p:nvSpPr>
            <p:cNvPr id="9" name="Rounded rectangle: Create">
              <a:extLst>
                <a:ext uri="{FF2B5EF4-FFF2-40B4-BE49-F238E27FC236}">
                  <a16:creationId xmlns:a16="http://schemas.microsoft.com/office/drawing/2014/main" id="{B9E242DF-5EF6-DDB6-E431-55F4F7C934E1}"/>
                </a:ext>
              </a:extLst>
            </p:cNvPr>
            <p:cNvSpPr/>
            <p:nvPr/>
          </p:nvSpPr>
          <p:spPr>
            <a:xfrm>
              <a:off x="9517335" y="2855033"/>
              <a:ext cx="1692000" cy="1692000"/>
            </a:xfrm>
            <a:prstGeom prst="roundRect">
              <a:avLst>
                <a:gd name="adj" fmla="val 11145"/>
              </a:avLst>
            </a:prstGeom>
            <a:ln w="6350">
              <a:solidFill>
                <a:schemeClr val="bg1">
                  <a:alpha val="50000"/>
                </a:schemeClr>
              </a:solidFill>
            </a:ln>
            <a:effectLst>
              <a:innerShdw blurRad="190500">
                <a:schemeClr val="bg1">
                  <a:alpha val="50000"/>
                </a:schemeClr>
              </a:innerShdw>
            </a:effectLst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lt-LT" sz="14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endParaRPr>
            </a:p>
          </p:txBody>
        </p:sp>
        <p:sp>
          <p:nvSpPr>
            <p:cNvPr id="10" name="Textbos: Create Your">
              <a:extLst>
                <a:ext uri="{FF2B5EF4-FFF2-40B4-BE49-F238E27FC236}">
                  <a16:creationId xmlns:a16="http://schemas.microsoft.com/office/drawing/2014/main" id="{7E5E4F20-EE3C-990C-A68E-39D0A314DFD9}"/>
                </a:ext>
              </a:extLst>
            </p:cNvPr>
            <p:cNvSpPr txBox="1"/>
            <p:nvPr/>
          </p:nvSpPr>
          <p:spPr>
            <a:xfrm>
              <a:off x="9666979" y="2970149"/>
              <a:ext cx="490324" cy="191797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u="none" strike="noStrike" kern="120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 pitchFamily="2" charset="77"/>
                  <a:cs typeface="Poppins" pitchFamily="2" charset="77"/>
                </a:rPr>
                <a:t>Tuesday</a:t>
              </a:r>
            </a:p>
          </p:txBody>
        </p:sp>
        <p:sp>
          <p:nvSpPr>
            <p:cNvPr id="11" name="Textbos: Create Your">
              <a:extLst>
                <a:ext uri="{FF2B5EF4-FFF2-40B4-BE49-F238E27FC236}">
                  <a16:creationId xmlns:a16="http://schemas.microsoft.com/office/drawing/2014/main" id="{32A92095-C741-D89D-0BA4-DEA9CBB34B7D}"/>
                </a:ext>
              </a:extLst>
            </p:cNvPr>
            <p:cNvSpPr txBox="1"/>
            <p:nvPr/>
          </p:nvSpPr>
          <p:spPr>
            <a:xfrm>
              <a:off x="9659441" y="3178156"/>
              <a:ext cx="497862" cy="360739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200" dirty="0">
                  <a:solidFill>
                    <a:prstClr val="white"/>
                  </a:solidFill>
                  <a:latin typeface="Poppins Medium" pitchFamily="2" charset="77"/>
                  <a:cs typeface="Poppins Medium" pitchFamily="2" charset="77"/>
                </a:rPr>
                <a:t>26</a:t>
              </a:r>
              <a:endPara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F55A29A5-B72D-8730-3F93-5646B854C68F}"/>
                </a:ext>
              </a:extLst>
            </p:cNvPr>
            <p:cNvSpPr/>
            <p:nvPr/>
          </p:nvSpPr>
          <p:spPr>
            <a:xfrm>
              <a:off x="9735336" y="3640807"/>
              <a:ext cx="1304104" cy="326705"/>
            </a:xfrm>
            <a:prstGeom prst="roundRect">
              <a:avLst>
                <a:gd name="adj" fmla="val 9184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sp>
          <p:nvSpPr>
            <p:cNvPr id="13" name="Textbos: Create Your">
              <a:extLst>
                <a:ext uri="{FF2B5EF4-FFF2-40B4-BE49-F238E27FC236}">
                  <a16:creationId xmlns:a16="http://schemas.microsoft.com/office/drawing/2014/main" id="{1D943571-3BCE-5C06-9288-8A67935274C0}"/>
                </a:ext>
              </a:extLst>
            </p:cNvPr>
            <p:cNvSpPr txBox="1"/>
            <p:nvPr/>
          </p:nvSpPr>
          <p:spPr>
            <a:xfrm>
              <a:off x="9784920" y="3657017"/>
              <a:ext cx="335989" cy="196977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Medium" pitchFamily="2" charset="77"/>
                  <a:cs typeface="Poppins Medium" pitchFamily="2" charset="77"/>
                </a:rPr>
                <a:t>Gym</a:t>
              </a:r>
            </a:p>
          </p:txBody>
        </p:sp>
        <p:sp>
          <p:nvSpPr>
            <p:cNvPr id="14" name="Textbos: Create Your">
              <a:extLst>
                <a:ext uri="{FF2B5EF4-FFF2-40B4-BE49-F238E27FC236}">
                  <a16:creationId xmlns:a16="http://schemas.microsoft.com/office/drawing/2014/main" id="{5272D563-2A28-AFDB-956D-750DF60E8847}"/>
                </a:ext>
              </a:extLst>
            </p:cNvPr>
            <p:cNvSpPr txBox="1"/>
            <p:nvPr/>
          </p:nvSpPr>
          <p:spPr>
            <a:xfrm>
              <a:off x="9784920" y="3798023"/>
              <a:ext cx="514308" cy="13943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700" dirty="0">
                  <a:solidFill>
                    <a:prstClr val="white"/>
                  </a:solidFill>
                  <a:latin typeface="Poppins Light" pitchFamily="2" charset="77"/>
                  <a:cs typeface="Poppins Light" pitchFamily="2" charset="77"/>
                </a:rPr>
                <a:t>10</a:t>
              </a:r>
              <a:r>
                <a:rPr kumimoji="0" lang="en-US" sz="7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Light" pitchFamily="2" charset="77"/>
                  <a:cs typeface="Poppins Light" pitchFamily="2" charset="77"/>
                </a:rPr>
                <a:t>:00 -11:00</a:t>
              </a: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6085B946-715B-C693-DE49-4E268565C8AA}"/>
                </a:ext>
              </a:extLst>
            </p:cNvPr>
            <p:cNvSpPr/>
            <p:nvPr/>
          </p:nvSpPr>
          <p:spPr>
            <a:xfrm>
              <a:off x="9682854" y="4022220"/>
              <a:ext cx="52482" cy="326705"/>
            </a:xfrm>
            <a:prstGeom prst="roundRect">
              <a:avLst>
                <a:gd name="adj" fmla="val 50000"/>
              </a:avLst>
            </a:prstGeom>
            <a:solidFill>
              <a:srgbClr val="FF0073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40228" algn="l" rotWithShape="0">
                <a:srgbClr val="FF0073">
                  <a:alpha val="70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LT" kern="0">
                <a:solidFill>
                  <a:prstClr val="white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98CB7380-EA60-6572-7C2F-C582F11CE7B4}"/>
                </a:ext>
              </a:extLst>
            </p:cNvPr>
            <p:cNvSpPr/>
            <p:nvPr/>
          </p:nvSpPr>
          <p:spPr>
            <a:xfrm>
              <a:off x="9735336" y="4022220"/>
              <a:ext cx="1304104" cy="326705"/>
            </a:xfrm>
            <a:prstGeom prst="roundRect">
              <a:avLst>
                <a:gd name="adj" fmla="val 9184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sp>
          <p:nvSpPr>
            <p:cNvPr id="17" name="Textbos: Create Your">
              <a:extLst>
                <a:ext uri="{FF2B5EF4-FFF2-40B4-BE49-F238E27FC236}">
                  <a16:creationId xmlns:a16="http://schemas.microsoft.com/office/drawing/2014/main" id="{8D626FF9-FB31-0727-4744-5AF5A304B502}"/>
                </a:ext>
              </a:extLst>
            </p:cNvPr>
            <p:cNvSpPr txBox="1"/>
            <p:nvPr/>
          </p:nvSpPr>
          <p:spPr>
            <a:xfrm>
              <a:off x="9784920" y="4038430"/>
              <a:ext cx="335989" cy="196977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Medium" pitchFamily="2" charset="77"/>
                  <a:cs typeface="Poppins Medium" pitchFamily="2" charset="77"/>
                </a:rPr>
                <a:t>Meeting</a:t>
              </a:r>
            </a:p>
          </p:txBody>
        </p:sp>
        <p:sp>
          <p:nvSpPr>
            <p:cNvPr id="18" name="Textbos: Create Your">
              <a:extLst>
                <a:ext uri="{FF2B5EF4-FFF2-40B4-BE49-F238E27FC236}">
                  <a16:creationId xmlns:a16="http://schemas.microsoft.com/office/drawing/2014/main" id="{2932AEEC-8240-84C5-C040-E9F7B02F5450}"/>
                </a:ext>
              </a:extLst>
            </p:cNvPr>
            <p:cNvSpPr txBox="1"/>
            <p:nvPr/>
          </p:nvSpPr>
          <p:spPr>
            <a:xfrm>
              <a:off x="9784920" y="4179436"/>
              <a:ext cx="514308" cy="13943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700" dirty="0">
                  <a:solidFill>
                    <a:prstClr val="white"/>
                  </a:solidFill>
                  <a:latin typeface="Poppins Light" pitchFamily="2" charset="77"/>
                  <a:cs typeface="Poppins Light" pitchFamily="2" charset="77"/>
                </a:rPr>
                <a:t>12</a:t>
              </a:r>
              <a:r>
                <a:rPr kumimoji="0" lang="en-US" sz="7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Light" pitchFamily="2" charset="77"/>
                  <a:cs typeface="Poppins Light" pitchFamily="2" charset="77"/>
                </a:rPr>
                <a:t>:00 -13:00</a:t>
              </a: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F49C8C3A-A72B-72DF-3CCF-707A06A6F15D}"/>
                </a:ext>
              </a:extLst>
            </p:cNvPr>
            <p:cNvSpPr/>
            <p:nvPr/>
          </p:nvSpPr>
          <p:spPr>
            <a:xfrm>
              <a:off x="9682854" y="3640807"/>
              <a:ext cx="52482" cy="326705"/>
            </a:xfrm>
            <a:prstGeom prst="roundRect">
              <a:avLst>
                <a:gd name="adj" fmla="val 50000"/>
              </a:avLst>
            </a:prstGeom>
            <a:solidFill>
              <a:srgbClr val="00FFEC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40228" algn="l" rotWithShape="0">
                <a:srgbClr val="00FFEC">
                  <a:alpha val="70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LT" kern="0">
                <a:solidFill>
                  <a:prstClr val="white"/>
                </a:solidFill>
                <a:latin typeface="Montserrat" panose="00000500000000000000" pitchFamily="2" charset="0"/>
              </a:endParaRPr>
            </a:p>
          </p:txBody>
        </p:sp>
      </p:grpSp>
      <p:pic>
        <p:nvPicPr>
          <p:cNvPr id="6" name="!!photo">
            <a:extLst>
              <a:ext uri="{FF2B5EF4-FFF2-40B4-BE49-F238E27FC236}">
                <a16:creationId xmlns:a16="http://schemas.microsoft.com/office/drawing/2014/main" id="{EC351FA4-7CCE-2C30-AD3B-69DDE21F53C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contrast="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89938" y="1254550"/>
            <a:ext cx="4359840" cy="560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7546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48AF91-B8AA-E7AE-92AF-C2B40DE4C10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556" b="555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89" name="Group 88">
            <a:extLst>
              <a:ext uri="{FF2B5EF4-FFF2-40B4-BE49-F238E27FC236}">
                <a16:creationId xmlns:a16="http://schemas.microsoft.com/office/drawing/2014/main" id="{9B0463C5-B66E-DAD8-CAC5-2C12792C41BF}"/>
              </a:ext>
            </a:extLst>
          </p:cNvPr>
          <p:cNvGrpSpPr/>
          <p:nvPr/>
        </p:nvGrpSpPr>
        <p:grpSpPr>
          <a:xfrm>
            <a:off x="10109005" y="928516"/>
            <a:ext cx="1692000" cy="1692000"/>
            <a:chOff x="9517335" y="2855033"/>
            <a:chExt cx="1692000" cy="1692000"/>
          </a:xfrm>
        </p:grpSpPr>
        <p:sp useBgFill="1">
          <p:nvSpPr>
            <p:cNvPr id="90" name="Rounded rectangle: Create">
              <a:extLst>
                <a:ext uri="{FF2B5EF4-FFF2-40B4-BE49-F238E27FC236}">
                  <a16:creationId xmlns:a16="http://schemas.microsoft.com/office/drawing/2014/main" id="{3B4C712A-9E0E-B6C6-86C0-75CDCADDEBC5}"/>
                </a:ext>
              </a:extLst>
            </p:cNvPr>
            <p:cNvSpPr/>
            <p:nvPr/>
          </p:nvSpPr>
          <p:spPr>
            <a:xfrm>
              <a:off x="9517335" y="2855033"/>
              <a:ext cx="1692000" cy="1692000"/>
            </a:xfrm>
            <a:prstGeom prst="roundRect">
              <a:avLst>
                <a:gd name="adj" fmla="val 11145"/>
              </a:avLst>
            </a:prstGeom>
            <a:ln w="6350">
              <a:solidFill>
                <a:schemeClr val="bg1">
                  <a:alpha val="50000"/>
                </a:schemeClr>
              </a:solidFill>
            </a:ln>
            <a:effectLst>
              <a:innerShdw blurRad="190500">
                <a:schemeClr val="bg1">
                  <a:alpha val="50000"/>
                </a:schemeClr>
              </a:innerShdw>
            </a:effectLst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lt-LT" sz="14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endParaRPr>
            </a:p>
          </p:txBody>
        </p:sp>
        <p:sp>
          <p:nvSpPr>
            <p:cNvPr id="102" name="Textbos: Create Your">
              <a:extLst>
                <a:ext uri="{FF2B5EF4-FFF2-40B4-BE49-F238E27FC236}">
                  <a16:creationId xmlns:a16="http://schemas.microsoft.com/office/drawing/2014/main" id="{2C2449E3-CD4F-F0A1-9D63-5EDB435A45E0}"/>
                </a:ext>
              </a:extLst>
            </p:cNvPr>
            <p:cNvSpPr txBox="1"/>
            <p:nvPr/>
          </p:nvSpPr>
          <p:spPr>
            <a:xfrm>
              <a:off x="9666979" y="2970149"/>
              <a:ext cx="490324" cy="191797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u="none" strike="noStrike" kern="120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 pitchFamily="2" charset="77"/>
                  <a:cs typeface="Poppins" pitchFamily="2" charset="77"/>
                </a:rPr>
                <a:t>Tuesday</a:t>
              </a:r>
            </a:p>
          </p:txBody>
        </p:sp>
        <p:sp>
          <p:nvSpPr>
            <p:cNvPr id="125" name="Textbos: Create Your">
              <a:extLst>
                <a:ext uri="{FF2B5EF4-FFF2-40B4-BE49-F238E27FC236}">
                  <a16:creationId xmlns:a16="http://schemas.microsoft.com/office/drawing/2014/main" id="{799FF19B-3149-D08A-EACD-E5371AD0BEDF}"/>
                </a:ext>
              </a:extLst>
            </p:cNvPr>
            <p:cNvSpPr txBox="1"/>
            <p:nvPr/>
          </p:nvSpPr>
          <p:spPr>
            <a:xfrm>
              <a:off x="9659441" y="3178156"/>
              <a:ext cx="497862" cy="360739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200" dirty="0">
                  <a:solidFill>
                    <a:prstClr val="white"/>
                  </a:solidFill>
                  <a:latin typeface="Poppins Medium" pitchFamily="2" charset="77"/>
                  <a:cs typeface="Poppins Medium" pitchFamily="2" charset="77"/>
                </a:rPr>
                <a:t>26</a:t>
              </a:r>
              <a:endPara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endParaRPr>
            </a:p>
          </p:txBody>
        </p:sp>
        <p:sp>
          <p:nvSpPr>
            <p:cNvPr id="126" name="Rounded Rectangle 11">
              <a:extLst>
                <a:ext uri="{FF2B5EF4-FFF2-40B4-BE49-F238E27FC236}">
                  <a16:creationId xmlns:a16="http://schemas.microsoft.com/office/drawing/2014/main" id="{450327BB-6888-A15C-BFCA-2434BB34C950}"/>
                </a:ext>
              </a:extLst>
            </p:cNvPr>
            <p:cNvSpPr/>
            <p:nvPr/>
          </p:nvSpPr>
          <p:spPr>
            <a:xfrm>
              <a:off x="9735336" y="3640807"/>
              <a:ext cx="1304104" cy="326705"/>
            </a:xfrm>
            <a:prstGeom prst="roundRect">
              <a:avLst>
                <a:gd name="adj" fmla="val 9184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sp>
          <p:nvSpPr>
            <p:cNvPr id="127" name="Textbos: Create Your">
              <a:extLst>
                <a:ext uri="{FF2B5EF4-FFF2-40B4-BE49-F238E27FC236}">
                  <a16:creationId xmlns:a16="http://schemas.microsoft.com/office/drawing/2014/main" id="{5CD4155C-5D6B-1F02-12F0-2717F5F46954}"/>
                </a:ext>
              </a:extLst>
            </p:cNvPr>
            <p:cNvSpPr txBox="1"/>
            <p:nvPr/>
          </p:nvSpPr>
          <p:spPr>
            <a:xfrm>
              <a:off x="9784920" y="3657017"/>
              <a:ext cx="335989" cy="196977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Medium" pitchFamily="2" charset="77"/>
                  <a:cs typeface="Poppins Medium" pitchFamily="2" charset="77"/>
                </a:rPr>
                <a:t>Gym</a:t>
              </a:r>
            </a:p>
          </p:txBody>
        </p:sp>
        <p:sp>
          <p:nvSpPr>
            <p:cNvPr id="128" name="Textbos: Create Your">
              <a:extLst>
                <a:ext uri="{FF2B5EF4-FFF2-40B4-BE49-F238E27FC236}">
                  <a16:creationId xmlns:a16="http://schemas.microsoft.com/office/drawing/2014/main" id="{7ECE719B-73A9-1395-2486-EA9C8ACBBA95}"/>
                </a:ext>
              </a:extLst>
            </p:cNvPr>
            <p:cNvSpPr txBox="1"/>
            <p:nvPr/>
          </p:nvSpPr>
          <p:spPr>
            <a:xfrm>
              <a:off x="9784920" y="3798023"/>
              <a:ext cx="514308" cy="13943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700" dirty="0">
                  <a:solidFill>
                    <a:prstClr val="white"/>
                  </a:solidFill>
                  <a:latin typeface="Poppins Light" pitchFamily="2" charset="77"/>
                  <a:cs typeface="Poppins Light" pitchFamily="2" charset="77"/>
                </a:rPr>
                <a:t>10</a:t>
              </a:r>
              <a:r>
                <a:rPr kumimoji="0" lang="en-US" sz="7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Light" pitchFamily="2" charset="77"/>
                  <a:cs typeface="Poppins Light" pitchFamily="2" charset="77"/>
                </a:rPr>
                <a:t>:00 -11:00</a:t>
              </a:r>
            </a:p>
          </p:txBody>
        </p:sp>
        <p:sp>
          <p:nvSpPr>
            <p:cNvPr id="129" name="Rounded Rectangle 14">
              <a:extLst>
                <a:ext uri="{FF2B5EF4-FFF2-40B4-BE49-F238E27FC236}">
                  <a16:creationId xmlns:a16="http://schemas.microsoft.com/office/drawing/2014/main" id="{68B425AD-3BEB-6851-A28D-159A9DE2D433}"/>
                </a:ext>
              </a:extLst>
            </p:cNvPr>
            <p:cNvSpPr/>
            <p:nvPr/>
          </p:nvSpPr>
          <p:spPr>
            <a:xfrm>
              <a:off x="9682854" y="4022220"/>
              <a:ext cx="52482" cy="326705"/>
            </a:xfrm>
            <a:prstGeom prst="roundRect">
              <a:avLst>
                <a:gd name="adj" fmla="val 50000"/>
              </a:avLst>
            </a:prstGeom>
            <a:solidFill>
              <a:srgbClr val="FF0073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40228" algn="l" rotWithShape="0">
                <a:srgbClr val="FF0073">
                  <a:alpha val="70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LT" kern="0">
                <a:solidFill>
                  <a:prstClr val="white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30" name="Rounded Rectangle 15">
              <a:extLst>
                <a:ext uri="{FF2B5EF4-FFF2-40B4-BE49-F238E27FC236}">
                  <a16:creationId xmlns:a16="http://schemas.microsoft.com/office/drawing/2014/main" id="{32A34E64-3336-F751-58AD-2AEC70BEB4D4}"/>
                </a:ext>
              </a:extLst>
            </p:cNvPr>
            <p:cNvSpPr/>
            <p:nvPr/>
          </p:nvSpPr>
          <p:spPr>
            <a:xfrm>
              <a:off x="9735336" y="4022220"/>
              <a:ext cx="1304104" cy="326705"/>
            </a:xfrm>
            <a:prstGeom prst="roundRect">
              <a:avLst>
                <a:gd name="adj" fmla="val 9184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sp>
          <p:nvSpPr>
            <p:cNvPr id="131" name="Textbos: Create Your">
              <a:extLst>
                <a:ext uri="{FF2B5EF4-FFF2-40B4-BE49-F238E27FC236}">
                  <a16:creationId xmlns:a16="http://schemas.microsoft.com/office/drawing/2014/main" id="{4F84F151-2334-FE3C-0125-686DE8266BA3}"/>
                </a:ext>
              </a:extLst>
            </p:cNvPr>
            <p:cNvSpPr txBox="1"/>
            <p:nvPr/>
          </p:nvSpPr>
          <p:spPr>
            <a:xfrm>
              <a:off x="9784920" y="4038430"/>
              <a:ext cx="335989" cy="196977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Medium" pitchFamily="2" charset="77"/>
                  <a:cs typeface="Poppins Medium" pitchFamily="2" charset="77"/>
                </a:rPr>
                <a:t>Meeting</a:t>
              </a:r>
            </a:p>
          </p:txBody>
        </p:sp>
        <p:sp>
          <p:nvSpPr>
            <p:cNvPr id="132" name="Textbos: Create Your">
              <a:extLst>
                <a:ext uri="{FF2B5EF4-FFF2-40B4-BE49-F238E27FC236}">
                  <a16:creationId xmlns:a16="http://schemas.microsoft.com/office/drawing/2014/main" id="{5A7B022B-22BA-6DAA-44B4-90A1FFB7EE65}"/>
                </a:ext>
              </a:extLst>
            </p:cNvPr>
            <p:cNvSpPr txBox="1"/>
            <p:nvPr/>
          </p:nvSpPr>
          <p:spPr>
            <a:xfrm>
              <a:off x="9784920" y="4179436"/>
              <a:ext cx="514308" cy="13943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700" dirty="0">
                  <a:solidFill>
                    <a:prstClr val="white"/>
                  </a:solidFill>
                  <a:latin typeface="Poppins Light" pitchFamily="2" charset="77"/>
                  <a:cs typeface="Poppins Light" pitchFamily="2" charset="77"/>
                </a:rPr>
                <a:t>12</a:t>
              </a:r>
              <a:r>
                <a:rPr kumimoji="0" lang="en-US" sz="7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Light" pitchFamily="2" charset="77"/>
                  <a:cs typeface="Poppins Light" pitchFamily="2" charset="77"/>
                </a:rPr>
                <a:t>:00 -13:00</a:t>
              </a:r>
            </a:p>
          </p:txBody>
        </p:sp>
        <p:sp>
          <p:nvSpPr>
            <p:cNvPr id="133" name="Rounded Rectangle 18">
              <a:extLst>
                <a:ext uri="{FF2B5EF4-FFF2-40B4-BE49-F238E27FC236}">
                  <a16:creationId xmlns:a16="http://schemas.microsoft.com/office/drawing/2014/main" id="{C0346BA9-12F8-D5A1-5FC8-AF58708C51FF}"/>
                </a:ext>
              </a:extLst>
            </p:cNvPr>
            <p:cNvSpPr/>
            <p:nvPr/>
          </p:nvSpPr>
          <p:spPr>
            <a:xfrm>
              <a:off x="9682854" y="3640807"/>
              <a:ext cx="52482" cy="326705"/>
            </a:xfrm>
            <a:prstGeom prst="roundRect">
              <a:avLst>
                <a:gd name="adj" fmla="val 50000"/>
              </a:avLst>
            </a:prstGeom>
            <a:solidFill>
              <a:srgbClr val="00FFEC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40228" algn="l" rotWithShape="0">
                <a:srgbClr val="00FFEC">
                  <a:alpha val="70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LT" kern="0">
                <a:solidFill>
                  <a:prstClr val="white"/>
                </a:solidFill>
                <a:latin typeface="Montserrat" panose="00000500000000000000" pitchFamily="2" charset="0"/>
              </a:endParaRPr>
            </a:p>
          </p:txBody>
        </p:sp>
      </p:grpSp>
      <p:grpSp>
        <p:nvGrpSpPr>
          <p:cNvPr id="24" name="GRID 12 X 8" hidden="1">
            <a:extLst>
              <a:ext uri="{FF2B5EF4-FFF2-40B4-BE49-F238E27FC236}">
                <a16:creationId xmlns:a16="http://schemas.microsoft.com/office/drawing/2014/main" id="{5B0AE9A9-58F7-85A6-6D84-729C79BF5A2A}"/>
              </a:ext>
            </a:extLst>
          </p:cNvPr>
          <p:cNvGrpSpPr/>
          <p:nvPr/>
        </p:nvGrpSpPr>
        <p:grpSpPr>
          <a:xfrm>
            <a:off x="0" y="0"/>
            <a:ext cx="12192000" cy="6858001"/>
            <a:chOff x="0" y="0"/>
            <a:chExt cx="12192000" cy="6858001"/>
          </a:xfrm>
        </p:grpSpPr>
        <p:grpSp>
          <p:nvGrpSpPr>
            <p:cNvPr id="25" name="Columns (12)" hidden="1">
              <a:extLst>
                <a:ext uri="{FF2B5EF4-FFF2-40B4-BE49-F238E27FC236}">
                  <a16:creationId xmlns:a16="http://schemas.microsoft.com/office/drawing/2014/main" id="{76930574-ED25-A689-5528-5298FF7D53F0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35" name="Rectangle 34" hidden="1">
                <a:extLst>
                  <a:ext uri="{FF2B5EF4-FFF2-40B4-BE49-F238E27FC236}">
                    <a16:creationId xmlns:a16="http://schemas.microsoft.com/office/drawing/2014/main" id="{A72F3BAA-93C9-1412-485B-8FF5D369E7A2}"/>
                  </a:ext>
                </a:extLst>
              </p:cNvPr>
              <p:cNvSpPr/>
              <p:nvPr/>
            </p:nvSpPr>
            <p:spPr>
              <a:xfrm>
                <a:off x="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Rectangle 35" hidden="1">
                <a:extLst>
                  <a:ext uri="{FF2B5EF4-FFF2-40B4-BE49-F238E27FC236}">
                    <a16:creationId xmlns:a16="http://schemas.microsoft.com/office/drawing/2014/main" id="{ED42C8DC-74CE-EF99-EA96-BAF3B2FC0BC2}"/>
                  </a:ext>
                </a:extLst>
              </p:cNvPr>
              <p:cNvSpPr/>
              <p:nvPr/>
            </p:nvSpPr>
            <p:spPr>
              <a:xfrm>
                <a:off x="1016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Rectangle 36" hidden="1">
                <a:extLst>
                  <a:ext uri="{FF2B5EF4-FFF2-40B4-BE49-F238E27FC236}">
                    <a16:creationId xmlns:a16="http://schemas.microsoft.com/office/drawing/2014/main" id="{ABD6A03E-1891-0206-67EA-7662778E2DC6}"/>
                  </a:ext>
                </a:extLst>
              </p:cNvPr>
              <p:cNvSpPr/>
              <p:nvPr/>
            </p:nvSpPr>
            <p:spPr>
              <a:xfrm>
                <a:off x="2032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" name="Rectangle 37" hidden="1">
                <a:extLst>
                  <a:ext uri="{FF2B5EF4-FFF2-40B4-BE49-F238E27FC236}">
                    <a16:creationId xmlns:a16="http://schemas.microsoft.com/office/drawing/2014/main" id="{845B49CB-F382-7C2D-081C-07B6642C9EEB}"/>
                  </a:ext>
                </a:extLst>
              </p:cNvPr>
              <p:cNvSpPr/>
              <p:nvPr/>
            </p:nvSpPr>
            <p:spPr>
              <a:xfrm>
                <a:off x="3048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Rectangle 38" hidden="1">
                <a:extLst>
                  <a:ext uri="{FF2B5EF4-FFF2-40B4-BE49-F238E27FC236}">
                    <a16:creationId xmlns:a16="http://schemas.microsoft.com/office/drawing/2014/main" id="{61F3924F-095E-F368-DC6E-4AA77AFB6DC4}"/>
                  </a:ext>
                </a:extLst>
              </p:cNvPr>
              <p:cNvSpPr/>
              <p:nvPr/>
            </p:nvSpPr>
            <p:spPr>
              <a:xfrm>
                <a:off x="4064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Rectangle 39" hidden="1">
                <a:extLst>
                  <a:ext uri="{FF2B5EF4-FFF2-40B4-BE49-F238E27FC236}">
                    <a16:creationId xmlns:a16="http://schemas.microsoft.com/office/drawing/2014/main" id="{250475D7-C395-3E0B-74D3-7A96A906AA74}"/>
                  </a:ext>
                </a:extLst>
              </p:cNvPr>
              <p:cNvSpPr/>
              <p:nvPr/>
            </p:nvSpPr>
            <p:spPr>
              <a:xfrm>
                <a:off x="5080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" name="Rectangle 40" hidden="1">
                <a:extLst>
                  <a:ext uri="{FF2B5EF4-FFF2-40B4-BE49-F238E27FC236}">
                    <a16:creationId xmlns:a16="http://schemas.microsoft.com/office/drawing/2014/main" id="{7ABED1B2-0D09-90C2-F3A1-F13390C83934}"/>
                  </a:ext>
                </a:extLst>
              </p:cNvPr>
              <p:cNvSpPr/>
              <p:nvPr/>
            </p:nvSpPr>
            <p:spPr>
              <a:xfrm>
                <a:off x="6096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Rectangle 41" hidden="1">
                <a:extLst>
                  <a:ext uri="{FF2B5EF4-FFF2-40B4-BE49-F238E27FC236}">
                    <a16:creationId xmlns:a16="http://schemas.microsoft.com/office/drawing/2014/main" id="{5C280046-8897-E4C0-FAD3-837DC5CA3B5B}"/>
                  </a:ext>
                </a:extLst>
              </p:cNvPr>
              <p:cNvSpPr/>
              <p:nvPr/>
            </p:nvSpPr>
            <p:spPr>
              <a:xfrm>
                <a:off x="7112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Rectangle 42" hidden="1">
                <a:extLst>
                  <a:ext uri="{FF2B5EF4-FFF2-40B4-BE49-F238E27FC236}">
                    <a16:creationId xmlns:a16="http://schemas.microsoft.com/office/drawing/2014/main" id="{D9CF7652-78BF-1090-A115-D2830588A041}"/>
                  </a:ext>
                </a:extLst>
              </p:cNvPr>
              <p:cNvSpPr/>
              <p:nvPr/>
            </p:nvSpPr>
            <p:spPr>
              <a:xfrm>
                <a:off x="8128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Rectangle 43" hidden="1">
                <a:extLst>
                  <a:ext uri="{FF2B5EF4-FFF2-40B4-BE49-F238E27FC236}">
                    <a16:creationId xmlns:a16="http://schemas.microsoft.com/office/drawing/2014/main" id="{CD13C075-BE55-4CF6-F813-FCF6FE7F408E}"/>
                  </a:ext>
                </a:extLst>
              </p:cNvPr>
              <p:cNvSpPr/>
              <p:nvPr/>
            </p:nvSpPr>
            <p:spPr>
              <a:xfrm>
                <a:off x="9144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Rectangle 44" hidden="1">
                <a:extLst>
                  <a:ext uri="{FF2B5EF4-FFF2-40B4-BE49-F238E27FC236}">
                    <a16:creationId xmlns:a16="http://schemas.microsoft.com/office/drawing/2014/main" id="{D1EFBAF3-2195-6D3F-5411-B2DFEA3FADBE}"/>
                  </a:ext>
                </a:extLst>
              </p:cNvPr>
              <p:cNvSpPr/>
              <p:nvPr/>
            </p:nvSpPr>
            <p:spPr>
              <a:xfrm>
                <a:off x="10160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Rectangle 45" hidden="1">
                <a:extLst>
                  <a:ext uri="{FF2B5EF4-FFF2-40B4-BE49-F238E27FC236}">
                    <a16:creationId xmlns:a16="http://schemas.microsoft.com/office/drawing/2014/main" id="{6F9A4E4E-8201-4CBF-EB15-3607DCAE6301}"/>
                  </a:ext>
                </a:extLst>
              </p:cNvPr>
              <p:cNvSpPr/>
              <p:nvPr/>
            </p:nvSpPr>
            <p:spPr>
              <a:xfrm>
                <a:off x="11176001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Rows (8)" hidden="1">
              <a:extLst>
                <a:ext uri="{FF2B5EF4-FFF2-40B4-BE49-F238E27FC236}">
                  <a16:creationId xmlns:a16="http://schemas.microsoft.com/office/drawing/2014/main" id="{B88EFB03-069C-CC9A-3018-41ACDF7C8F7B}"/>
                </a:ext>
              </a:extLst>
            </p:cNvPr>
            <p:cNvGrpSpPr/>
            <p:nvPr/>
          </p:nvGrpSpPr>
          <p:grpSpPr>
            <a:xfrm>
              <a:off x="1" y="0"/>
              <a:ext cx="12191999" cy="6858001"/>
              <a:chOff x="0" y="-1"/>
              <a:chExt cx="12191999" cy="6858001"/>
            </a:xfrm>
          </p:grpSpPr>
          <p:sp>
            <p:nvSpPr>
              <p:cNvPr id="27" name="Rectangle 26" hidden="1">
                <a:extLst>
                  <a:ext uri="{FF2B5EF4-FFF2-40B4-BE49-F238E27FC236}">
                    <a16:creationId xmlns:a16="http://schemas.microsoft.com/office/drawing/2014/main" id="{32E4D665-3502-4C30-B2FE-B66B01BDB4AE}"/>
                  </a:ext>
                </a:extLst>
              </p:cNvPr>
              <p:cNvSpPr/>
              <p:nvPr/>
            </p:nvSpPr>
            <p:spPr>
              <a:xfrm rot="5400000">
                <a:off x="5667600" y="-5667601"/>
                <a:ext cx="856800" cy="12191999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Rectangle 27" hidden="1">
                <a:extLst>
                  <a:ext uri="{FF2B5EF4-FFF2-40B4-BE49-F238E27FC236}">
                    <a16:creationId xmlns:a16="http://schemas.microsoft.com/office/drawing/2014/main" id="{5BA84914-F361-7C1A-5F7C-A35BD80E5039}"/>
                  </a:ext>
                </a:extLst>
              </p:cNvPr>
              <p:cNvSpPr/>
              <p:nvPr/>
            </p:nvSpPr>
            <p:spPr>
              <a:xfrm rot="5400000">
                <a:off x="5667600" y="-4810287"/>
                <a:ext cx="856800" cy="12191999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Rectangle 28" hidden="1">
                <a:extLst>
                  <a:ext uri="{FF2B5EF4-FFF2-40B4-BE49-F238E27FC236}">
                    <a16:creationId xmlns:a16="http://schemas.microsoft.com/office/drawing/2014/main" id="{D030C77E-3AE5-0159-8997-5EA201B79CFA}"/>
                  </a:ext>
                </a:extLst>
              </p:cNvPr>
              <p:cNvSpPr/>
              <p:nvPr/>
            </p:nvSpPr>
            <p:spPr>
              <a:xfrm rot="5400000">
                <a:off x="5667600" y="-3952973"/>
                <a:ext cx="856800" cy="12191999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Rectangle 29" hidden="1">
                <a:extLst>
                  <a:ext uri="{FF2B5EF4-FFF2-40B4-BE49-F238E27FC236}">
                    <a16:creationId xmlns:a16="http://schemas.microsoft.com/office/drawing/2014/main" id="{215A7484-3A5A-804A-5CDA-B9C0B754706D}"/>
                  </a:ext>
                </a:extLst>
              </p:cNvPr>
              <p:cNvSpPr/>
              <p:nvPr/>
            </p:nvSpPr>
            <p:spPr>
              <a:xfrm rot="5400000">
                <a:off x="5667600" y="-3095659"/>
                <a:ext cx="856800" cy="12191999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Rectangle 30" hidden="1">
                <a:extLst>
                  <a:ext uri="{FF2B5EF4-FFF2-40B4-BE49-F238E27FC236}">
                    <a16:creationId xmlns:a16="http://schemas.microsoft.com/office/drawing/2014/main" id="{127DAE1A-3417-2E1E-60C6-1008E0043707}"/>
                  </a:ext>
                </a:extLst>
              </p:cNvPr>
              <p:cNvSpPr/>
              <p:nvPr/>
            </p:nvSpPr>
            <p:spPr>
              <a:xfrm rot="5400000">
                <a:off x="5667600" y="-2238345"/>
                <a:ext cx="856800" cy="12191999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Rectangle 31" hidden="1">
                <a:extLst>
                  <a:ext uri="{FF2B5EF4-FFF2-40B4-BE49-F238E27FC236}">
                    <a16:creationId xmlns:a16="http://schemas.microsoft.com/office/drawing/2014/main" id="{FA14B071-C3C8-D46F-349A-BE07C8E67079}"/>
                  </a:ext>
                </a:extLst>
              </p:cNvPr>
              <p:cNvSpPr/>
              <p:nvPr/>
            </p:nvSpPr>
            <p:spPr>
              <a:xfrm rot="5400000">
                <a:off x="5667600" y="-1381031"/>
                <a:ext cx="856800" cy="12191999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Rectangle 32" hidden="1">
                <a:extLst>
                  <a:ext uri="{FF2B5EF4-FFF2-40B4-BE49-F238E27FC236}">
                    <a16:creationId xmlns:a16="http://schemas.microsoft.com/office/drawing/2014/main" id="{BCF3DBF0-A040-7140-A5B1-7FFA314F2A73}"/>
                  </a:ext>
                </a:extLst>
              </p:cNvPr>
              <p:cNvSpPr/>
              <p:nvPr/>
            </p:nvSpPr>
            <p:spPr>
              <a:xfrm rot="5400000">
                <a:off x="5667600" y="-523717"/>
                <a:ext cx="856800" cy="12191999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Rectangle 33" hidden="1">
                <a:extLst>
                  <a:ext uri="{FF2B5EF4-FFF2-40B4-BE49-F238E27FC236}">
                    <a16:creationId xmlns:a16="http://schemas.microsoft.com/office/drawing/2014/main" id="{BE21E3C5-FFA4-93B3-11ED-B647C6746C8D}"/>
                  </a:ext>
                </a:extLst>
              </p:cNvPr>
              <p:cNvSpPr/>
              <p:nvPr/>
            </p:nvSpPr>
            <p:spPr>
              <a:xfrm rot="5400000">
                <a:off x="5667600" y="333600"/>
                <a:ext cx="856800" cy="12191999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9" name="Freeform: Shape 24">
            <a:extLst>
              <a:ext uri="{FF2B5EF4-FFF2-40B4-BE49-F238E27FC236}">
                <a16:creationId xmlns:a16="http://schemas.microsoft.com/office/drawing/2014/main" id="{3932172C-66E9-58B8-97EF-9F6EFF910C42}"/>
              </a:ext>
            </a:extLst>
          </p:cNvPr>
          <p:cNvSpPr/>
          <p:nvPr/>
        </p:nvSpPr>
        <p:spPr>
          <a:xfrm>
            <a:off x="241341" y="6287824"/>
            <a:ext cx="535796" cy="283550"/>
          </a:xfrm>
          <a:custGeom>
            <a:avLst/>
            <a:gdLst>
              <a:gd name="connsiteX0" fmla="*/ 716681 w 3504456"/>
              <a:gd name="connsiteY0" fmla="*/ 1181130 h 1935583"/>
              <a:gd name="connsiteX1" fmla="*/ 972261 w 3504456"/>
              <a:gd name="connsiteY1" fmla="*/ 1244001 h 1935583"/>
              <a:gd name="connsiteX2" fmla="*/ 851703 w 3504456"/>
              <a:gd name="connsiteY2" fmla="*/ 1420246 h 1935583"/>
              <a:gd name="connsiteX3" fmla="*/ 664842 w 3504456"/>
              <a:gd name="connsiteY3" fmla="*/ 1366651 h 1935583"/>
              <a:gd name="connsiteX4" fmla="*/ 558764 w 3504456"/>
              <a:gd name="connsiteY4" fmla="*/ 1412001 h 1935583"/>
              <a:gd name="connsiteX5" fmla="*/ 882933 w 3504456"/>
              <a:gd name="connsiteY5" fmla="*/ 1692344 h 1935583"/>
              <a:gd name="connsiteX6" fmla="*/ 481241 w 3504456"/>
              <a:gd name="connsiteY6" fmla="*/ 1935583 h 1935583"/>
              <a:gd name="connsiteX7" fmla="*/ 186390 w 3504456"/>
              <a:gd name="connsiteY7" fmla="*/ 1861375 h 1935583"/>
              <a:gd name="connsiteX8" fmla="*/ 312384 w 3504456"/>
              <a:gd name="connsiteY8" fmla="*/ 1684099 h 1935583"/>
              <a:gd name="connsiteX9" fmla="*/ 533079 w 3504456"/>
              <a:gd name="connsiteY9" fmla="*/ 1750062 h 1935583"/>
              <a:gd name="connsiteX10" fmla="*/ 637500 w 3504456"/>
              <a:gd name="connsiteY10" fmla="*/ 1710896 h 1935583"/>
              <a:gd name="connsiteX11" fmla="*/ 314989 w 3504456"/>
              <a:gd name="connsiteY11" fmla="*/ 1424369 h 1935583"/>
              <a:gd name="connsiteX12" fmla="*/ 716681 w 3504456"/>
              <a:gd name="connsiteY12" fmla="*/ 1181130 h 1935583"/>
              <a:gd name="connsiteX13" fmla="*/ 2892390 w 3504456"/>
              <a:gd name="connsiteY13" fmla="*/ 1181094 h 1935583"/>
              <a:gd name="connsiteX14" fmla="*/ 3147077 w 3504456"/>
              <a:gd name="connsiteY14" fmla="*/ 1181094 h 1935583"/>
              <a:gd name="connsiteX15" fmla="*/ 2997578 w 3504456"/>
              <a:gd name="connsiteY15" fmla="*/ 1738313 h 1935583"/>
              <a:gd name="connsiteX16" fmla="*/ 3338600 w 3504456"/>
              <a:gd name="connsiteY16" fmla="*/ 1738313 h 1935583"/>
              <a:gd name="connsiteX17" fmla="*/ 3285683 w 3504456"/>
              <a:gd name="connsiteY17" fmla="*/ 1935548 h 1935583"/>
              <a:gd name="connsiteX18" fmla="*/ 2689974 w 3504456"/>
              <a:gd name="connsiteY18" fmla="*/ 1935548 h 1935583"/>
              <a:gd name="connsiteX19" fmla="*/ 2226335 w 3504456"/>
              <a:gd name="connsiteY19" fmla="*/ 1181094 h 1935583"/>
              <a:gd name="connsiteX20" fmla="*/ 2481022 w 3504456"/>
              <a:gd name="connsiteY20" fmla="*/ 1181094 h 1935583"/>
              <a:gd name="connsiteX21" fmla="*/ 2331523 w 3504456"/>
              <a:gd name="connsiteY21" fmla="*/ 1738313 h 1935583"/>
              <a:gd name="connsiteX22" fmla="*/ 2672545 w 3504456"/>
              <a:gd name="connsiteY22" fmla="*/ 1738313 h 1935583"/>
              <a:gd name="connsiteX23" fmla="*/ 2619628 w 3504456"/>
              <a:gd name="connsiteY23" fmla="*/ 1935548 h 1935583"/>
              <a:gd name="connsiteX24" fmla="*/ 2023919 w 3504456"/>
              <a:gd name="connsiteY24" fmla="*/ 1935548 h 1935583"/>
              <a:gd name="connsiteX25" fmla="*/ 1901575 w 3504456"/>
              <a:gd name="connsiteY25" fmla="*/ 1181094 h 1935583"/>
              <a:gd name="connsiteX26" fmla="*/ 2156262 w 3504456"/>
              <a:gd name="connsiteY26" fmla="*/ 1181094 h 1935583"/>
              <a:gd name="connsiteX27" fmla="*/ 1953846 w 3504456"/>
              <a:gd name="connsiteY27" fmla="*/ 1935548 h 1935583"/>
              <a:gd name="connsiteX28" fmla="*/ 1699159 w 3504456"/>
              <a:gd name="connsiteY28" fmla="*/ 1935548 h 1935583"/>
              <a:gd name="connsiteX29" fmla="*/ 1075801 w 3504456"/>
              <a:gd name="connsiteY29" fmla="*/ 1181094 h 1935583"/>
              <a:gd name="connsiteX30" fmla="*/ 1326172 w 3504456"/>
              <a:gd name="connsiteY30" fmla="*/ 1181094 h 1935583"/>
              <a:gd name="connsiteX31" fmla="*/ 1252724 w 3504456"/>
              <a:gd name="connsiteY31" fmla="*/ 1454853 h 1935583"/>
              <a:gd name="connsiteX32" fmla="*/ 1574383 w 3504456"/>
              <a:gd name="connsiteY32" fmla="*/ 1181094 h 1935583"/>
              <a:gd name="connsiteX33" fmla="*/ 1851733 w 3504456"/>
              <a:gd name="connsiteY33" fmla="*/ 1181094 h 1935583"/>
              <a:gd name="connsiteX34" fmla="*/ 1460499 w 3504456"/>
              <a:gd name="connsiteY34" fmla="*/ 1513054 h 1935583"/>
              <a:gd name="connsiteX35" fmla="*/ 1664426 w 3504456"/>
              <a:gd name="connsiteY35" fmla="*/ 1935548 h 1935583"/>
              <a:gd name="connsiteX36" fmla="*/ 1369809 w 3504456"/>
              <a:gd name="connsiteY36" fmla="*/ 1935548 h 1935583"/>
              <a:gd name="connsiteX37" fmla="*/ 1248039 w 3504456"/>
              <a:gd name="connsiteY37" fmla="*/ 1685500 h 1935583"/>
              <a:gd name="connsiteX38" fmla="*/ 1173781 w 3504456"/>
              <a:gd name="connsiteY38" fmla="*/ 1749091 h 1935583"/>
              <a:gd name="connsiteX39" fmla="*/ 1123756 w 3504456"/>
              <a:gd name="connsiteY39" fmla="*/ 1935548 h 1935583"/>
              <a:gd name="connsiteX40" fmla="*/ 873386 w 3504456"/>
              <a:gd name="connsiteY40" fmla="*/ 1935548 h 1935583"/>
              <a:gd name="connsiteX41" fmla="*/ 586939 w 3504456"/>
              <a:gd name="connsiteY41" fmla="*/ 283538 h 1935583"/>
              <a:gd name="connsiteX42" fmla="*/ 353650 w 3504456"/>
              <a:gd name="connsiteY42" fmla="*/ 543239 h 1935583"/>
              <a:gd name="connsiteX43" fmla="*/ 586939 w 3504456"/>
              <a:gd name="connsiteY43" fmla="*/ 802941 h 1935583"/>
              <a:gd name="connsiteX44" fmla="*/ 820229 w 3504456"/>
              <a:gd name="connsiteY44" fmla="*/ 543239 h 1935583"/>
              <a:gd name="connsiteX45" fmla="*/ 586939 w 3504456"/>
              <a:gd name="connsiteY45" fmla="*/ 283538 h 1935583"/>
              <a:gd name="connsiteX46" fmla="*/ 553842 w 3504456"/>
              <a:gd name="connsiteY46" fmla="*/ 0 h 1935583"/>
              <a:gd name="connsiteX47" fmla="*/ 1535158 w 3504456"/>
              <a:gd name="connsiteY47" fmla="*/ 0 h 1935583"/>
              <a:gd name="connsiteX48" fmla="*/ 1533433 w 3504456"/>
              <a:gd name="connsiteY48" fmla="*/ 6431 h 1935583"/>
              <a:gd name="connsiteX49" fmla="*/ 1941460 w 3504456"/>
              <a:gd name="connsiteY49" fmla="*/ 493594 h 1935583"/>
              <a:gd name="connsiteX50" fmla="*/ 1941460 w 3504456"/>
              <a:gd name="connsiteY50" fmla="*/ 106 h 1935583"/>
              <a:gd name="connsiteX51" fmla="*/ 2210076 w 3504456"/>
              <a:gd name="connsiteY51" fmla="*/ 106 h 1935583"/>
              <a:gd name="connsiteX52" fmla="*/ 2210091 w 3504456"/>
              <a:gd name="connsiteY52" fmla="*/ 49 h 1935583"/>
              <a:gd name="connsiteX53" fmla="*/ 3504456 w 3504456"/>
              <a:gd name="connsiteY53" fmla="*/ 49 h 1935583"/>
              <a:gd name="connsiteX54" fmla="*/ 3417303 w 3504456"/>
              <a:gd name="connsiteY54" fmla="*/ 324890 h 1935583"/>
              <a:gd name="connsiteX55" fmla="*/ 2298845 w 3504456"/>
              <a:gd name="connsiteY55" fmla="*/ 324890 h 1935583"/>
              <a:gd name="connsiteX56" fmla="*/ 2298845 w 3504456"/>
              <a:gd name="connsiteY56" fmla="*/ 396167 h 1935583"/>
              <a:gd name="connsiteX57" fmla="*/ 3285824 w 3504456"/>
              <a:gd name="connsiteY57" fmla="*/ 396167 h 1935583"/>
              <a:gd name="connsiteX58" fmla="*/ 3211390 w 3504456"/>
              <a:gd name="connsiteY58" fmla="*/ 673600 h 1935583"/>
              <a:gd name="connsiteX59" fmla="*/ 2298845 w 3504456"/>
              <a:gd name="connsiteY59" fmla="*/ 673600 h 1935583"/>
              <a:gd name="connsiteX60" fmla="*/ 2298845 w 3504456"/>
              <a:gd name="connsiteY60" fmla="*/ 744920 h 1935583"/>
              <a:gd name="connsiteX61" fmla="*/ 3304619 w 3504456"/>
              <a:gd name="connsiteY61" fmla="*/ 744920 h 1935583"/>
              <a:gd name="connsiteX62" fmla="*/ 3213022 w 3504456"/>
              <a:gd name="connsiteY62" fmla="*/ 1086327 h 1935583"/>
              <a:gd name="connsiteX63" fmla="*/ 2298845 w 3504456"/>
              <a:gd name="connsiteY63" fmla="*/ 1086327 h 1935583"/>
              <a:gd name="connsiteX64" fmla="*/ 2298845 w 3504456"/>
              <a:gd name="connsiteY64" fmla="*/ 1086401 h 1935583"/>
              <a:gd name="connsiteX65" fmla="*/ 1997399 w 3504456"/>
              <a:gd name="connsiteY65" fmla="*/ 1086401 h 1935583"/>
              <a:gd name="connsiteX66" fmla="*/ 1584075 w 3504456"/>
              <a:gd name="connsiteY66" fmla="*/ 592913 h 1935583"/>
              <a:gd name="connsiteX67" fmla="*/ 1584075 w 3504456"/>
              <a:gd name="connsiteY67" fmla="*/ 1086401 h 1935583"/>
              <a:gd name="connsiteX68" fmla="*/ 1226689 w 3504456"/>
              <a:gd name="connsiteY68" fmla="*/ 1086401 h 1935583"/>
              <a:gd name="connsiteX69" fmla="*/ 1226689 w 3504456"/>
              <a:gd name="connsiteY69" fmla="*/ 280176 h 1935583"/>
              <a:gd name="connsiteX70" fmla="*/ 1104100 w 3504456"/>
              <a:gd name="connsiteY70" fmla="*/ 280176 h 1935583"/>
              <a:gd name="connsiteX71" fmla="*/ 1129811 w 3504456"/>
              <a:gd name="connsiteY71" fmla="*/ 325646 h 1935583"/>
              <a:gd name="connsiteX72" fmla="*/ 1173878 w 3504456"/>
              <a:gd name="connsiteY72" fmla="*/ 543239 h 1935583"/>
              <a:gd name="connsiteX73" fmla="*/ 586939 w 3504456"/>
              <a:gd name="connsiteY73" fmla="*/ 1086387 h 1935583"/>
              <a:gd name="connsiteX74" fmla="*/ 0 w 3504456"/>
              <a:gd name="connsiteY74" fmla="*/ 543239 h 1935583"/>
              <a:gd name="connsiteX75" fmla="*/ 464449 w 3504456"/>
              <a:gd name="connsiteY75" fmla="*/ 10526 h 1935583"/>
              <a:gd name="connsiteX76" fmla="*/ 553043 w 3504456"/>
              <a:gd name="connsiteY76" fmla="*/ 2979 h 1935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3504456" h="1935583">
                <a:moveTo>
                  <a:pt x="716681" y="1181130"/>
                </a:moveTo>
                <a:cubicBezTo>
                  <a:pt x="813689" y="1181130"/>
                  <a:pt x="908263" y="1201744"/>
                  <a:pt x="972261" y="1244001"/>
                </a:cubicBezTo>
                <a:lnTo>
                  <a:pt x="851703" y="1420246"/>
                </a:lnTo>
                <a:cubicBezTo>
                  <a:pt x="790174" y="1384172"/>
                  <a:pt x="727795" y="1366651"/>
                  <a:pt x="664842" y="1366651"/>
                </a:cubicBezTo>
                <a:cubicBezTo>
                  <a:pt x="593634" y="1366651"/>
                  <a:pt x="565400" y="1387265"/>
                  <a:pt x="558764" y="1412001"/>
                </a:cubicBezTo>
                <a:cubicBezTo>
                  <a:pt x="535535" y="1498577"/>
                  <a:pt x="954276" y="1426430"/>
                  <a:pt x="882933" y="1692344"/>
                </a:cubicBezTo>
                <a:cubicBezTo>
                  <a:pt x="847538" y="1824270"/>
                  <a:pt x="705185" y="1935583"/>
                  <a:pt x="481241" y="1935583"/>
                </a:cubicBezTo>
                <a:cubicBezTo>
                  <a:pt x="360497" y="1935583"/>
                  <a:pt x="246740" y="1905694"/>
                  <a:pt x="186390" y="1861375"/>
                </a:cubicBezTo>
                <a:lnTo>
                  <a:pt x="312384" y="1684099"/>
                </a:lnTo>
                <a:cubicBezTo>
                  <a:pt x="369713" y="1724295"/>
                  <a:pt x="453615" y="1750062"/>
                  <a:pt x="533079" y="1750062"/>
                </a:cubicBezTo>
                <a:cubicBezTo>
                  <a:pt x="602223" y="1750062"/>
                  <a:pt x="630862" y="1735632"/>
                  <a:pt x="637500" y="1710896"/>
                </a:cubicBezTo>
                <a:cubicBezTo>
                  <a:pt x="661834" y="1620197"/>
                  <a:pt x="242816" y="1693374"/>
                  <a:pt x="314989" y="1424369"/>
                </a:cubicBezTo>
                <a:cubicBezTo>
                  <a:pt x="350937" y="1290381"/>
                  <a:pt x="492736" y="1181130"/>
                  <a:pt x="716681" y="1181130"/>
                </a:cubicBezTo>
                <a:close/>
                <a:moveTo>
                  <a:pt x="2892390" y="1181094"/>
                </a:moveTo>
                <a:lnTo>
                  <a:pt x="3147077" y="1181094"/>
                </a:lnTo>
                <a:lnTo>
                  <a:pt x="2997578" y="1738313"/>
                </a:lnTo>
                <a:lnTo>
                  <a:pt x="3338600" y="1738313"/>
                </a:lnTo>
                <a:lnTo>
                  <a:pt x="3285683" y="1935548"/>
                </a:lnTo>
                <a:lnTo>
                  <a:pt x="2689974" y="1935548"/>
                </a:lnTo>
                <a:close/>
                <a:moveTo>
                  <a:pt x="2226335" y="1181094"/>
                </a:moveTo>
                <a:lnTo>
                  <a:pt x="2481022" y="1181094"/>
                </a:lnTo>
                <a:lnTo>
                  <a:pt x="2331523" y="1738313"/>
                </a:lnTo>
                <a:lnTo>
                  <a:pt x="2672545" y="1738313"/>
                </a:lnTo>
                <a:lnTo>
                  <a:pt x="2619628" y="1935548"/>
                </a:lnTo>
                <a:lnTo>
                  <a:pt x="2023919" y="1935548"/>
                </a:lnTo>
                <a:close/>
                <a:moveTo>
                  <a:pt x="1901575" y="1181094"/>
                </a:moveTo>
                <a:lnTo>
                  <a:pt x="2156262" y="1181094"/>
                </a:lnTo>
                <a:lnTo>
                  <a:pt x="1953846" y="1935548"/>
                </a:lnTo>
                <a:lnTo>
                  <a:pt x="1699159" y="1935548"/>
                </a:lnTo>
                <a:close/>
                <a:moveTo>
                  <a:pt x="1075801" y="1181094"/>
                </a:moveTo>
                <a:lnTo>
                  <a:pt x="1326172" y="1181094"/>
                </a:lnTo>
                <a:lnTo>
                  <a:pt x="1252724" y="1454853"/>
                </a:lnTo>
                <a:lnTo>
                  <a:pt x="1574383" y="1181094"/>
                </a:lnTo>
                <a:lnTo>
                  <a:pt x="1851733" y="1181094"/>
                </a:lnTo>
                <a:lnTo>
                  <a:pt x="1460499" y="1513054"/>
                </a:lnTo>
                <a:lnTo>
                  <a:pt x="1664426" y="1935548"/>
                </a:lnTo>
                <a:lnTo>
                  <a:pt x="1369809" y="1935548"/>
                </a:lnTo>
                <a:lnTo>
                  <a:pt x="1248039" y="1685500"/>
                </a:lnTo>
                <a:lnTo>
                  <a:pt x="1173781" y="1749091"/>
                </a:lnTo>
                <a:lnTo>
                  <a:pt x="1123756" y="1935548"/>
                </a:lnTo>
                <a:lnTo>
                  <a:pt x="873386" y="1935548"/>
                </a:lnTo>
                <a:close/>
                <a:moveTo>
                  <a:pt x="586939" y="283538"/>
                </a:moveTo>
                <a:cubicBezTo>
                  <a:pt x="457664" y="283538"/>
                  <a:pt x="353650" y="381482"/>
                  <a:pt x="353650" y="543239"/>
                </a:cubicBezTo>
                <a:cubicBezTo>
                  <a:pt x="353650" y="704996"/>
                  <a:pt x="457664" y="802941"/>
                  <a:pt x="586939" y="802941"/>
                </a:cubicBezTo>
                <a:cubicBezTo>
                  <a:pt x="716214" y="802941"/>
                  <a:pt x="820229" y="704996"/>
                  <a:pt x="820229" y="543239"/>
                </a:cubicBezTo>
                <a:cubicBezTo>
                  <a:pt x="820229" y="381482"/>
                  <a:pt x="716214" y="283538"/>
                  <a:pt x="586939" y="283538"/>
                </a:cubicBezTo>
                <a:close/>
                <a:moveTo>
                  <a:pt x="553842" y="0"/>
                </a:moveTo>
                <a:lnTo>
                  <a:pt x="1535158" y="0"/>
                </a:lnTo>
                <a:lnTo>
                  <a:pt x="1533433" y="6431"/>
                </a:lnTo>
                <a:lnTo>
                  <a:pt x="1941460" y="493594"/>
                </a:lnTo>
                <a:lnTo>
                  <a:pt x="1941460" y="106"/>
                </a:lnTo>
                <a:lnTo>
                  <a:pt x="2210076" y="106"/>
                </a:lnTo>
                <a:lnTo>
                  <a:pt x="2210091" y="49"/>
                </a:lnTo>
                <a:lnTo>
                  <a:pt x="3504456" y="49"/>
                </a:lnTo>
                <a:lnTo>
                  <a:pt x="3417303" y="324890"/>
                </a:lnTo>
                <a:lnTo>
                  <a:pt x="2298845" y="324890"/>
                </a:lnTo>
                <a:lnTo>
                  <a:pt x="2298845" y="396167"/>
                </a:lnTo>
                <a:lnTo>
                  <a:pt x="3285824" y="396167"/>
                </a:lnTo>
                <a:lnTo>
                  <a:pt x="3211390" y="673600"/>
                </a:lnTo>
                <a:lnTo>
                  <a:pt x="2298845" y="673600"/>
                </a:lnTo>
                <a:lnTo>
                  <a:pt x="2298845" y="744920"/>
                </a:lnTo>
                <a:lnTo>
                  <a:pt x="3304619" y="744920"/>
                </a:lnTo>
                <a:lnTo>
                  <a:pt x="3213022" y="1086327"/>
                </a:lnTo>
                <a:lnTo>
                  <a:pt x="2298845" y="1086327"/>
                </a:lnTo>
                <a:lnTo>
                  <a:pt x="2298845" y="1086401"/>
                </a:lnTo>
                <a:lnTo>
                  <a:pt x="1997399" y="1086401"/>
                </a:lnTo>
                <a:lnTo>
                  <a:pt x="1584075" y="592913"/>
                </a:lnTo>
                <a:lnTo>
                  <a:pt x="1584075" y="1086401"/>
                </a:lnTo>
                <a:lnTo>
                  <a:pt x="1226689" y="1086401"/>
                </a:lnTo>
                <a:lnTo>
                  <a:pt x="1226689" y="280176"/>
                </a:lnTo>
                <a:lnTo>
                  <a:pt x="1104100" y="280176"/>
                </a:lnTo>
                <a:lnTo>
                  <a:pt x="1129811" y="325646"/>
                </a:lnTo>
                <a:cubicBezTo>
                  <a:pt x="1158369" y="391314"/>
                  <a:pt x="1173878" y="464587"/>
                  <a:pt x="1173878" y="543239"/>
                </a:cubicBezTo>
                <a:cubicBezTo>
                  <a:pt x="1173878" y="857849"/>
                  <a:pt x="925729" y="1086387"/>
                  <a:pt x="586939" y="1086387"/>
                </a:cubicBezTo>
                <a:cubicBezTo>
                  <a:pt x="248149" y="1086387"/>
                  <a:pt x="0" y="857849"/>
                  <a:pt x="0" y="543239"/>
                </a:cubicBezTo>
                <a:cubicBezTo>
                  <a:pt x="0" y="267955"/>
                  <a:pt x="189989" y="58571"/>
                  <a:pt x="464449" y="10526"/>
                </a:cubicBezTo>
                <a:lnTo>
                  <a:pt x="553043" y="297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71500" sx="102000" sy="102000" algn="ctr" rotWithShape="0">
              <a:schemeClr val="bg1">
                <a:alpha val="91000"/>
              </a:schemeClr>
            </a:outerShdw>
          </a:effectLst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041BC73-1456-AC98-7C06-D29DB46DA9B3}"/>
              </a:ext>
            </a:extLst>
          </p:cNvPr>
          <p:cNvGrpSpPr/>
          <p:nvPr/>
        </p:nvGrpSpPr>
        <p:grpSpPr>
          <a:xfrm>
            <a:off x="967261" y="1671390"/>
            <a:ext cx="1746331" cy="1692000"/>
            <a:chOff x="967261" y="3011655"/>
            <a:chExt cx="1746331" cy="1692000"/>
          </a:xfrm>
        </p:grpSpPr>
        <p:sp useBgFill="1">
          <p:nvSpPr>
            <p:cNvPr id="52" name="Rounded rectangle: Create">
              <a:extLst>
                <a:ext uri="{FF2B5EF4-FFF2-40B4-BE49-F238E27FC236}">
                  <a16:creationId xmlns:a16="http://schemas.microsoft.com/office/drawing/2014/main" id="{C88AFB70-C84A-42EB-3D61-A4384B962BF7}"/>
                </a:ext>
              </a:extLst>
            </p:cNvPr>
            <p:cNvSpPr/>
            <p:nvPr/>
          </p:nvSpPr>
          <p:spPr>
            <a:xfrm>
              <a:off x="967261" y="3011655"/>
              <a:ext cx="1746331" cy="1692000"/>
            </a:xfrm>
            <a:prstGeom prst="roundRect">
              <a:avLst>
                <a:gd name="adj" fmla="val 11145"/>
              </a:avLst>
            </a:prstGeom>
            <a:ln w="6350">
              <a:solidFill>
                <a:schemeClr val="bg1">
                  <a:alpha val="50000"/>
                </a:schemeClr>
              </a:solidFill>
            </a:ln>
            <a:effectLst>
              <a:innerShdw blurRad="190500">
                <a:schemeClr val="bg1">
                  <a:alpha val="50000"/>
                </a:schemeClr>
              </a:innerShdw>
            </a:effectLst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lt-LT" sz="14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endParaRPr>
            </a:p>
          </p:txBody>
        </p:sp>
        <p:sp>
          <p:nvSpPr>
            <p:cNvPr id="53" name="Textbos: Create Your">
              <a:extLst>
                <a:ext uri="{FF2B5EF4-FFF2-40B4-BE49-F238E27FC236}">
                  <a16:creationId xmlns:a16="http://schemas.microsoft.com/office/drawing/2014/main" id="{D6DE1424-2727-BCFE-80C1-78DA46A2105E}"/>
                </a:ext>
              </a:extLst>
            </p:cNvPr>
            <p:cNvSpPr txBox="1"/>
            <p:nvPr/>
          </p:nvSpPr>
          <p:spPr>
            <a:xfrm>
              <a:off x="1116905" y="3126771"/>
              <a:ext cx="1134169" cy="191797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u="none" strike="noStrike" kern="120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 pitchFamily="2" charset="77"/>
                  <a:cs typeface="Poppins" pitchFamily="2" charset="77"/>
                </a:rPr>
                <a:t>July 26, Tuesday</a:t>
              </a:r>
            </a:p>
          </p:txBody>
        </p:sp>
        <p:sp>
          <p:nvSpPr>
            <p:cNvPr id="54" name="Textbos: Create Your">
              <a:extLst>
                <a:ext uri="{FF2B5EF4-FFF2-40B4-BE49-F238E27FC236}">
                  <a16:creationId xmlns:a16="http://schemas.microsoft.com/office/drawing/2014/main" id="{2D420FBC-A0A5-BAB0-55C1-BDCAAD9734D7}"/>
                </a:ext>
              </a:extLst>
            </p:cNvPr>
            <p:cNvSpPr txBox="1"/>
            <p:nvPr/>
          </p:nvSpPr>
          <p:spPr>
            <a:xfrm>
              <a:off x="1109368" y="3334778"/>
              <a:ext cx="1182982" cy="360739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Medium" pitchFamily="2" charset="77"/>
                  <a:cs typeface="Poppins Medium" pitchFamily="2" charset="77"/>
                </a:rPr>
                <a:t>07:00</a:t>
              </a: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A6856FEE-7CC1-F969-3C88-7EF3372E8284}"/>
                </a:ext>
              </a:extLst>
            </p:cNvPr>
            <p:cNvGrpSpPr/>
            <p:nvPr/>
          </p:nvGrpSpPr>
          <p:grpSpPr>
            <a:xfrm>
              <a:off x="1067016" y="3922884"/>
              <a:ext cx="1487810" cy="553403"/>
              <a:chOff x="1804210" y="3816991"/>
              <a:chExt cx="1487810" cy="553403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8C4B8D74-19BF-A434-6820-C95CE3682F45}"/>
                  </a:ext>
                </a:extLst>
              </p:cNvPr>
              <p:cNvGrpSpPr/>
              <p:nvPr/>
            </p:nvGrpSpPr>
            <p:grpSpPr>
              <a:xfrm>
                <a:off x="1804210" y="3816991"/>
                <a:ext cx="335989" cy="553403"/>
                <a:chOff x="4568910" y="3433357"/>
                <a:chExt cx="335989" cy="553403"/>
              </a:xfrm>
            </p:grpSpPr>
            <p:sp>
              <p:nvSpPr>
                <p:cNvPr id="71" name="Textbos: Create Your">
                  <a:extLst>
                    <a:ext uri="{FF2B5EF4-FFF2-40B4-BE49-F238E27FC236}">
                      <a16:creationId xmlns:a16="http://schemas.microsoft.com/office/drawing/2014/main" id="{6176BD11-BBD1-A5D7-C0E5-7805CE320164}"/>
                    </a:ext>
                  </a:extLst>
                </p:cNvPr>
                <p:cNvSpPr txBox="1"/>
                <p:nvPr/>
              </p:nvSpPr>
              <p:spPr>
                <a:xfrm>
                  <a:off x="4629503" y="3433357"/>
                  <a:ext cx="214802" cy="915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700" dirty="0">
                      <a:solidFill>
                        <a:prstClr val="white"/>
                      </a:solidFill>
                      <a:latin typeface="Poppins Light" pitchFamily="2" charset="77"/>
                      <a:cs typeface="Poppins Light" pitchFamily="2" charset="77"/>
                    </a:rPr>
                    <a:t>9 AM</a:t>
                  </a:r>
                  <a:endParaRPr kumimoji="0" lang="en-US" sz="7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Light" pitchFamily="2" charset="77"/>
                    <a:cs typeface="Poppins Light" pitchFamily="2" charset="77"/>
                  </a:endParaRPr>
                </a:p>
              </p:txBody>
            </p:sp>
            <p:sp>
              <p:nvSpPr>
                <p:cNvPr id="72" name="Textbos: Create Your">
                  <a:extLst>
                    <a:ext uri="{FF2B5EF4-FFF2-40B4-BE49-F238E27FC236}">
                      <a16:creationId xmlns:a16="http://schemas.microsoft.com/office/drawing/2014/main" id="{371DFC86-ED8C-5061-055E-901073783E42}"/>
                    </a:ext>
                  </a:extLst>
                </p:cNvPr>
                <p:cNvSpPr txBox="1"/>
                <p:nvPr/>
              </p:nvSpPr>
              <p:spPr>
                <a:xfrm>
                  <a:off x="4568910" y="3789783"/>
                  <a:ext cx="335989" cy="1969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>
                    <a:lnSpc>
                      <a:spcPct val="80000"/>
                    </a:lnSpc>
                    <a:defRPr/>
                  </a:pPr>
                  <a:r>
                    <a:rPr kumimoji="0" lang="en-US" sz="80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oppins Medium" pitchFamily="2" charset="77"/>
                      <a:cs typeface="Poppins Medium" pitchFamily="2" charset="77"/>
                    </a:rPr>
                    <a:t>16</a:t>
                  </a:r>
                  <a:r>
                    <a:rPr lang="en-US" sz="800" dirty="0">
                      <a:solidFill>
                        <a:prstClr val="white"/>
                      </a:solidFill>
                      <a:latin typeface="Poppins Medium" pitchFamily="2" charset="77"/>
                      <a:cs typeface="Poppins Medium" pitchFamily="2" charset="77"/>
                    </a:rPr>
                    <a:t>°</a:t>
                  </a:r>
                  <a:endParaRPr kumimoji="0" lang="en-US" sz="8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Medium" pitchFamily="2" charset="77"/>
                    <a:cs typeface="Poppins Medium" pitchFamily="2" charset="77"/>
                  </a:endParaRPr>
                </a:p>
              </p:txBody>
            </p:sp>
            <p:pic>
              <p:nvPicPr>
                <p:cNvPr id="73" name="Graphic 72" descr="Cloud with solid fill">
                  <a:extLst>
                    <a:ext uri="{FF2B5EF4-FFF2-40B4-BE49-F238E27FC236}">
                      <a16:creationId xmlns:a16="http://schemas.microsoft.com/office/drawing/2014/main" id="{0BCFFBDC-A6C3-4952-DCB7-17871F8F33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621479" y="3541927"/>
                  <a:ext cx="230850" cy="230850"/>
                </a:xfrm>
                <a:prstGeom prst="rect">
                  <a:avLst/>
                </a:prstGeom>
              </p:spPr>
            </p:pic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E0E7146F-39D6-CB4E-BF72-88AD7C8CE544}"/>
                  </a:ext>
                </a:extLst>
              </p:cNvPr>
              <p:cNvGrpSpPr/>
              <p:nvPr/>
            </p:nvGrpSpPr>
            <p:grpSpPr>
              <a:xfrm>
                <a:off x="2188150" y="3816991"/>
                <a:ext cx="335989" cy="553403"/>
                <a:chOff x="4771330" y="3350179"/>
                <a:chExt cx="335989" cy="553403"/>
              </a:xfrm>
            </p:grpSpPr>
            <p:sp>
              <p:nvSpPr>
                <p:cNvPr id="67" name="Textbos: Create Your">
                  <a:extLst>
                    <a:ext uri="{FF2B5EF4-FFF2-40B4-BE49-F238E27FC236}">
                      <a16:creationId xmlns:a16="http://schemas.microsoft.com/office/drawing/2014/main" id="{4663F199-DE11-88B4-F325-B0F1D0035037}"/>
                    </a:ext>
                  </a:extLst>
                </p:cNvPr>
                <p:cNvSpPr txBox="1"/>
                <p:nvPr/>
              </p:nvSpPr>
              <p:spPr>
                <a:xfrm>
                  <a:off x="4831923" y="3350179"/>
                  <a:ext cx="214802" cy="915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700" dirty="0">
                      <a:solidFill>
                        <a:prstClr val="white"/>
                      </a:solidFill>
                      <a:latin typeface="Poppins Light" pitchFamily="2" charset="77"/>
                      <a:cs typeface="Poppins Light" pitchFamily="2" charset="77"/>
                    </a:rPr>
                    <a:t>10 AM</a:t>
                  </a:r>
                  <a:endParaRPr kumimoji="0" lang="en-US" sz="7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Light" pitchFamily="2" charset="77"/>
                    <a:cs typeface="Poppins Light" pitchFamily="2" charset="77"/>
                  </a:endParaRPr>
                </a:p>
              </p:txBody>
            </p:sp>
            <p:sp>
              <p:nvSpPr>
                <p:cNvPr id="68" name="Textbos: Create Your">
                  <a:extLst>
                    <a:ext uri="{FF2B5EF4-FFF2-40B4-BE49-F238E27FC236}">
                      <a16:creationId xmlns:a16="http://schemas.microsoft.com/office/drawing/2014/main" id="{EE205D54-906C-7FDC-F465-88190E1BAC03}"/>
                    </a:ext>
                  </a:extLst>
                </p:cNvPr>
                <p:cNvSpPr txBox="1"/>
                <p:nvPr/>
              </p:nvSpPr>
              <p:spPr>
                <a:xfrm>
                  <a:off x="4771330" y="3706605"/>
                  <a:ext cx="335989" cy="1969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>
                    <a:lnSpc>
                      <a:spcPct val="80000"/>
                    </a:lnSpc>
                    <a:defRPr/>
                  </a:pPr>
                  <a:r>
                    <a:rPr kumimoji="0" lang="en-US" sz="80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oppins Medium" pitchFamily="2" charset="77"/>
                      <a:cs typeface="Poppins Medium" pitchFamily="2" charset="77"/>
                    </a:rPr>
                    <a:t>18</a:t>
                  </a:r>
                  <a:r>
                    <a:rPr lang="en-US" sz="800" dirty="0">
                      <a:solidFill>
                        <a:prstClr val="white"/>
                      </a:solidFill>
                      <a:latin typeface="Poppins Medium" pitchFamily="2" charset="77"/>
                      <a:cs typeface="Poppins Medium" pitchFamily="2" charset="77"/>
                    </a:rPr>
                    <a:t>°</a:t>
                  </a:r>
                  <a:endParaRPr kumimoji="0" lang="en-US" sz="8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Medium" pitchFamily="2" charset="77"/>
                    <a:cs typeface="Poppins Medium" pitchFamily="2" charset="77"/>
                  </a:endParaRPr>
                </a:p>
              </p:txBody>
            </p:sp>
            <p:sp>
              <p:nvSpPr>
                <p:cNvPr id="69" name="Oval 68">
                  <a:extLst>
                    <a:ext uri="{FF2B5EF4-FFF2-40B4-BE49-F238E27FC236}">
                      <a16:creationId xmlns:a16="http://schemas.microsoft.com/office/drawing/2014/main" id="{92A46CAB-CC3E-D3FB-6EC0-7A5916E2AE40}"/>
                    </a:ext>
                  </a:extLst>
                </p:cNvPr>
                <p:cNvSpPr/>
                <p:nvPr/>
              </p:nvSpPr>
              <p:spPr>
                <a:xfrm>
                  <a:off x="4952024" y="3504041"/>
                  <a:ext cx="84700" cy="84700"/>
                </a:xfrm>
                <a:prstGeom prst="ellipse">
                  <a:avLst/>
                </a:prstGeom>
                <a:solidFill>
                  <a:srgbClr val="FFD500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27000" algn="l" rotWithShape="0">
                    <a:srgbClr val="FFD500"/>
                  </a:outerShdw>
                </a:effectLst>
              </p:spPr>
              <p:txBody>
                <a:bodyPr rtlCol="0" anchor="ctr"/>
                <a:lstStyle/>
                <a:p>
                  <a:pPr algn="ctr"/>
                  <a:endParaRPr lang="en-LT" kern="0">
                    <a:solidFill>
                      <a:prstClr val="white"/>
                    </a:solidFill>
                    <a:latin typeface="Montserrat" panose="00000500000000000000" pitchFamily="2" charset="0"/>
                  </a:endParaRPr>
                </a:p>
              </p:txBody>
            </p:sp>
            <p:pic>
              <p:nvPicPr>
                <p:cNvPr id="70" name="Graphic 69" descr="Cloud with solid fill">
                  <a:extLst>
                    <a:ext uri="{FF2B5EF4-FFF2-40B4-BE49-F238E27FC236}">
                      <a16:creationId xmlns:a16="http://schemas.microsoft.com/office/drawing/2014/main" id="{D369C2BD-A8EF-501A-FA24-05E8D602B0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23899" y="3458749"/>
                  <a:ext cx="230850" cy="230850"/>
                </a:xfrm>
                <a:prstGeom prst="rect">
                  <a:avLst/>
                </a:prstGeom>
              </p:spPr>
            </p:pic>
          </p:grp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9D74D0F1-61B9-19B7-AD32-310CE92BD678}"/>
                  </a:ext>
                </a:extLst>
              </p:cNvPr>
              <p:cNvGrpSpPr/>
              <p:nvPr/>
            </p:nvGrpSpPr>
            <p:grpSpPr>
              <a:xfrm>
                <a:off x="2572090" y="3816991"/>
                <a:ext cx="335989" cy="553403"/>
                <a:chOff x="5161088" y="3350179"/>
                <a:chExt cx="335989" cy="553403"/>
              </a:xfrm>
            </p:grpSpPr>
            <p:sp>
              <p:nvSpPr>
                <p:cNvPr id="63" name="Textbos: Create Your">
                  <a:extLst>
                    <a:ext uri="{FF2B5EF4-FFF2-40B4-BE49-F238E27FC236}">
                      <a16:creationId xmlns:a16="http://schemas.microsoft.com/office/drawing/2014/main" id="{028EA253-AC97-9F27-CAA4-EF5B2C1747C5}"/>
                    </a:ext>
                  </a:extLst>
                </p:cNvPr>
                <p:cNvSpPr txBox="1"/>
                <p:nvPr/>
              </p:nvSpPr>
              <p:spPr>
                <a:xfrm>
                  <a:off x="5221681" y="3350179"/>
                  <a:ext cx="214802" cy="915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700" dirty="0">
                      <a:solidFill>
                        <a:prstClr val="white"/>
                      </a:solidFill>
                      <a:latin typeface="Poppins Light" pitchFamily="2" charset="77"/>
                      <a:cs typeface="Poppins Light" pitchFamily="2" charset="77"/>
                    </a:rPr>
                    <a:t>11 AM</a:t>
                  </a:r>
                  <a:endParaRPr kumimoji="0" lang="en-US" sz="7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Light" pitchFamily="2" charset="77"/>
                    <a:cs typeface="Poppins Light" pitchFamily="2" charset="77"/>
                  </a:endParaRPr>
                </a:p>
              </p:txBody>
            </p:sp>
            <p:sp>
              <p:nvSpPr>
                <p:cNvPr id="64" name="Textbos: Create Your">
                  <a:extLst>
                    <a:ext uri="{FF2B5EF4-FFF2-40B4-BE49-F238E27FC236}">
                      <a16:creationId xmlns:a16="http://schemas.microsoft.com/office/drawing/2014/main" id="{43060E11-36B3-EBFD-1CA7-F0032A568729}"/>
                    </a:ext>
                  </a:extLst>
                </p:cNvPr>
                <p:cNvSpPr txBox="1"/>
                <p:nvPr/>
              </p:nvSpPr>
              <p:spPr>
                <a:xfrm>
                  <a:off x="5161088" y="3706605"/>
                  <a:ext cx="335989" cy="1969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>
                    <a:lnSpc>
                      <a:spcPct val="80000"/>
                    </a:lnSpc>
                    <a:defRPr/>
                  </a:pPr>
                  <a:r>
                    <a:rPr lang="en-US" sz="800" dirty="0">
                      <a:solidFill>
                        <a:prstClr val="white"/>
                      </a:solidFill>
                      <a:latin typeface="Poppins Medium" pitchFamily="2" charset="77"/>
                      <a:cs typeface="Poppins Medium" pitchFamily="2" charset="77"/>
                    </a:rPr>
                    <a:t>20°</a:t>
                  </a:r>
                  <a:endParaRPr kumimoji="0" lang="en-US" sz="8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Medium" pitchFamily="2" charset="77"/>
                    <a:cs typeface="Poppins Medium" pitchFamily="2" charset="77"/>
                  </a:endParaRPr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908C9B68-71E6-1BBD-A39C-03B1E2CB27CF}"/>
                    </a:ext>
                  </a:extLst>
                </p:cNvPr>
                <p:cNvSpPr/>
                <p:nvPr/>
              </p:nvSpPr>
              <p:spPr>
                <a:xfrm>
                  <a:off x="5339797" y="3504041"/>
                  <a:ext cx="84700" cy="84700"/>
                </a:xfrm>
                <a:prstGeom prst="ellipse">
                  <a:avLst/>
                </a:prstGeom>
                <a:solidFill>
                  <a:srgbClr val="FFD500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27000" algn="l" rotWithShape="0">
                    <a:srgbClr val="FFD500"/>
                  </a:outerShdw>
                </a:effectLst>
              </p:spPr>
              <p:txBody>
                <a:bodyPr rtlCol="0" anchor="ctr"/>
                <a:lstStyle/>
                <a:p>
                  <a:pPr algn="ctr"/>
                  <a:endParaRPr lang="en-LT" kern="0">
                    <a:solidFill>
                      <a:prstClr val="white"/>
                    </a:solidFill>
                    <a:latin typeface="Montserrat" panose="00000500000000000000" pitchFamily="2" charset="0"/>
                  </a:endParaRPr>
                </a:p>
              </p:txBody>
            </p:sp>
            <p:pic>
              <p:nvPicPr>
                <p:cNvPr id="66" name="Graphic 65" descr="Cloud with solid fill">
                  <a:extLst>
                    <a:ext uri="{FF2B5EF4-FFF2-40B4-BE49-F238E27FC236}">
                      <a16:creationId xmlns:a16="http://schemas.microsoft.com/office/drawing/2014/main" id="{5C229274-320C-EDE9-F1B8-B1FB9CA40C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11672" y="3458749"/>
                  <a:ext cx="230850" cy="230850"/>
                </a:xfrm>
                <a:prstGeom prst="rect">
                  <a:avLst/>
                </a:prstGeom>
              </p:spPr>
            </p:pic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10824660-BC25-FA50-A4D5-643FEF2662C9}"/>
                  </a:ext>
                </a:extLst>
              </p:cNvPr>
              <p:cNvGrpSpPr/>
              <p:nvPr/>
            </p:nvGrpSpPr>
            <p:grpSpPr>
              <a:xfrm>
                <a:off x="2956031" y="3816991"/>
                <a:ext cx="335989" cy="553403"/>
                <a:chOff x="2991398" y="3763489"/>
                <a:chExt cx="335989" cy="553403"/>
              </a:xfrm>
            </p:grpSpPr>
            <p:sp>
              <p:nvSpPr>
                <p:cNvPr id="60" name="Textbos: Create Your">
                  <a:extLst>
                    <a:ext uri="{FF2B5EF4-FFF2-40B4-BE49-F238E27FC236}">
                      <a16:creationId xmlns:a16="http://schemas.microsoft.com/office/drawing/2014/main" id="{D8DAF28D-E231-D65A-CEB1-1A78E3180C37}"/>
                    </a:ext>
                  </a:extLst>
                </p:cNvPr>
                <p:cNvSpPr txBox="1"/>
                <p:nvPr/>
              </p:nvSpPr>
              <p:spPr>
                <a:xfrm>
                  <a:off x="3051991" y="3763489"/>
                  <a:ext cx="214802" cy="915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700" dirty="0">
                      <a:solidFill>
                        <a:prstClr val="white"/>
                      </a:solidFill>
                      <a:latin typeface="Poppins Light" pitchFamily="2" charset="77"/>
                      <a:cs typeface="Poppins Light" pitchFamily="2" charset="77"/>
                    </a:rPr>
                    <a:t>12 AM</a:t>
                  </a:r>
                  <a:endParaRPr kumimoji="0" lang="en-US" sz="7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Light" pitchFamily="2" charset="77"/>
                    <a:cs typeface="Poppins Light" pitchFamily="2" charset="77"/>
                  </a:endParaRPr>
                </a:p>
              </p:txBody>
            </p:sp>
            <p:sp>
              <p:nvSpPr>
                <p:cNvPr id="61" name="Textbos: Create Your">
                  <a:extLst>
                    <a:ext uri="{FF2B5EF4-FFF2-40B4-BE49-F238E27FC236}">
                      <a16:creationId xmlns:a16="http://schemas.microsoft.com/office/drawing/2014/main" id="{823A9E92-4871-C105-5FFC-DF23C05214D5}"/>
                    </a:ext>
                  </a:extLst>
                </p:cNvPr>
                <p:cNvSpPr txBox="1"/>
                <p:nvPr/>
              </p:nvSpPr>
              <p:spPr>
                <a:xfrm>
                  <a:off x="2991398" y="4119915"/>
                  <a:ext cx="335989" cy="1969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>
                    <a:lnSpc>
                      <a:spcPct val="80000"/>
                    </a:lnSpc>
                    <a:defRPr/>
                  </a:pPr>
                  <a:r>
                    <a:rPr lang="en-US" sz="800" dirty="0">
                      <a:solidFill>
                        <a:prstClr val="white"/>
                      </a:solidFill>
                      <a:latin typeface="Poppins Medium" pitchFamily="2" charset="77"/>
                      <a:cs typeface="Poppins Medium" pitchFamily="2" charset="77"/>
                    </a:rPr>
                    <a:t>23°</a:t>
                  </a:r>
                  <a:endParaRPr kumimoji="0" lang="en-US" sz="8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Medium" pitchFamily="2" charset="77"/>
                    <a:cs typeface="Poppins Medium" pitchFamily="2" charset="77"/>
                  </a:endParaRPr>
                </a:p>
              </p:txBody>
            </p:sp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A60C2453-917B-C883-7533-5457E728A0C7}"/>
                    </a:ext>
                  </a:extLst>
                </p:cNvPr>
                <p:cNvSpPr/>
                <p:nvPr/>
              </p:nvSpPr>
              <p:spPr>
                <a:xfrm>
                  <a:off x="3117042" y="3944172"/>
                  <a:ext cx="84700" cy="84700"/>
                </a:xfrm>
                <a:prstGeom prst="ellipse">
                  <a:avLst/>
                </a:prstGeom>
                <a:solidFill>
                  <a:srgbClr val="FFD500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27000" algn="l" rotWithShape="0">
                    <a:srgbClr val="FFD500"/>
                  </a:outerShdw>
                </a:effectLst>
              </p:spPr>
              <p:txBody>
                <a:bodyPr rtlCol="0" anchor="ctr"/>
                <a:lstStyle/>
                <a:p>
                  <a:pPr algn="ctr"/>
                  <a:endParaRPr lang="en-LT" kern="0">
                    <a:solidFill>
                      <a:prstClr val="white"/>
                    </a:solidFill>
                    <a:latin typeface="Montserrat" panose="00000500000000000000" pitchFamily="2" charset="0"/>
                  </a:endParaRPr>
                </a:p>
              </p:txBody>
            </p:sp>
          </p:grpSp>
        </p:grpSp>
      </p:grpSp>
      <p:sp>
        <p:nvSpPr>
          <p:cNvPr id="86" name="Textbos: Create Your">
            <a:extLst>
              <a:ext uri="{FF2B5EF4-FFF2-40B4-BE49-F238E27FC236}">
                <a16:creationId xmlns:a16="http://schemas.microsoft.com/office/drawing/2014/main" id="{28B9C78E-C1E9-87A2-563E-7799BF85FA19}"/>
              </a:ext>
            </a:extLst>
          </p:cNvPr>
          <p:cNvSpPr txBox="1"/>
          <p:nvPr/>
        </p:nvSpPr>
        <p:spPr>
          <a:xfrm>
            <a:off x="954282" y="354300"/>
            <a:ext cx="1854856" cy="617616"/>
          </a:xfrm>
          <a:prstGeom prst="rect">
            <a:avLst/>
          </a:prstGeom>
          <a:noFill/>
        </p:spPr>
        <p:txBody>
          <a:bodyPr wrap="none" l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u="none" strike="noStrike" kern="1200" cap="none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270000" algn="ctr" rotWithShape="0">
                    <a:schemeClr val="bg1"/>
                  </a:outerShdw>
                </a:effectLst>
                <a:uLnTx/>
                <a:uFillTx/>
                <a:latin typeface="Poppins" pitchFamily="2" charset="77"/>
                <a:cs typeface="Poppins" pitchFamily="2" charset="77"/>
              </a:rPr>
              <a:t>Good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u="none" strike="noStrike" kern="1200" cap="none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270000" algn="ctr" rotWithShape="0">
                    <a:schemeClr val="bg1"/>
                  </a:outerShdw>
                </a:effectLst>
                <a:uLnTx/>
                <a:uFillTx/>
                <a:latin typeface="Poppins" pitchFamily="2" charset="77"/>
                <a:cs typeface="Poppins" pitchFamily="2" charset="77"/>
              </a:rPr>
              <a:t>Morning!</a:t>
            </a:r>
            <a:endParaRPr lang="en-US" dirty="0">
              <a:solidFill>
                <a:prstClr val="white"/>
              </a:solidFill>
              <a:effectLst>
                <a:outerShdw blurRad="1270000" algn="ctr" rotWithShape="0">
                  <a:schemeClr val="bg1"/>
                </a:outerShdw>
              </a:effectLst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7" name="Textbos: Create Your">
            <a:extLst>
              <a:ext uri="{FF2B5EF4-FFF2-40B4-BE49-F238E27FC236}">
                <a16:creationId xmlns:a16="http://schemas.microsoft.com/office/drawing/2014/main" id="{D452D1D0-C076-2D50-A59F-F5D563BE1FD7}"/>
              </a:ext>
            </a:extLst>
          </p:cNvPr>
          <p:cNvSpPr txBox="1"/>
          <p:nvPr/>
        </p:nvSpPr>
        <p:spPr>
          <a:xfrm>
            <a:off x="929185" y="984190"/>
            <a:ext cx="2118814" cy="513748"/>
          </a:xfrm>
          <a:prstGeom prst="rect">
            <a:avLst/>
          </a:prstGeom>
          <a:noFill/>
        </p:spPr>
        <p:txBody>
          <a:bodyPr wrap="none" l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spc="-150" dirty="0">
                <a:solidFill>
                  <a:prstClr val="white"/>
                </a:solidFill>
                <a:effectLst>
                  <a:outerShdw blurRad="1270000" algn="ctr" rotWithShape="0">
                    <a:schemeClr val="bg1"/>
                  </a:outerShdw>
                </a:effectLst>
                <a:latin typeface="Poppins SemiBold" pitchFamily="2" charset="77"/>
                <a:cs typeface="Poppins SemiBold" pitchFamily="2" charset="77"/>
              </a:rPr>
              <a:t>Raminta</a:t>
            </a:r>
          </a:p>
        </p:txBody>
      </p:sp>
      <p:sp>
        <p:nvSpPr>
          <p:cNvPr id="88" name="Textbos: Create Your">
            <a:extLst>
              <a:ext uri="{FF2B5EF4-FFF2-40B4-BE49-F238E27FC236}">
                <a16:creationId xmlns:a16="http://schemas.microsoft.com/office/drawing/2014/main" id="{027ED151-FAB3-0268-A143-E3A07B7F3C38}"/>
              </a:ext>
            </a:extLst>
          </p:cNvPr>
          <p:cNvSpPr txBox="1"/>
          <p:nvPr/>
        </p:nvSpPr>
        <p:spPr>
          <a:xfrm>
            <a:off x="9637058" y="300511"/>
            <a:ext cx="2253593" cy="545135"/>
          </a:xfrm>
          <a:prstGeom prst="rect">
            <a:avLst/>
          </a:prstGeom>
          <a:noFill/>
        </p:spPr>
        <p:txBody>
          <a:bodyPr wrap="none" lIns="0" rtlCol="0">
            <a:noAutofit/>
          </a:bodyPr>
          <a:lstStyle>
            <a:defPPr>
              <a:defRPr lang="en-LT"/>
            </a:defPPr>
            <a:lvl1pPr marR="0" lvl="0" indent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u="none" strike="noStrike" cap="none" normalizeH="0" baseline="0">
                <a:ln>
                  <a:noFill/>
                </a:ln>
                <a:solidFill>
                  <a:prstClr val="white"/>
                </a:solidFill>
                <a:effectLst>
                  <a:outerShdw blurRad="1270000" algn="ctr" rotWithShape="0">
                    <a:schemeClr val="bg1"/>
                  </a:outerShdw>
                </a:effectLst>
                <a:uLnTx/>
                <a:uFillTx/>
                <a:latin typeface="Poppins" pitchFamily="2" charset="77"/>
                <a:cs typeface="Poppins" pitchFamily="2" charset="77"/>
              </a:defRPr>
            </a:lvl1pPr>
          </a:lstStyle>
          <a:p>
            <a:pPr algn="r"/>
            <a:r>
              <a:rPr lang="en-US" sz="1800" dirty="0"/>
              <a:t>Let’s Plan Your</a:t>
            </a:r>
          </a:p>
          <a:p>
            <a:pPr algn="r"/>
            <a:r>
              <a:rPr lang="en-US" sz="1800" dirty="0"/>
              <a:t>Wonderful Day!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20AC8398-ED54-73F9-4684-E5B0CA74AF22}"/>
              </a:ext>
            </a:extLst>
          </p:cNvPr>
          <p:cNvGrpSpPr/>
          <p:nvPr/>
        </p:nvGrpSpPr>
        <p:grpSpPr>
          <a:xfrm>
            <a:off x="6729577" y="928516"/>
            <a:ext cx="1693434" cy="1692000"/>
            <a:chOff x="965828" y="3547990"/>
            <a:chExt cx="1693434" cy="1692000"/>
          </a:xfrm>
        </p:grpSpPr>
        <p:sp useBgFill="1">
          <p:nvSpPr>
            <p:cNvPr id="91" name="Rounded rectangle: Create">
              <a:extLst>
                <a:ext uri="{FF2B5EF4-FFF2-40B4-BE49-F238E27FC236}">
                  <a16:creationId xmlns:a16="http://schemas.microsoft.com/office/drawing/2014/main" id="{A2154279-1577-A591-A5AC-C0DADE93C66E}"/>
                </a:ext>
              </a:extLst>
            </p:cNvPr>
            <p:cNvSpPr/>
            <p:nvPr/>
          </p:nvSpPr>
          <p:spPr>
            <a:xfrm>
              <a:off x="965828" y="3547990"/>
              <a:ext cx="1693434" cy="1692000"/>
            </a:xfrm>
            <a:prstGeom prst="roundRect">
              <a:avLst>
                <a:gd name="adj" fmla="val 11145"/>
              </a:avLst>
            </a:prstGeom>
            <a:ln w="6350">
              <a:solidFill>
                <a:schemeClr val="bg1">
                  <a:alpha val="50000"/>
                </a:schemeClr>
              </a:solidFill>
            </a:ln>
            <a:effectLst>
              <a:innerShdw blurRad="190500">
                <a:schemeClr val="bg1">
                  <a:alpha val="50000"/>
                </a:schemeClr>
              </a:innerShdw>
            </a:effectLst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lt-LT" sz="14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endParaRPr>
            </a:p>
          </p:txBody>
        </p:sp>
        <p:sp>
          <p:nvSpPr>
            <p:cNvPr id="92" name="Textbos: Create Your">
              <a:extLst>
                <a:ext uri="{FF2B5EF4-FFF2-40B4-BE49-F238E27FC236}">
                  <a16:creationId xmlns:a16="http://schemas.microsoft.com/office/drawing/2014/main" id="{5827D99F-7A9B-4DFB-AF55-417645D74202}"/>
                </a:ext>
              </a:extLst>
            </p:cNvPr>
            <p:cNvSpPr txBox="1"/>
            <p:nvPr/>
          </p:nvSpPr>
          <p:spPr>
            <a:xfrm>
              <a:off x="1084395" y="3663106"/>
              <a:ext cx="490324" cy="191797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prstClr val="white"/>
                  </a:solidFill>
                  <a:latin typeface="Poppins" pitchFamily="2" charset="77"/>
                  <a:cs typeface="Poppins" pitchFamily="2" charset="77"/>
                </a:rPr>
                <a:t>Phone Battery</a:t>
              </a:r>
              <a:endParaRPr kumimoji="0" lang="en-US" sz="1000" u="none" strike="noStrike" kern="120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endParaRPr>
            </a:p>
          </p:txBody>
        </p: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5DA4335F-7EBC-D6CF-D561-0EE34EB4C21C}"/>
                </a:ext>
              </a:extLst>
            </p:cNvPr>
            <p:cNvGrpSpPr/>
            <p:nvPr/>
          </p:nvGrpSpPr>
          <p:grpSpPr>
            <a:xfrm>
              <a:off x="1349945" y="4027707"/>
              <a:ext cx="925200" cy="926545"/>
              <a:chOff x="5915126" y="935505"/>
              <a:chExt cx="925200" cy="926545"/>
            </a:xfrm>
          </p:grpSpPr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2B20F270-2CAB-6FD9-268C-15347426C870}"/>
                  </a:ext>
                </a:extLst>
              </p:cNvPr>
              <p:cNvSpPr/>
              <p:nvPr/>
            </p:nvSpPr>
            <p:spPr>
              <a:xfrm>
                <a:off x="5920414" y="936850"/>
                <a:ext cx="919912" cy="925200"/>
              </a:xfrm>
              <a:prstGeom prst="ellipse">
                <a:avLst/>
              </a:prstGeom>
              <a:solidFill>
                <a:schemeClr val="accent1">
                  <a:alpha val="0"/>
                </a:schemeClr>
              </a:solidFill>
              <a:ln w="88900"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T"/>
              </a:p>
            </p:txBody>
          </p:sp>
          <p:sp>
            <p:nvSpPr>
              <p:cNvPr id="95" name="Arc 94">
                <a:extLst>
                  <a:ext uri="{FF2B5EF4-FFF2-40B4-BE49-F238E27FC236}">
                    <a16:creationId xmlns:a16="http://schemas.microsoft.com/office/drawing/2014/main" id="{ADCBFE6F-24BC-669C-48EE-7645C9EB1A98}"/>
                  </a:ext>
                </a:extLst>
              </p:cNvPr>
              <p:cNvSpPr/>
              <p:nvPr/>
            </p:nvSpPr>
            <p:spPr>
              <a:xfrm>
                <a:off x="5915126" y="935505"/>
                <a:ext cx="925200" cy="925200"/>
              </a:xfrm>
              <a:prstGeom prst="arc">
                <a:avLst>
                  <a:gd name="adj1" fmla="val 16200000"/>
                  <a:gd name="adj2" fmla="val 10469405"/>
                </a:avLst>
              </a:prstGeom>
              <a:solidFill>
                <a:schemeClr val="accent1">
                  <a:alpha val="0"/>
                </a:schemeClr>
              </a:solidFill>
              <a:ln w="88900" cap="rnd">
                <a:solidFill>
                  <a:schemeClr val="bg1"/>
                </a:solidFill>
                <a:round/>
              </a:ln>
              <a:effectLst>
                <a:outerShdw blurRad="435794" algn="ctr" rotWithShape="0">
                  <a:schemeClr val="bg1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T">
                  <a:solidFill>
                    <a:schemeClr val="lt1"/>
                  </a:solidFill>
                </a:endParaRP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203F2E1-F58B-668C-D8B4-E780B0E13E41}"/>
                  </a:ext>
                </a:extLst>
              </p:cNvPr>
              <p:cNvSpPr txBox="1"/>
              <p:nvPr/>
            </p:nvSpPr>
            <p:spPr>
              <a:xfrm>
                <a:off x="6101629" y="1214784"/>
                <a:ext cx="644728" cy="36933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LT">
                    <a:solidFill>
                      <a:schemeClr val="bg1"/>
                    </a:solidFill>
                    <a:latin typeface="Poppins Medium" pitchFamily="2" charset="77"/>
                    <a:cs typeface="Poppins Medium" pitchFamily="2" charset="77"/>
                  </a:rPr>
                  <a:t>75%</a:t>
                </a:r>
              </a:p>
            </p:txBody>
          </p:sp>
        </p:grpSp>
      </p:grpSp>
      <p:sp useBgFill="1">
        <p:nvSpPr>
          <p:cNvPr id="98" name="Rounded rectangle: Create">
            <a:extLst>
              <a:ext uri="{FF2B5EF4-FFF2-40B4-BE49-F238E27FC236}">
                <a16:creationId xmlns:a16="http://schemas.microsoft.com/office/drawing/2014/main" id="{7E467273-46F3-5161-2611-F583CA71C6B4}"/>
              </a:ext>
            </a:extLst>
          </p:cNvPr>
          <p:cNvSpPr/>
          <p:nvPr/>
        </p:nvSpPr>
        <p:spPr>
          <a:xfrm>
            <a:off x="972727" y="3533916"/>
            <a:ext cx="1738136" cy="1691999"/>
          </a:xfrm>
          <a:prstGeom prst="roundRect">
            <a:avLst>
              <a:gd name="adj" fmla="val 11145"/>
            </a:avLst>
          </a:prstGeom>
          <a:ln w="6350">
            <a:solidFill>
              <a:schemeClr val="bg1">
                <a:alpha val="50000"/>
              </a:schemeClr>
            </a:solidFill>
          </a:ln>
          <a:effectLst>
            <a:innerShdw blurRad="190500">
              <a:schemeClr val="bg1">
                <a:alpha val="50000"/>
              </a:schemeClr>
            </a:innerShdw>
          </a:effectLst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lt-LT" sz="14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 ExtraBold" pitchFamily="2" charset="77"/>
              <a:ea typeface="+mn-ea"/>
              <a:cs typeface="+mn-cs"/>
            </a:endParaRPr>
          </a:p>
        </p:txBody>
      </p:sp>
      <p:sp>
        <p:nvSpPr>
          <p:cNvPr id="99" name="Textbos: Create Your">
            <a:extLst>
              <a:ext uri="{FF2B5EF4-FFF2-40B4-BE49-F238E27FC236}">
                <a16:creationId xmlns:a16="http://schemas.microsoft.com/office/drawing/2014/main" id="{5A840281-0063-930D-6268-3282DEAF3EE0}"/>
              </a:ext>
            </a:extLst>
          </p:cNvPr>
          <p:cNvSpPr txBox="1"/>
          <p:nvPr/>
        </p:nvSpPr>
        <p:spPr>
          <a:xfrm>
            <a:off x="1122372" y="3649032"/>
            <a:ext cx="490324" cy="191797"/>
          </a:xfrm>
          <a:prstGeom prst="rect">
            <a:avLst/>
          </a:prstGeom>
          <a:noFill/>
        </p:spPr>
        <p:txBody>
          <a:bodyPr wrap="none" l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prstClr val="white"/>
                </a:solidFill>
                <a:latin typeface="Poppins" pitchFamily="2" charset="77"/>
                <a:cs typeface="Poppins" pitchFamily="2" charset="77"/>
              </a:rPr>
              <a:t>July 2023</a:t>
            </a:r>
            <a:endParaRPr kumimoji="0" lang="en-US" sz="1000" u="none" strike="noStrike" kern="1200" cap="none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E4035B76-437A-BDAF-083F-E3C4B237424B}"/>
              </a:ext>
            </a:extLst>
          </p:cNvPr>
          <p:cNvSpPr/>
          <p:nvPr/>
        </p:nvSpPr>
        <p:spPr>
          <a:xfrm>
            <a:off x="1541474" y="4931788"/>
            <a:ext cx="176314" cy="176314"/>
          </a:xfrm>
          <a:prstGeom prst="ellipse">
            <a:avLst/>
          </a:prstGeom>
          <a:solidFill>
            <a:srgbClr val="FF0073"/>
          </a:solidFill>
          <a:ln w="12700" cap="flat" cmpd="sng" algn="ctr">
            <a:noFill/>
            <a:prstDash val="solid"/>
            <a:miter lim="800000"/>
          </a:ln>
          <a:effectLst>
            <a:outerShdw blurRad="127000" dist="40228" algn="l" rotWithShape="0">
              <a:srgbClr val="FF0073">
                <a:alpha val="70000"/>
              </a:srgbClr>
            </a:outerShdw>
          </a:effectLst>
        </p:spPr>
        <p:txBody>
          <a:bodyPr rtlCol="0" anchor="ctr"/>
          <a:lstStyle/>
          <a:p>
            <a:pPr algn="ctr"/>
            <a:endParaRPr lang="en-LT" kern="0">
              <a:solidFill>
                <a:prstClr val="white"/>
              </a:solidFill>
              <a:latin typeface="Montserrat" panose="00000500000000000000" pitchFamily="2" charset="0"/>
            </a:endParaRPr>
          </a:p>
        </p:txBody>
      </p:sp>
      <p:graphicFrame>
        <p:nvGraphicFramePr>
          <p:cNvPr id="101" name="Table 1055">
            <a:extLst>
              <a:ext uri="{FF2B5EF4-FFF2-40B4-BE49-F238E27FC236}">
                <a16:creationId xmlns:a16="http://schemas.microsoft.com/office/drawing/2014/main" id="{014614DF-5748-8906-B688-68AA26ADC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529246"/>
              </p:ext>
            </p:extLst>
          </p:nvPr>
        </p:nvGraphicFramePr>
        <p:xfrm>
          <a:off x="1115510" y="3857633"/>
          <a:ext cx="1452570" cy="1272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510">
                  <a:extLst>
                    <a:ext uri="{9D8B030D-6E8A-4147-A177-3AD203B41FA5}">
                      <a16:colId xmlns:a16="http://schemas.microsoft.com/office/drawing/2014/main" val="1670630508"/>
                    </a:ext>
                  </a:extLst>
                </a:gridCol>
                <a:gridCol w="207510">
                  <a:extLst>
                    <a:ext uri="{9D8B030D-6E8A-4147-A177-3AD203B41FA5}">
                      <a16:colId xmlns:a16="http://schemas.microsoft.com/office/drawing/2014/main" val="2277957960"/>
                    </a:ext>
                  </a:extLst>
                </a:gridCol>
                <a:gridCol w="207510">
                  <a:extLst>
                    <a:ext uri="{9D8B030D-6E8A-4147-A177-3AD203B41FA5}">
                      <a16:colId xmlns:a16="http://schemas.microsoft.com/office/drawing/2014/main" val="1815001264"/>
                    </a:ext>
                  </a:extLst>
                </a:gridCol>
                <a:gridCol w="207510">
                  <a:extLst>
                    <a:ext uri="{9D8B030D-6E8A-4147-A177-3AD203B41FA5}">
                      <a16:colId xmlns:a16="http://schemas.microsoft.com/office/drawing/2014/main" val="2655706148"/>
                    </a:ext>
                  </a:extLst>
                </a:gridCol>
                <a:gridCol w="207510">
                  <a:extLst>
                    <a:ext uri="{9D8B030D-6E8A-4147-A177-3AD203B41FA5}">
                      <a16:colId xmlns:a16="http://schemas.microsoft.com/office/drawing/2014/main" val="3739514647"/>
                    </a:ext>
                  </a:extLst>
                </a:gridCol>
                <a:gridCol w="207510">
                  <a:extLst>
                    <a:ext uri="{9D8B030D-6E8A-4147-A177-3AD203B41FA5}">
                      <a16:colId xmlns:a16="http://schemas.microsoft.com/office/drawing/2014/main" val="2481462614"/>
                    </a:ext>
                  </a:extLst>
                </a:gridCol>
                <a:gridCol w="207510">
                  <a:extLst>
                    <a:ext uri="{9D8B030D-6E8A-4147-A177-3AD203B41FA5}">
                      <a16:colId xmlns:a16="http://schemas.microsoft.com/office/drawing/2014/main" val="1638278244"/>
                    </a:ext>
                  </a:extLst>
                </a:gridCol>
              </a:tblGrid>
              <a:tr h="212040"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S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M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T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W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T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F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S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4420089"/>
                  </a:ext>
                </a:extLst>
              </a:tr>
              <a:tr h="212040">
                <a:tc>
                  <a:txBody>
                    <a:bodyPr/>
                    <a:lstStyle/>
                    <a:p>
                      <a:pPr algn="ctr"/>
                      <a:endParaRPr lang="en-LT" sz="700" b="0" i="0">
                        <a:solidFill>
                          <a:schemeClr val="bg1"/>
                        </a:solidFill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T" sz="700" b="0" i="0">
                        <a:solidFill>
                          <a:schemeClr val="bg1"/>
                        </a:solidFill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T" sz="700" b="0" i="0">
                        <a:solidFill>
                          <a:schemeClr val="bg1"/>
                        </a:solidFill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T" sz="700" b="0" i="0">
                        <a:solidFill>
                          <a:schemeClr val="bg1"/>
                        </a:solidFill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T" sz="700" b="0" i="0">
                        <a:solidFill>
                          <a:schemeClr val="bg1"/>
                        </a:solidFill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LT" sz="700" b="0" i="0">
                        <a:solidFill>
                          <a:schemeClr val="bg1"/>
                        </a:solidFill>
                        <a:latin typeface="Poppins Light" pitchFamily="2" charset="77"/>
                        <a:cs typeface="Poppins Light" pitchFamily="2" charset="7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8168363"/>
                  </a:ext>
                </a:extLst>
              </a:tr>
              <a:tr h="212040"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26111638"/>
                  </a:ext>
                </a:extLst>
              </a:tr>
              <a:tr h="212040"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82038142"/>
                  </a:ext>
                </a:extLst>
              </a:tr>
              <a:tr h="212040"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17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18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19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21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22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23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3786442"/>
                  </a:ext>
                </a:extLst>
              </a:tr>
              <a:tr h="212040"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24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 dirty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25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26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27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28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29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T" sz="700" b="0" i="0" dirty="0">
                          <a:solidFill>
                            <a:schemeClr val="bg1"/>
                          </a:solidFill>
                          <a:latin typeface="Poppins Light" pitchFamily="2" charset="77"/>
                          <a:cs typeface="Poppins Light" pitchFamily="2" charset="77"/>
                        </a:rPr>
                        <a:t>30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865729"/>
                  </a:ext>
                </a:extLst>
              </a:tr>
            </a:tbl>
          </a:graphicData>
        </a:graphic>
      </p:graphicFrame>
      <p:sp useBgFill="1">
        <p:nvSpPr>
          <p:cNvPr id="103" name="Rounded rectangle: Create">
            <a:extLst>
              <a:ext uri="{FF2B5EF4-FFF2-40B4-BE49-F238E27FC236}">
                <a16:creationId xmlns:a16="http://schemas.microsoft.com/office/drawing/2014/main" id="{2AEA614E-EB26-D9DE-77AA-C0437C7B4B1E}"/>
              </a:ext>
            </a:extLst>
          </p:cNvPr>
          <p:cNvSpPr/>
          <p:nvPr/>
        </p:nvSpPr>
        <p:spPr>
          <a:xfrm>
            <a:off x="4818318" y="928516"/>
            <a:ext cx="1738136" cy="1692000"/>
          </a:xfrm>
          <a:prstGeom prst="roundRect">
            <a:avLst>
              <a:gd name="adj" fmla="val 11145"/>
            </a:avLst>
          </a:prstGeom>
          <a:ln w="6350">
            <a:solidFill>
              <a:schemeClr val="bg1">
                <a:alpha val="50000"/>
              </a:schemeClr>
            </a:solidFill>
          </a:ln>
          <a:effectLst>
            <a:innerShdw blurRad="190500">
              <a:schemeClr val="bg1">
                <a:alpha val="50000"/>
              </a:schemeClr>
            </a:innerShdw>
          </a:effectLst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lt-LT" sz="14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 ExtraBold" pitchFamily="2" charset="77"/>
              <a:ea typeface="+mn-ea"/>
              <a:cs typeface="+mn-cs"/>
            </a:endParaRPr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BC2BA39D-7364-2739-3BB3-8608A0A8E306}"/>
              </a:ext>
            </a:extLst>
          </p:cNvPr>
          <p:cNvGrpSpPr/>
          <p:nvPr/>
        </p:nvGrpSpPr>
        <p:grpSpPr>
          <a:xfrm>
            <a:off x="4960424" y="1043632"/>
            <a:ext cx="792729" cy="568746"/>
            <a:chOff x="4960424" y="1043632"/>
            <a:chExt cx="792729" cy="568746"/>
          </a:xfrm>
        </p:grpSpPr>
        <p:sp>
          <p:nvSpPr>
            <p:cNvPr id="104" name="Textbos: Create Your">
              <a:extLst>
                <a:ext uri="{FF2B5EF4-FFF2-40B4-BE49-F238E27FC236}">
                  <a16:creationId xmlns:a16="http://schemas.microsoft.com/office/drawing/2014/main" id="{D977BACA-0007-D8AF-969E-C55BB6012077}"/>
                </a:ext>
              </a:extLst>
            </p:cNvPr>
            <p:cNvSpPr txBox="1"/>
            <p:nvPr/>
          </p:nvSpPr>
          <p:spPr>
            <a:xfrm>
              <a:off x="4967963" y="1043632"/>
              <a:ext cx="490324" cy="191797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prstClr val="white"/>
                  </a:solidFill>
                  <a:latin typeface="Poppins" pitchFamily="2" charset="77"/>
                  <a:cs typeface="Poppins" pitchFamily="2" charset="77"/>
                </a:rPr>
                <a:t>Vilnius, Lithuania</a:t>
              </a:r>
              <a:endParaRPr kumimoji="0" lang="en-US" sz="1000" u="none" strike="noStrike" kern="120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endParaRPr>
            </a:p>
          </p:txBody>
        </p:sp>
        <p:sp>
          <p:nvSpPr>
            <p:cNvPr id="105" name="Textbos: Create Your">
              <a:extLst>
                <a:ext uri="{FF2B5EF4-FFF2-40B4-BE49-F238E27FC236}">
                  <a16:creationId xmlns:a16="http://schemas.microsoft.com/office/drawing/2014/main" id="{95DD3F28-0199-14DD-E2DE-43EDEF9F9CB5}"/>
                </a:ext>
              </a:extLst>
            </p:cNvPr>
            <p:cNvSpPr txBox="1"/>
            <p:nvPr/>
          </p:nvSpPr>
          <p:spPr>
            <a:xfrm>
              <a:off x="4960424" y="1251639"/>
              <a:ext cx="792729" cy="360739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200" dirty="0">
                  <a:solidFill>
                    <a:prstClr val="white"/>
                  </a:solidFill>
                  <a:latin typeface="Poppins Medium" pitchFamily="2" charset="77"/>
                  <a:cs typeface="Poppins Medium" pitchFamily="2" charset="77"/>
                </a:rPr>
                <a:t>23</a:t>
              </a:r>
              <a:endPara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endParaRPr>
            </a:p>
          </p:txBody>
        </p:sp>
        <p:sp>
          <p:nvSpPr>
            <p:cNvPr id="106" name="Textbos: Create Your">
              <a:extLst>
                <a:ext uri="{FF2B5EF4-FFF2-40B4-BE49-F238E27FC236}">
                  <a16:creationId xmlns:a16="http://schemas.microsoft.com/office/drawing/2014/main" id="{D32A2EC5-6AF9-A57A-3A4C-25BEFEC9A5EC}"/>
                </a:ext>
              </a:extLst>
            </p:cNvPr>
            <p:cNvSpPr txBox="1"/>
            <p:nvPr/>
          </p:nvSpPr>
          <p:spPr>
            <a:xfrm>
              <a:off x="5442044" y="1235429"/>
              <a:ext cx="196014" cy="242617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>
                  <a:solidFill>
                    <a:prstClr val="white"/>
                  </a:solidFill>
                  <a:latin typeface="Poppins Medium" pitchFamily="2" charset="77"/>
                  <a:cs typeface="Poppins Medium" pitchFamily="2" charset="77"/>
                </a:rPr>
                <a:t>°</a:t>
              </a:r>
              <a:endPara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endParaRP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975044D1-134E-0DD1-751D-B51E496B05AA}"/>
              </a:ext>
            </a:extLst>
          </p:cNvPr>
          <p:cNvGrpSpPr/>
          <p:nvPr/>
        </p:nvGrpSpPr>
        <p:grpSpPr>
          <a:xfrm>
            <a:off x="2886716" y="1671390"/>
            <a:ext cx="1682591" cy="3554525"/>
            <a:chOff x="2886716" y="1671389"/>
            <a:chExt cx="1682591" cy="3554525"/>
          </a:xfrm>
        </p:grpSpPr>
        <p:sp useBgFill="1">
          <p:nvSpPr>
            <p:cNvPr id="75" name="Rounded rectangle: Create">
              <a:extLst>
                <a:ext uri="{FF2B5EF4-FFF2-40B4-BE49-F238E27FC236}">
                  <a16:creationId xmlns:a16="http://schemas.microsoft.com/office/drawing/2014/main" id="{ECC8BF78-95B1-1F9A-0734-4BF89A30D67E}"/>
                </a:ext>
              </a:extLst>
            </p:cNvPr>
            <p:cNvSpPr/>
            <p:nvPr/>
          </p:nvSpPr>
          <p:spPr>
            <a:xfrm>
              <a:off x="2886716" y="1671389"/>
              <a:ext cx="1682591" cy="3554525"/>
            </a:xfrm>
            <a:prstGeom prst="roundRect">
              <a:avLst>
                <a:gd name="adj" fmla="val 11145"/>
              </a:avLst>
            </a:prstGeom>
            <a:ln w="6350">
              <a:solidFill>
                <a:schemeClr val="bg1">
                  <a:alpha val="50000"/>
                </a:schemeClr>
              </a:solidFill>
            </a:ln>
            <a:effectLst>
              <a:innerShdw blurRad="190500">
                <a:schemeClr val="bg1">
                  <a:alpha val="50000"/>
                </a:schemeClr>
              </a:innerShdw>
            </a:effectLst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lt-LT" sz="14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endParaRPr>
            </a:p>
          </p:txBody>
        </p:sp>
        <p:sp>
          <p:nvSpPr>
            <p:cNvPr id="76" name="Textbos: Create Your">
              <a:extLst>
                <a:ext uri="{FF2B5EF4-FFF2-40B4-BE49-F238E27FC236}">
                  <a16:creationId xmlns:a16="http://schemas.microsoft.com/office/drawing/2014/main" id="{E636C537-679D-3EEF-F368-CB560D0630DA}"/>
                </a:ext>
              </a:extLst>
            </p:cNvPr>
            <p:cNvSpPr txBox="1"/>
            <p:nvPr/>
          </p:nvSpPr>
          <p:spPr>
            <a:xfrm>
              <a:off x="3036360" y="1786506"/>
              <a:ext cx="490324" cy="191797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u="none" strike="noStrike" kern="120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 pitchFamily="2" charset="77"/>
                  <a:cs typeface="Poppins" pitchFamily="2" charset="77"/>
                </a:rPr>
                <a:t>Tuesday</a:t>
              </a:r>
            </a:p>
          </p:txBody>
        </p:sp>
        <p:sp>
          <p:nvSpPr>
            <p:cNvPr id="77" name="Textbos: Create Your">
              <a:extLst>
                <a:ext uri="{FF2B5EF4-FFF2-40B4-BE49-F238E27FC236}">
                  <a16:creationId xmlns:a16="http://schemas.microsoft.com/office/drawing/2014/main" id="{9160CAA7-FBD9-1483-716A-77C966384608}"/>
                </a:ext>
              </a:extLst>
            </p:cNvPr>
            <p:cNvSpPr txBox="1"/>
            <p:nvPr/>
          </p:nvSpPr>
          <p:spPr>
            <a:xfrm>
              <a:off x="3028822" y="1994513"/>
              <a:ext cx="497862" cy="360739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200" dirty="0">
                  <a:solidFill>
                    <a:prstClr val="white"/>
                  </a:solidFill>
                  <a:latin typeface="Poppins Medium" pitchFamily="2" charset="77"/>
                  <a:cs typeface="Poppins Medium" pitchFamily="2" charset="77"/>
                </a:rPr>
                <a:t>26</a:t>
              </a:r>
              <a:endPara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endParaRPr>
            </a:p>
          </p:txBody>
        </p:sp>
        <p:sp>
          <p:nvSpPr>
            <p:cNvPr id="78" name="Rounded Rectangle 77">
              <a:extLst>
                <a:ext uri="{FF2B5EF4-FFF2-40B4-BE49-F238E27FC236}">
                  <a16:creationId xmlns:a16="http://schemas.microsoft.com/office/drawing/2014/main" id="{745A8F62-F59B-0CEF-3D8D-B96270E9C79A}"/>
                </a:ext>
              </a:extLst>
            </p:cNvPr>
            <p:cNvSpPr/>
            <p:nvPr/>
          </p:nvSpPr>
          <p:spPr>
            <a:xfrm>
              <a:off x="3104717" y="2457164"/>
              <a:ext cx="1304104" cy="326705"/>
            </a:xfrm>
            <a:prstGeom prst="roundRect">
              <a:avLst>
                <a:gd name="adj" fmla="val 9184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sp>
          <p:nvSpPr>
            <p:cNvPr id="79" name="Textbos: Create Your">
              <a:extLst>
                <a:ext uri="{FF2B5EF4-FFF2-40B4-BE49-F238E27FC236}">
                  <a16:creationId xmlns:a16="http://schemas.microsoft.com/office/drawing/2014/main" id="{0E0598C7-9539-EFE9-5537-1EDEBFE3950F}"/>
                </a:ext>
              </a:extLst>
            </p:cNvPr>
            <p:cNvSpPr txBox="1"/>
            <p:nvPr/>
          </p:nvSpPr>
          <p:spPr>
            <a:xfrm>
              <a:off x="3154301" y="2473374"/>
              <a:ext cx="335989" cy="196977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Medium" pitchFamily="2" charset="77"/>
                  <a:cs typeface="Poppins Medium" pitchFamily="2" charset="77"/>
                </a:rPr>
                <a:t>Breakfast</a:t>
              </a:r>
            </a:p>
          </p:txBody>
        </p:sp>
        <p:sp>
          <p:nvSpPr>
            <p:cNvPr id="80" name="Textbos: Create Your">
              <a:extLst>
                <a:ext uri="{FF2B5EF4-FFF2-40B4-BE49-F238E27FC236}">
                  <a16:creationId xmlns:a16="http://schemas.microsoft.com/office/drawing/2014/main" id="{B54E6D70-A24E-100C-B1B9-AB1D7BB4FE9E}"/>
                </a:ext>
              </a:extLst>
            </p:cNvPr>
            <p:cNvSpPr txBox="1"/>
            <p:nvPr/>
          </p:nvSpPr>
          <p:spPr>
            <a:xfrm>
              <a:off x="3154301" y="2614380"/>
              <a:ext cx="514308" cy="13943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Light" pitchFamily="2" charset="77"/>
                  <a:cs typeface="Poppins Light" pitchFamily="2" charset="77"/>
                </a:rPr>
                <a:t>08:00 -09:00</a:t>
              </a:r>
            </a:p>
          </p:txBody>
        </p: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9BBC58BD-ECBE-85A3-EA1E-D23CE5863E84}"/>
                </a:ext>
              </a:extLst>
            </p:cNvPr>
            <p:cNvGrpSpPr/>
            <p:nvPr/>
          </p:nvGrpSpPr>
          <p:grpSpPr>
            <a:xfrm>
              <a:off x="3052235" y="2838577"/>
              <a:ext cx="1356586" cy="326705"/>
              <a:chOff x="3052235" y="2838577"/>
              <a:chExt cx="1356586" cy="326705"/>
            </a:xfrm>
          </p:grpSpPr>
          <p:sp>
            <p:nvSpPr>
              <p:cNvPr id="81" name="Rounded Rectangle 80">
                <a:extLst>
                  <a:ext uri="{FF2B5EF4-FFF2-40B4-BE49-F238E27FC236}">
                    <a16:creationId xmlns:a16="http://schemas.microsoft.com/office/drawing/2014/main" id="{49C94653-85C6-9F7C-494D-C4353A439EC5}"/>
                  </a:ext>
                </a:extLst>
              </p:cNvPr>
              <p:cNvSpPr/>
              <p:nvPr/>
            </p:nvSpPr>
            <p:spPr>
              <a:xfrm>
                <a:off x="3052235" y="2838577"/>
                <a:ext cx="52482" cy="326705"/>
              </a:xfrm>
              <a:prstGeom prst="roundRect">
                <a:avLst>
                  <a:gd name="adj" fmla="val 50000"/>
                </a:avLst>
              </a:prstGeom>
              <a:solidFill>
                <a:srgbClr val="00FFEC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27000" dist="40228" algn="l" rotWithShape="0">
                  <a:srgbClr val="00FFEC">
                    <a:alpha val="70000"/>
                  </a:srgb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LT" kern="0">
                  <a:solidFill>
                    <a:prstClr val="white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82" name="Rounded Rectangle 81">
                <a:extLst>
                  <a:ext uri="{FF2B5EF4-FFF2-40B4-BE49-F238E27FC236}">
                    <a16:creationId xmlns:a16="http://schemas.microsoft.com/office/drawing/2014/main" id="{D1447006-A4B9-74D8-8804-DEB9A50278EF}"/>
                  </a:ext>
                </a:extLst>
              </p:cNvPr>
              <p:cNvSpPr/>
              <p:nvPr/>
            </p:nvSpPr>
            <p:spPr>
              <a:xfrm>
                <a:off x="3104717" y="2838577"/>
                <a:ext cx="1304104" cy="326705"/>
              </a:xfrm>
              <a:prstGeom prst="roundRect">
                <a:avLst>
                  <a:gd name="adj" fmla="val 9184"/>
                </a:avLst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T"/>
              </a:p>
            </p:txBody>
          </p:sp>
          <p:sp>
            <p:nvSpPr>
              <p:cNvPr id="83" name="Textbos: Create Your">
                <a:extLst>
                  <a:ext uri="{FF2B5EF4-FFF2-40B4-BE49-F238E27FC236}">
                    <a16:creationId xmlns:a16="http://schemas.microsoft.com/office/drawing/2014/main" id="{7BAA5A3B-22F6-0DE5-A612-499C43874860}"/>
                  </a:ext>
                </a:extLst>
              </p:cNvPr>
              <p:cNvSpPr txBox="1"/>
              <p:nvPr/>
            </p:nvSpPr>
            <p:spPr>
              <a:xfrm>
                <a:off x="3154301" y="2854787"/>
                <a:ext cx="335989" cy="196977"/>
              </a:xfrm>
              <a:prstGeom prst="rect">
                <a:avLst/>
              </a:prstGeom>
              <a:noFill/>
            </p:spPr>
            <p:txBody>
              <a:bodyPr wrap="none" lIns="0" rtlCol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Medium" pitchFamily="2" charset="77"/>
                    <a:cs typeface="Poppins Medium" pitchFamily="2" charset="77"/>
                  </a:rPr>
                  <a:t>Gym</a:t>
                </a:r>
              </a:p>
            </p:txBody>
          </p:sp>
          <p:sp>
            <p:nvSpPr>
              <p:cNvPr id="84" name="Textbos: Create Your">
                <a:extLst>
                  <a:ext uri="{FF2B5EF4-FFF2-40B4-BE49-F238E27FC236}">
                    <a16:creationId xmlns:a16="http://schemas.microsoft.com/office/drawing/2014/main" id="{055A7535-6C93-A586-AE5D-DA65FC78405D}"/>
                  </a:ext>
                </a:extLst>
              </p:cNvPr>
              <p:cNvSpPr txBox="1"/>
              <p:nvPr/>
            </p:nvSpPr>
            <p:spPr>
              <a:xfrm>
                <a:off x="3154301" y="2995793"/>
                <a:ext cx="514308" cy="13943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700" dirty="0">
                    <a:solidFill>
                      <a:prstClr val="white"/>
                    </a:solidFill>
                    <a:latin typeface="Poppins Light" pitchFamily="2" charset="77"/>
                    <a:cs typeface="Poppins Light" pitchFamily="2" charset="77"/>
                  </a:rPr>
                  <a:t>10</a:t>
                </a:r>
                <a:r>
                  <a:rPr kumimoji="0" lang="en-US" sz="7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Light" pitchFamily="2" charset="77"/>
                    <a:cs typeface="Poppins Light" pitchFamily="2" charset="77"/>
                  </a:rPr>
                  <a:t>:00 -11:00</a:t>
                </a:r>
              </a:p>
            </p:txBody>
          </p:sp>
        </p:grpSp>
        <p:sp>
          <p:nvSpPr>
            <p:cNvPr id="85" name="Rounded Rectangle 84">
              <a:extLst>
                <a:ext uri="{FF2B5EF4-FFF2-40B4-BE49-F238E27FC236}">
                  <a16:creationId xmlns:a16="http://schemas.microsoft.com/office/drawing/2014/main" id="{698AA242-44EC-064E-3EDE-5E97E123D57D}"/>
                </a:ext>
              </a:extLst>
            </p:cNvPr>
            <p:cNvSpPr/>
            <p:nvPr/>
          </p:nvSpPr>
          <p:spPr>
            <a:xfrm>
              <a:off x="3052235" y="2457164"/>
              <a:ext cx="52482" cy="32670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40228" algn="l" rotWithShape="0">
                <a:schemeClr val="bg1">
                  <a:alpha val="70000"/>
                </a:schemeClr>
              </a:outerShdw>
            </a:effectLst>
          </p:spPr>
          <p:txBody>
            <a:bodyPr rtlCol="0" anchor="ctr"/>
            <a:lstStyle/>
            <a:p>
              <a:pPr algn="ctr"/>
              <a:endParaRPr lang="en-LT" kern="0">
                <a:solidFill>
                  <a:prstClr val="white"/>
                </a:solidFill>
                <a:latin typeface="Montserrat" panose="00000500000000000000" pitchFamily="2" charset="0"/>
              </a:endParaRPr>
            </a:p>
          </p:txBody>
        </p:sp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F3BD11E7-949C-6BCE-2C9B-FF3BA3433CCC}"/>
                </a:ext>
              </a:extLst>
            </p:cNvPr>
            <p:cNvGrpSpPr/>
            <p:nvPr/>
          </p:nvGrpSpPr>
          <p:grpSpPr>
            <a:xfrm>
              <a:off x="3052235" y="3224437"/>
              <a:ext cx="1356586" cy="326705"/>
              <a:chOff x="3052235" y="2838577"/>
              <a:chExt cx="1356586" cy="326705"/>
            </a:xfrm>
          </p:grpSpPr>
          <p:sp>
            <p:nvSpPr>
              <p:cNvPr id="145" name="Rounded Rectangle 144">
                <a:extLst>
                  <a:ext uri="{FF2B5EF4-FFF2-40B4-BE49-F238E27FC236}">
                    <a16:creationId xmlns:a16="http://schemas.microsoft.com/office/drawing/2014/main" id="{FF63DF0A-21F5-F15A-1F12-4F0A67DD39E1}"/>
                  </a:ext>
                </a:extLst>
              </p:cNvPr>
              <p:cNvSpPr/>
              <p:nvPr/>
            </p:nvSpPr>
            <p:spPr>
              <a:xfrm>
                <a:off x="3052235" y="2838577"/>
                <a:ext cx="52482" cy="326705"/>
              </a:xfrm>
              <a:prstGeom prst="roundRect">
                <a:avLst>
                  <a:gd name="adj" fmla="val 50000"/>
                </a:avLst>
              </a:prstGeom>
              <a:solidFill>
                <a:srgbClr val="FF0073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27000" dist="40228" algn="l" rotWithShape="0">
                  <a:srgbClr val="FF0073">
                    <a:alpha val="70000"/>
                  </a:srgb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LT" kern="0">
                  <a:solidFill>
                    <a:prstClr val="white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146" name="Rounded Rectangle 145">
                <a:extLst>
                  <a:ext uri="{FF2B5EF4-FFF2-40B4-BE49-F238E27FC236}">
                    <a16:creationId xmlns:a16="http://schemas.microsoft.com/office/drawing/2014/main" id="{8782ED72-6DE9-B4AF-5512-F5CDBE56D4A7}"/>
                  </a:ext>
                </a:extLst>
              </p:cNvPr>
              <p:cNvSpPr/>
              <p:nvPr/>
            </p:nvSpPr>
            <p:spPr>
              <a:xfrm>
                <a:off x="3104717" y="2838577"/>
                <a:ext cx="1304104" cy="326705"/>
              </a:xfrm>
              <a:prstGeom prst="roundRect">
                <a:avLst>
                  <a:gd name="adj" fmla="val 9184"/>
                </a:avLst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T"/>
              </a:p>
            </p:txBody>
          </p:sp>
          <p:sp>
            <p:nvSpPr>
              <p:cNvPr id="147" name="Textbos: Create Your">
                <a:extLst>
                  <a:ext uri="{FF2B5EF4-FFF2-40B4-BE49-F238E27FC236}">
                    <a16:creationId xmlns:a16="http://schemas.microsoft.com/office/drawing/2014/main" id="{333149B4-ACB7-E475-B301-2D367011F9F2}"/>
                  </a:ext>
                </a:extLst>
              </p:cNvPr>
              <p:cNvSpPr txBox="1"/>
              <p:nvPr/>
            </p:nvSpPr>
            <p:spPr>
              <a:xfrm>
                <a:off x="3154301" y="2854787"/>
                <a:ext cx="335989" cy="196977"/>
              </a:xfrm>
              <a:prstGeom prst="rect">
                <a:avLst/>
              </a:prstGeom>
              <a:noFill/>
            </p:spPr>
            <p:txBody>
              <a:bodyPr wrap="none" lIns="0" rtlCol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dirty="0">
                    <a:solidFill>
                      <a:prstClr val="white"/>
                    </a:solidFill>
                    <a:latin typeface="Poppins Medium" pitchFamily="2" charset="77"/>
                    <a:cs typeface="Poppins Medium" pitchFamily="2" charset="77"/>
                  </a:rPr>
                  <a:t>Meeting</a:t>
                </a:r>
                <a:endParaRPr kumimoji="0" lang="en-US" sz="8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Medium" pitchFamily="2" charset="77"/>
                  <a:cs typeface="Poppins Medium" pitchFamily="2" charset="77"/>
                </a:endParaRPr>
              </a:p>
            </p:txBody>
          </p:sp>
          <p:sp>
            <p:nvSpPr>
              <p:cNvPr id="148" name="Textbos: Create Your">
                <a:extLst>
                  <a:ext uri="{FF2B5EF4-FFF2-40B4-BE49-F238E27FC236}">
                    <a16:creationId xmlns:a16="http://schemas.microsoft.com/office/drawing/2014/main" id="{17091423-FC04-15AF-3D66-75AA79F68FD6}"/>
                  </a:ext>
                </a:extLst>
              </p:cNvPr>
              <p:cNvSpPr txBox="1"/>
              <p:nvPr/>
            </p:nvSpPr>
            <p:spPr>
              <a:xfrm>
                <a:off x="3154301" y="2995793"/>
                <a:ext cx="514308" cy="13943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700" dirty="0">
                    <a:solidFill>
                      <a:prstClr val="white"/>
                    </a:solidFill>
                    <a:latin typeface="Poppins Light" pitchFamily="2" charset="77"/>
                    <a:cs typeface="Poppins Light" pitchFamily="2" charset="77"/>
                  </a:rPr>
                  <a:t>12</a:t>
                </a:r>
                <a:r>
                  <a:rPr kumimoji="0" lang="en-US" sz="7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Light" pitchFamily="2" charset="77"/>
                    <a:cs typeface="Poppins Light" pitchFamily="2" charset="77"/>
                  </a:rPr>
                  <a:t>:00 -13:00</a:t>
                </a:r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02E54A4E-D0FC-6199-22A7-B371DD911792}"/>
                </a:ext>
              </a:extLst>
            </p:cNvPr>
            <p:cNvGrpSpPr/>
            <p:nvPr/>
          </p:nvGrpSpPr>
          <p:grpSpPr>
            <a:xfrm>
              <a:off x="3052235" y="3613962"/>
              <a:ext cx="1356586" cy="326705"/>
              <a:chOff x="3052235" y="2838577"/>
              <a:chExt cx="1356586" cy="326705"/>
            </a:xfrm>
          </p:grpSpPr>
          <p:sp>
            <p:nvSpPr>
              <p:cNvPr id="150" name="Rounded Rectangle 149">
                <a:extLst>
                  <a:ext uri="{FF2B5EF4-FFF2-40B4-BE49-F238E27FC236}">
                    <a16:creationId xmlns:a16="http://schemas.microsoft.com/office/drawing/2014/main" id="{E5866CDF-DA8E-958A-224A-4521046F7EFC}"/>
                  </a:ext>
                </a:extLst>
              </p:cNvPr>
              <p:cNvSpPr/>
              <p:nvPr/>
            </p:nvSpPr>
            <p:spPr>
              <a:xfrm>
                <a:off x="3052235" y="2838577"/>
                <a:ext cx="52482" cy="326705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27000" dist="40228" algn="l" rotWithShape="0">
                  <a:schemeClr val="bg1">
                    <a:alpha val="70000"/>
                  </a:scheme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LT" kern="0">
                  <a:solidFill>
                    <a:prstClr val="white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151" name="Rounded Rectangle 150">
                <a:extLst>
                  <a:ext uri="{FF2B5EF4-FFF2-40B4-BE49-F238E27FC236}">
                    <a16:creationId xmlns:a16="http://schemas.microsoft.com/office/drawing/2014/main" id="{C4DBC5F0-54C7-6689-5A5C-1F89404458BE}"/>
                  </a:ext>
                </a:extLst>
              </p:cNvPr>
              <p:cNvSpPr/>
              <p:nvPr/>
            </p:nvSpPr>
            <p:spPr>
              <a:xfrm>
                <a:off x="3104717" y="2838577"/>
                <a:ext cx="1304104" cy="326705"/>
              </a:xfrm>
              <a:prstGeom prst="roundRect">
                <a:avLst>
                  <a:gd name="adj" fmla="val 9184"/>
                </a:avLst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T"/>
              </a:p>
            </p:txBody>
          </p:sp>
          <p:sp>
            <p:nvSpPr>
              <p:cNvPr id="152" name="Textbos: Create Your">
                <a:extLst>
                  <a:ext uri="{FF2B5EF4-FFF2-40B4-BE49-F238E27FC236}">
                    <a16:creationId xmlns:a16="http://schemas.microsoft.com/office/drawing/2014/main" id="{0110E646-265C-8B39-E5EA-D1AE37FE2746}"/>
                  </a:ext>
                </a:extLst>
              </p:cNvPr>
              <p:cNvSpPr txBox="1"/>
              <p:nvPr/>
            </p:nvSpPr>
            <p:spPr>
              <a:xfrm>
                <a:off x="3154301" y="2854787"/>
                <a:ext cx="335989" cy="196977"/>
              </a:xfrm>
              <a:prstGeom prst="rect">
                <a:avLst/>
              </a:prstGeom>
              <a:noFill/>
            </p:spPr>
            <p:txBody>
              <a:bodyPr wrap="none" lIns="0" rtlCol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Medium" pitchFamily="2" charset="77"/>
                    <a:cs typeface="Poppins Medium" pitchFamily="2" charset="77"/>
                  </a:rPr>
                  <a:t>Lunch</a:t>
                </a:r>
              </a:p>
            </p:txBody>
          </p:sp>
          <p:sp>
            <p:nvSpPr>
              <p:cNvPr id="153" name="Textbos: Create Your">
                <a:extLst>
                  <a:ext uri="{FF2B5EF4-FFF2-40B4-BE49-F238E27FC236}">
                    <a16:creationId xmlns:a16="http://schemas.microsoft.com/office/drawing/2014/main" id="{79B1D156-73E5-3D23-FE1E-2E60370CB3AE}"/>
                  </a:ext>
                </a:extLst>
              </p:cNvPr>
              <p:cNvSpPr txBox="1"/>
              <p:nvPr/>
            </p:nvSpPr>
            <p:spPr>
              <a:xfrm>
                <a:off x="3154301" y="2995793"/>
                <a:ext cx="514308" cy="13943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700" dirty="0">
                    <a:solidFill>
                      <a:prstClr val="white"/>
                    </a:solidFill>
                    <a:latin typeface="Poppins Light" pitchFamily="2" charset="77"/>
                    <a:cs typeface="Poppins Light" pitchFamily="2" charset="77"/>
                  </a:rPr>
                  <a:t>13</a:t>
                </a:r>
                <a:r>
                  <a:rPr kumimoji="0" lang="en-US" sz="7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Light" pitchFamily="2" charset="77"/>
                    <a:cs typeface="Poppins Light" pitchFamily="2" charset="77"/>
                  </a:rPr>
                  <a:t>:00 -14:00</a:t>
                </a:r>
              </a:p>
            </p:txBody>
          </p: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9288D955-A778-B1C2-1ACE-92E28C77EED5}"/>
                </a:ext>
              </a:extLst>
            </p:cNvPr>
            <p:cNvGrpSpPr/>
            <p:nvPr/>
          </p:nvGrpSpPr>
          <p:grpSpPr>
            <a:xfrm>
              <a:off x="3052235" y="4003487"/>
              <a:ext cx="1356586" cy="326705"/>
              <a:chOff x="3052235" y="2838577"/>
              <a:chExt cx="1356586" cy="326705"/>
            </a:xfrm>
          </p:grpSpPr>
          <p:sp>
            <p:nvSpPr>
              <p:cNvPr id="155" name="Rounded Rectangle 154">
                <a:extLst>
                  <a:ext uri="{FF2B5EF4-FFF2-40B4-BE49-F238E27FC236}">
                    <a16:creationId xmlns:a16="http://schemas.microsoft.com/office/drawing/2014/main" id="{7A7EDD87-B45C-E509-F18C-A5C7CE552116}"/>
                  </a:ext>
                </a:extLst>
              </p:cNvPr>
              <p:cNvSpPr/>
              <p:nvPr/>
            </p:nvSpPr>
            <p:spPr>
              <a:xfrm>
                <a:off x="3052235" y="2838577"/>
                <a:ext cx="52482" cy="326705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27000" dist="40228" algn="l" rotWithShape="0">
                  <a:schemeClr val="bg1">
                    <a:alpha val="70000"/>
                  </a:scheme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LT" kern="0">
                  <a:solidFill>
                    <a:prstClr val="white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156" name="Rounded Rectangle 155">
                <a:extLst>
                  <a:ext uri="{FF2B5EF4-FFF2-40B4-BE49-F238E27FC236}">
                    <a16:creationId xmlns:a16="http://schemas.microsoft.com/office/drawing/2014/main" id="{424D9A15-D36C-C081-E560-3FA9E1945A0C}"/>
                  </a:ext>
                </a:extLst>
              </p:cNvPr>
              <p:cNvSpPr/>
              <p:nvPr/>
            </p:nvSpPr>
            <p:spPr>
              <a:xfrm>
                <a:off x="3104717" y="2838577"/>
                <a:ext cx="1304104" cy="326705"/>
              </a:xfrm>
              <a:prstGeom prst="roundRect">
                <a:avLst>
                  <a:gd name="adj" fmla="val 9184"/>
                </a:avLst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T"/>
              </a:p>
            </p:txBody>
          </p:sp>
          <p:sp>
            <p:nvSpPr>
              <p:cNvPr id="157" name="Textbos: Create Your">
                <a:extLst>
                  <a:ext uri="{FF2B5EF4-FFF2-40B4-BE49-F238E27FC236}">
                    <a16:creationId xmlns:a16="http://schemas.microsoft.com/office/drawing/2014/main" id="{003869E6-9BB1-7B50-566C-CD271FEE289E}"/>
                  </a:ext>
                </a:extLst>
              </p:cNvPr>
              <p:cNvSpPr txBox="1"/>
              <p:nvPr/>
            </p:nvSpPr>
            <p:spPr>
              <a:xfrm>
                <a:off x="3154301" y="2854787"/>
                <a:ext cx="681548" cy="196977"/>
              </a:xfrm>
              <a:prstGeom prst="rect">
                <a:avLst/>
              </a:prstGeom>
              <a:noFill/>
            </p:spPr>
            <p:txBody>
              <a:bodyPr wrap="none" lIns="0" rtlCol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Medium" pitchFamily="2" charset="77"/>
                    <a:cs typeface="Poppins Medium" pitchFamily="2" charset="77"/>
                  </a:rPr>
                  <a:t>Design Work</a:t>
                </a:r>
              </a:p>
            </p:txBody>
          </p:sp>
          <p:sp>
            <p:nvSpPr>
              <p:cNvPr id="158" name="Textbos: Create Your">
                <a:extLst>
                  <a:ext uri="{FF2B5EF4-FFF2-40B4-BE49-F238E27FC236}">
                    <a16:creationId xmlns:a16="http://schemas.microsoft.com/office/drawing/2014/main" id="{0EE23829-316C-772F-3B03-267CCFDD79A0}"/>
                  </a:ext>
                </a:extLst>
              </p:cNvPr>
              <p:cNvSpPr txBox="1"/>
              <p:nvPr/>
            </p:nvSpPr>
            <p:spPr>
              <a:xfrm>
                <a:off x="3154301" y="2995793"/>
                <a:ext cx="514308" cy="13943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700" dirty="0">
                    <a:solidFill>
                      <a:prstClr val="white"/>
                    </a:solidFill>
                    <a:latin typeface="Poppins Light" pitchFamily="2" charset="77"/>
                    <a:cs typeface="Poppins Light" pitchFamily="2" charset="77"/>
                  </a:rPr>
                  <a:t>15</a:t>
                </a:r>
                <a:r>
                  <a:rPr kumimoji="0" lang="en-US" sz="7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Light" pitchFamily="2" charset="77"/>
                    <a:cs typeface="Poppins Light" pitchFamily="2" charset="77"/>
                  </a:rPr>
                  <a:t>:00 -16:00</a:t>
                </a:r>
              </a:p>
            </p:txBody>
          </p:sp>
        </p:grp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1334E8A1-4880-D68A-DC05-3F2E095419DA}"/>
                </a:ext>
              </a:extLst>
            </p:cNvPr>
            <p:cNvGrpSpPr/>
            <p:nvPr/>
          </p:nvGrpSpPr>
          <p:grpSpPr>
            <a:xfrm>
              <a:off x="3052235" y="4393012"/>
              <a:ext cx="1356586" cy="326705"/>
              <a:chOff x="3052235" y="2838577"/>
              <a:chExt cx="1356586" cy="326705"/>
            </a:xfrm>
          </p:grpSpPr>
          <p:sp>
            <p:nvSpPr>
              <p:cNvPr id="160" name="Rounded Rectangle 159">
                <a:extLst>
                  <a:ext uri="{FF2B5EF4-FFF2-40B4-BE49-F238E27FC236}">
                    <a16:creationId xmlns:a16="http://schemas.microsoft.com/office/drawing/2014/main" id="{377B0E0E-E5F3-DB4C-533A-A18FBB40E684}"/>
                  </a:ext>
                </a:extLst>
              </p:cNvPr>
              <p:cNvSpPr/>
              <p:nvPr/>
            </p:nvSpPr>
            <p:spPr>
              <a:xfrm>
                <a:off x="3052235" y="2838577"/>
                <a:ext cx="52482" cy="326705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27000" dist="40228" algn="l" rotWithShape="0">
                  <a:schemeClr val="bg1">
                    <a:alpha val="70000"/>
                  </a:scheme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LT" kern="0">
                  <a:solidFill>
                    <a:prstClr val="white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161" name="Rounded Rectangle 160">
                <a:extLst>
                  <a:ext uri="{FF2B5EF4-FFF2-40B4-BE49-F238E27FC236}">
                    <a16:creationId xmlns:a16="http://schemas.microsoft.com/office/drawing/2014/main" id="{3A2EEA26-9354-81B9-38DA-5AF9A111FD61}"/>
                  </a:ext>
                </a:extLst>
              </p:cNvPr>
              <p:cNvSpPr/>
              <p:nvPr/>
            </p:nvSpPr>
            <p:spPr>
              <a:xfrm>
                <a:off x="3104717" y="2838577"/>
                <a:ext cx="1304104" cy="326705"/>
              </a:xfrm>
              <a:prstGeom prst="roundRect">
                <a:avLst>
                  <a:gd name="adj" fmla="val 9184"/>
                </a:avLst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T"/>
              </a:p>
            </p:txBody>
          </p:sp>
          <p:sp>
            <p:nvSpPr>
              <p:cNvPr id="162" name="Textbos: Create Your">
                <a:extLst>
                  <a:ext uri="{FF2B5EF4-FFF2-40B4-BE49-F238E27FC236}">
                    <a16:creationId xmlns:a16="http://schemas.microsoft.com/office/drawing/2014/main" id="{0D8056CF-B25E-D2D2-D126-E366043C3E47}"/>
                  </a:ext>
                </a:extLst>
              </p:cNvPr>
              <p:cNvSpPr txBox="1"/>
              <p:nvPr/>
            </p:nvSpPr>
            <p:spPr>
              <a:xfrm>
                <a:off x="3154301" y="2854787"/>
                <a:ext cx="335989" cy="196977"/>
              </a:xfrm>
              <a:prstGeom prst="rect">
                <a:avLst/>
              </a:prstGeom>
              <a:noFill/>
            </p:spPr>
            <p:txBody>
              <a:bodyPr wrap="none" lIns="0" rtlCol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Medium" pitchFamily="2" charset="77"/>
                    <a:cs typeface="Poppins Medium" pitchFamily="2" charset="77"/>
                  </a:rPr>
                  <a:t>Yoga</a:t>
                </a:r>
              </a:p>
            </p:txBody>
          </p:sp>
          <p:sp>
            <p:nvSpPr>
              <p:cNvPr id="163" name="Textbos: Create Your">
                <a:extLst>
                  <a:ext uri="{FF2B5EF4-FFF2-40B4-BE49-F238E27FC236}">
                    <a16:creationId xmlns:a16="http://schemas.microsoft.com/office/drawing/2014/main" id="{6397D107-7A9F-63A6-CB14-B42D41C616A4}"/>
                  </a:ext>
                </a:extLst>
              </p:cNvPr>
              <p:cNvSpPr txBox="1"/>
              <p:nvPr/>
            </p:nvSpPr>
            <p:spPr>
              <a:xfrm>
                <a:off x="3154301" y="2995793"/>
                <a:ext cx="514308" cy="13943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700" dirty="0">
                    <a:solidFill>
                      <a:prstClr val="white"/>
                    </a:solidFill>
                    <a:latin typeface="Poppins Light" pitchFamily="2" charset="77"/>
                    <a:cs typeface="Poppins Light" pitchFamily="2" charset="77"/>
                  </a:rPr>
                  <a:t>17:0</a:t>
                </a:r>
                <a:r>
                  <a:rPr kumimoji="0" lang="en-US" sz="7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Light" pitchFamily="2" charset="77"/>
                    <a:cs typeface="Poppins Light" pitchFamily="2" charset="77"/>
                  </a:rPr>
                  <a:t>0 -18:00</a:t>
                </a:r>
              </a:p>
            </p:txBody>
          </p:sp>
        </p:grp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AD9EFD2D-02C3-0840-8CBC-A1C7DE16F989}"/>
                </a:ext>
              </a:extLst>
            </p:cNvPr>
            <p:cNvGrpSpPr/>
            <p:nvPr/>
          </p:nvGrpSpPr>
          <p:grpSpPr>
            <a:xfrm>
              <a:off x="3052235" y="4782537"/>
              <a:ext cx="1356586" cy="326705"/>
              <a:chOff x="3052235" y="2838577"/>
              <a:chExt cx="1356586" cy="326705"/>
            </a:xfrm>
          </p:grpSpPr>
          <p:sp>
            <p:nvSpPr>
              <p:cNvPr id="165" name="Rounded Rectangle 164">
                <a:extLst>
                  <a:ext uri="{FF2B5EF4-FFF2-40B4-BE49-F238E27FC236}">
                    <a16:creationId xmlns:a16="http://schemas.microsoft.com/office/drawing/2014/main" id="{189702E5-5BB5-AFF8-C3F6-906F28BA397C}"/>
                  </a:ext>
                </a:extLst>
              </p:cNvPr>
              <p:cNvSpPr/>
              <p:nvPr/>
            </p:nvSpPr>
            <p:spPr>
              <a:xfrm>
                <a:off x="3052235" y="2838577"/>
                <a:ext cx="52482" cy="326705"/>
              </a:xfrm>
              <a:prstGeom prst="roundRect">
                <a:avLst>
                  <a:gd name="adj" fmla="val 50000"/>
                </a:avLst>
              </a:prstGeom>
              <a:solidFill>
                <a:srgbClr val="00FFEC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27000" dist="40228" algn="l" rotWithShape="0">
                  <a:srgbClr val="00FFEC">
                    <a:alpha val="70000"/>
                  </a:srgb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LT" kern="0">
                  <a:solidFill>
                    <a:prstClr val="white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166" name="Rounded Rectangle 165">
                <a:extLst>
                  <a:ext uri="{FF2B5EF4-FFF2-40B4-BE49-F238E27FC236}">
                    <a16:creationId xmlns:a16="http://schemas.microsoft.com/office/drawing/2014/main" id="{B54F9431-ADA1-0C9C-5C86-5A51150C39DC}"/>
                  </a:ext>
                </a:extLst>
              </p:cNvPr>
              <p:cNvSpPr/>
              <p:nvPr/>
            </p:nvSpPr>
            <p:spPr>
              <a:xfrm>
                <a:off x="3104717" y="2838577"/>
                <a:ext cx="1304104" cy="326705"/>
              </a:xfrm>
              <a:prstGeom prst="roundRect">
                <a:avLst>
                  <a:gd name="adj" fmla="val 9184"/>
                </a:avLst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T"/>
              </a:p>
            </p:txBody>
          </p:sp>
          <p:sp>
            <p:nvSpPr>
              <p:cNvPr id="167" name="Textbos: Create Your">
                <a:extLst>
                  <a:ext uri="{FF2B5EF4-FFF2-40B4-BE49-F238E27FC236}">
                    <a16:creationId xmlns:a16="http://schemas.microsoft.com/office/drawing/2014/main" id="{39C5D839-5358-932D-1BF6-DD125EA23AF9}"/>
                  </a:ext>
                </a:extLst>
              </p:cNvPr>
              <p:cNvSpPr txBox="1"/>
              <p:nvPr/>
            </p:nvSpPr>
            <p:spPr>
              <a:xfrm>
                <a:off x="3154301" y="2854787"/>
                <a:ext cx="335989" cy="196977"/>
              </a:xfrm>
              <a:prstGeom prst="rect">
                <a:avLst/>
              </a:prstGeom>
              <a:noFill/>
            </p:spPr>
            <p:txBody>
              <a:bodyPr wrap="none" lIns="0" rtlCol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Medium" pitchFamily="2" charset="77"/>
                    <a:cs typeface="Poppins Medium" pitchFamily="2" charset="77"/>
                  </a:rPr>
                  <a:t>Meditation</a:t>
                </a:r>
              </a:p>
            </p:txBody>
          </p:sp>
          <p:sp>
            <p:nvSpPr>
              <p:cNvPr id="168" name="Textbos: Create Your">
                <a:extLst>
                  <a:ext uri="{FF2B5EF4-FFF2-40B4-BE49-F238E27FC236}">
                    <a16:creationId xmlns:a16="http://schemas.microsoft.com/office/drawing/2014/main" id="{5DC2586D-10A0-044F-F0E5-4E15C4F83C64}"/>
                  </a:ext>
                </a:extLst>
              </p:cNvPr>
              <p:cNvSpPr txBox="1"/>
              <p:nvPr/>
            </p:nvSpPr>
            <p:spPr>
              <a:xfrm>
                <a:off x="3154301" y="2995793"/>
                <a:ext cx="514308" cy="13943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700" dirty="0">
                    <a:solidFill>
                      <a:prstClr val="white"/>
                    </a:solidFill>
                    <a:latin typeface="Poppins Light" pitchFamily="2" charset="77"/>
                    <a:cs typeface="Poppins Light" pitchFamily="2" charset="77"/>
                  </a:rPr>
                  <a:t>19</a:t>
                </a:r>
                <a:r>
                  <a:rPr kumimoji="0" lang="en-US" sz="7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Light" pitchFamily="2" charset="77"/>
                    <a:cs typeface="Poppins Light" pitchFamily="2" charset="77"/>
                  </a:rPr>
                  <a:t>:00 -20:00</a:t>
                </a:r>
              </a:p>
            </p:txBody>
          </p:sp>
        </p:grp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DF9B84F9-5F91-09A2-4811-1F4D211C3F32}"/>
              </a:ext>
            </a:extLst>
          </p:cNvPr>
          <p:cNvGrpSpPr/>
          <p:nvPr/>
        </p:nvGrpSpPr>
        <p:grpSpPr>
          <a:xfrm>
            <a:off x="4914333" y="1798517"/>
            <a:ext cx="1553862" cy="553403"/>
            <a:chOff x="3695772" y="1368979"/>
            <a:chExt cx="1553862" cy="553403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73251497-EF7D-6642-652C-C29795EECFC6}"/>
                </a:ext>
              </a:extLst>
            </p:cNvPr>
            <p:cNvGrpSpPr/>
            <p:nvPr/>
          </p:nvGrpSpPr>
          <p:grpSpPr>
            <a:xfrm>
              <a:off x="3695772" y="1368979"/>
              <a:ext cx="335989" cy="553403"/>
              <a:chOff x="4568910" y="3433357"/>
              <a:chExt cx="335989" cy="553403"/>
            </a:xfrm>
          </p:grpSpPr>
          <p:sp>
            <p:nvSpPr>
              <p:cNvPr id="122" name="Textbos: Create Your">
                <a:extLst>
                  <a:ext uri="{FF2B5EF4-FFF2-40B4-BE49-F238E27FC236}">
                    <a16:creationId xmlns:a16="http://schemas.microsoft.com/office/drawing/2014/main" id="{84B27885-9C58-4CF2-D17B-53DB66C4E924}"/>
                  </a:ext>
                </a:extLst>
              </p:cNvPr>
              <p:cNvSpPr txBox="1"/>
              <p:nvPr/>
            </p:nvSpPr>
            <p:spPr>
              <a:xfrm>
                <a:off x="4629503" y="3433357"/>
                <a:ext cx="214802" cy="9156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700" dirty="0">
                    <a:solidFill>
                      <a:prstClr val="white"/>
                    </a:solidFill>
                    <a:latin typeface="Poppins Light" pitchFamily="2" charset="77"/>
                    <a:cs typeface="Poppins Light" pitchFamily="2" charset="77"/>
                  </a:rPr>
                  <a:t>9 AM</a:t>
                </a:r>
                <a:endParaRPr kumimoji="0" lang="en-US" sz="7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Light" pitchFamily="2" charset="77"/>
                  <a:cs typeface="Poppins Light" pitchFamily="2" charset="77"/>
                </a:endParaRPr>
              </a:p>
            </p:txBody>
          </p:sp>
          <p:sp>
            <p:nvSpPr>
              <p:cNvPr id="123" name="Textbos: Create Your">
                <a:extLst>
                  <a:ext uri="{FF2B5EF4-FFF2-40B4-BE49-F238E27FC236}">
                    <a16:creationId xmlns:a16="http://schemas.microsoft.com/office/drawing/2014/main" id="{C7947E24-8ED9-4408-ACC7-694CE464EFAC}"/>
                  </a:ext>
                </a:extLst>
              </p:cNvPr>
              <p:cNvSpPr txBox="1"/>
              <p:nvPr/>
            </p:nvSpPr>
            <p:spPr>
              <a:xfrm>
                <a:off x="4568910" y="3789783"/>
                <a:ext cx="335989" cy="1969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>
                  <a:lnSpc>
                    <a:spcPct val="80000"/>
                  </a:lnSpc>
                  <a:defRPr/>
                </a:pPr>
                <a:r>
                  <a:rPr kumimoji="0" lang="en-US" sz="8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Medium" pitchFamily="2" charset="77"/>
                    <a:cs typeface="Poppins Medium" pitchFamily="2" charset="77"/>
                  </a:rPr>
                  <a:t>16</a:t>
                </a:r>
                <a:r>
                  <a:rPr lang="en-US" sz="800" dirty="0">
                    <a:solidFill>
                      <a:prstClr val="white"/>
                    </a:solidFill>
                    <a:latin typeface="Poppins Medium" pitchFamily="2" charset="77"/>
                    <a:cs typeface="Poppins Medium" pitchFamily="2" charset="77"/>
                  </a:rPr>
                  <a:t>°</a:t>
                </a:r>
                <a:endParaRPr kumimoji="0" lang="en-US" sz="8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Medium" pitchFamily="2" charset="77"/>
                  <a:cs typeface="Poppins Medium" pitchFamily="2" charset="77"/>
                </a:endParaRPr>
              </a:p>
            </p:txBody>
          </p:sp>
          <p:pic>
            <p:nvPicPr>
              <p:cNvPr id="124" name="Graphic 123" descr="Cloud with solid fill">
                <a:extLst>
                  <a:ext uri="{FF2B5EF4-FFF2-40B4-BE49-F238E27FC236}">
                    <a16:creationId xmlns:a16="http://schemas.microsoft.com/office/drawing/2014/main" id="{C7ADA933-9435-3B63-E58D-9A2B71DAD1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621479" y="3541927"/>
                <a:ext cx="230850" cy="230850"/>
              </a:xfrm>
              <a:prstGeom prst="rect">
                <a:avLst/>
              </a:prstGeom>
            </p:spPr>
          </p:pic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F87AD623-2C4D-A268-E8C2-E727ABF24D1F}"/>
                </a:ext>
              </a:extLst>
            </p:cNvPr>
            <p:cNvGrpSpPr/>
            <p:nvPr/>
          </p:nvGrpSpPr>
          <p:grpSpPr>
            <a:xfrm>
              <a:off x="4101730" y="1368979"/>
              <a:ext cx="335989" cy="553403"/>
              <a:chOff x="4771330" y="3350179"/>
              <a:chExt cx="335989" cy="553403"/>
            </a:xfrm>
          </p:grpSpPr>
          <p:sp>
            <p:nvSpPr>
              <p:cNvPr id="118" name="Textbos: Create Your">
                <a:extLst>
                  <a:ext uri="{FF2B5EF4-FFF2-40B4-BE49-F238E27FC236}">
                    <a16:creationId xmlns:a16="http://schemas.microsoft.com/office/drawing/2014/main" id="{A31DA585-720F-4E0D-04A8-2CA850B5425B}"/>
                  </a:ext>
                </a:extLst>
              </p:cNvPr>
              <p:cNvSpPr txBox="1"/>
              <p:nvPr/>
            </p:nvSpPr>
            <p:spPr>
              <a:xfrm>
                <a:off x="4831923" y="3350179"/>
                <a:ext cx="214802" cy="9156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700" dirty="0">
                    <a:solidFill>
                      <a:prstClr val="white"/>
                    </a:solidFill>
                    <a:latin typeface="Poppins Light" pitchFamily="2" charset="77"/>
                    <a:cs typeface="Poppins Light" pitchFamily="2" charset="77"/>
                  </a:rPr>
                  <a:t>10 AM</a:t>
                </a:r>
                <a:endParaRPr kumimoji="0" lang="en-US" sz="7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Light" pitchFamily="2" charset="77"/>
                  <a:cs typeface="Poppins Light" pitchFamily="2" charset="77"/>
                </a:endParaRPr>
              </a:p>
            </p:txBody>
          </p:sp>
          <p:sp>
            <p:nvSpPr>
              <p:cNvPr id="119" name="Textbos: Create Your">
                <a:extLst>
                  <a:ext uri="{FF2B5EF4-FFF2-40B4-BE49-F238E27FC236}">
                    <a16:creationId xmlns:a16="http://schemas.microsoft.com/office/drawing/2014/main" id="{5D5B7465-C2C7-FFD8-26B6-210169D6C2EF}"/>
                  </a:ext>
                </a:extLst>
              </p:cNvPr>
              <p:cNvSpPr txBox="1"/>
              <p:nvPr/>
            </p:nvSpPr>
            <p:spPr>
              <a:xfrm>
                <a:off x="4771330" y="3706605"/>
                <a:ext cx="335989" cy="1969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>
                  <a:lnSpc>
                    <a:spcPct val="80000"/>
                  </a:lnSpc>
                  <a:defRPr/>
                </a:pPr>
                <a:r>
                  <a:rPr kumimoji="0" lang="en-US" sz="8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oppins Medium" pitchFamily="2" charset="77"/>
                    <a:cs typeface="Poppins Medium" pitchFamily="2" charset="77"/>
                  </a:rPr>
                  <a:t>18</a:t>
                </a:r>
                <a:r>
                  <a:rPr lang="en-US" sz="800" dirty="0">
                    <a:solidFill>
                      <a:prstClr val="white"/>
                    </a:solidFill>
                    <a:latin typeface="Poppins Medium" pitchFamily="2" charset="77"/>
                    <a:cs typeface="Poppins Medium" pitchFamily="2" charset="77"/>
                  </a:rPr>
                  <a:t>°</a:t>
                </a:r>
                <a:endParaRPr kumimoji="0" lang="en-US" sz="8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Medium" pitchFamily="2" charset="77"/>
                  <a:cs typeface="Poppins Medium" pitchFamily="2" charset="77"/>
                </a:endParaRPr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7103E058-C2EB-24D8-2946-9468E9B28996}"/>
                  </a:ext>
                </a:extLst>
              </p:cNvPr>
              <p:cNvSpPr/>
              <p:nvPr/>
            </p:nvSpPr>
            <p:spPr>
              <a:xfrm>
                <a:off x="4952024" y="3504041"/>
                <a:ext cx="84700" cy="84700"/>
              </a:xfrm>
              <a:prstGeom prst="ellipse">
                <a:avLst/>
              </a:prstGeom>
              <a:solidFill>
                <a:srgbClr val="FFD500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27000" algn="l" rotWithShape="0">
                  <a:srgbClr val="FFD500"/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LT" kern="0">
                  <a:solidFill>
                    <a:prstClr val="white"/>
                  </a:solidFill>
                  <a:latin typeface="Montserrat" panose="00000500000000000000" pitchFamily="2" charset="0"/>
                </a:endParaRPr>
              </a:p>
            </p:txBody>
          </p:sp>
          <p:pic>
            <p:nvPicPr>
              <p:cNvPr id="121" name="Graphic 120" descr="Cloud with solid fill">
                <a:extLst>
                  <a:ext uri="{FF2B5EF4-FFF2-40B4-BE49-F238E27FC236}">
                    <a16:creationId xmlns:a16="http://schemas.microsoft.com/office/drawing/2014/main" id="{5F729F7F-7D29-439E-F83D-9CED709FB4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823899" y="3458749"/>
                <a:ext cx="230850" cy="230850"/>
              </a:xfrm>
              <a:prstGeom prst="rect">
                <a:avLst/>
              </a:prstGeom>
            </p:spPr>
          </p:pic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AE9914DE-B30A-58D0-DA8C-6DE51F74F010}"/>
                </a:ext>
              </a:extLst>
            </p:cNvPr>
            <p:cNvGrpSpPr/>
            <p:nvPr/>
          </p:nvGrpSpPr>
          <p:grpSpPr>
            <a:xfrm>
              <a:off x="4507688" y="1368979"/>
              <a:ext cx="335989" cy="553403"/>
              <a:chOff x="5161088" y="3350179"/>
              <a:chExt cx="335989" cy="553403"/>
            </a:xfrm>
          </p:grpSpPr>
          <p:sp>
            <p:nvSpPr>
              <p:cNvPr id="114" name="Textbos: Create Your">
                <a:extLst>
                  <a:ext uri="{FF2B5EF4-FFF2-40B4-BE49-F238E27FC236}">
                    <a16:creationId xmlns:a16="http://schemas.microsoft.com/office/drawing/2014/main" id="{876AE69E-F49A-4D1F-7D32-51A8A35F0B7E}"/>
                  </a:ext>
                </a:extLst>
              </p:cNvPr>
              <p:cNvSpPr txBox="1"/>
              <p:nvPr/>
            </p:nvSpPr>
            <p:spPr>
              <a:xfrm>
                <a:off x="5221681" y="3350179"/>
                <a:ext cx="214802" cy="9156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700" dirty="0">
                    <a:solidFill>
                      <a:prstClr val="white"/>
                    </a:solidFill>
                    <a:latin typeface="Poppins Light" pitchFamily="2" charset="77"/>
                    <a:cs typeface="Poppins Light" pitchFamily="2" charset="77"/>
                  </a:rPr>
                  <a:t>11 AM</a:t>
                </a:r>
                <a:endParaRPr kumimoji="0" lang="en-US" sz="7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Light" pitchFamily="2" charset="77"/>
                  <a:cs typeface="Poppins Light" pitchFamily="2" charset="77"/>
                </a:endParaRPr>
              </a:p>
            </p:txBody>
          </p:sp>
          <p:sp>
            <p:nvSpPr>
              <p:cNvPr id="115" name="Textbos: Create Your">
                <a:extLst>
                  <a:ext uri="{FF2B5EF4-FFF2-40B4-BE49-F238E27FC236}">
                    <a16:creationId xmlns:a16="http://schemas.microsoft.com/office/drawing/2014/main" id="{2432974D-FD24-0596-13F1-6527A92DF4F9}"/>
                  </a:ext>
                </a:extLst>
              </p:cNvPr>
              <p:cNvSpPr txBox="1"/>
              <p:nvPr/>
            </p:nvSpPr>
            <p:spPr>
              <a:xfrm>
                <a:off x="5161088" y="3706605"/>
                <a:ext cx="335989" cy="1969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>
                  <a:lnSpc>
                    <a:spcPct val="80000"/>
                  </a:lnSpc>
                  <a:defRPr/>
                </a:pPr>
                <a:r>
                  <a:rPr lang="en-US" sz="800" dirty="0">
                    <a:solidFill>
                      <a:prstClr val="white"/>
                    </a:solidFill>
                    <a:latin typeface="Poppins Medium" pitchFamily="2" charset="77"/>
                    <a:cs typeface="Poppins Medium" pitchFamily="2" charset="77"/>
                  </a:rPr>
                  <a:t>20°</a:t>
                </a:r>
                <a:endParaRPr kumimoji="0" lang="en-US" sz="8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Medium" pitchFamily="2" charset="77"/>
                  <a:cs typeface="Poppins Medium" pitchFamily="2" charset="77"/>
                </a:endParaRPr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0266D24D-95BE-F00F-32E8-EC24F3A083EF}"/>
                  </a:ext>
                </a:extLst>
              </p:cNvPr>
              <p:cNvSpPr/>
              <p:nvPr/>
            </p:nvSpPr>
            <p:spPr>
              <a:xfrm>
                <a:off x="5339797" y="3504041"/>
                <a:ext cx="84700" cy="84700"/>
              </a:xfrm>
              <a:prstGeom prst="ellipse">
                <a:avLst/>
              </a:prstGeom>
              <a:solidFill>
                <a:srgbClr val="FFD500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27000" algn="l" rotWithShape="0">
                  <a:srgbClr val="FFD500"/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LT" kern="0">
                  <a:solidFill>
                    <a:prstClr val="white"/>
                  </a:solidFill>
                  <a:latin typeface="Montserrat" panose="00000500000000000000" pitchFamily="2" charset="0"/>
                </a:endParaRPr>
              </a:p>
            </p:txBody>
          </p:sp>
          <p:pic>
            <p:nvPicPr>
              <p:cNvPr id="117" name="Graphic 116" descr="Cloud with solid fill">
                <a:extLst>
                  <a:ext uri="{FF2B5EF4-FFF2-40B4-BE49-F238E27FC236}">
                    <a16:creationId xmlns:a16="http://schemas.microsoft.com/office/drawing/2014/main" id="{0630BAD7-E3AD-B733-C247-6666BCC86E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211672" y="3458749"/>
                <a:ext cx="230850" cy="230850"/>
              </a:xfrm>
              <a:prstGeom prst="rect">
                <a:avLst/>
              </a:prstGeom>
            </p:spPr>
          </p:pic>
        </p:grpSp>
        <p:sp>
          <p:nvSpPr>
            <p:cNvPr id="111" name="Textbos: Create Your">
              <a:extLst>
                <a:ext uri="{FF2B5EF4-FFF2-40B4-BE49-F238E27FC236}">
                  <a16:creationId xmlns:a16="http://schemas.microsoft.com/office/drawing/2014/main" id="{9C30928F-4CB2-0266-5600-68AEFA6E29EC}"/>
                </a:ext>
              </a:extLst>
            </p:cNvPr>
            <p:cNvSpPr txBox="1"/>
            <p:nvPr/>
          </p:nvSpPr>
          <p:spPr>
            <a:xfrm>
              <a:off x="4974238" y="1368979"/>
              <a:ext cx="214802" cy="91564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700" dirty="0">
                  <a:solidFill>
                    <a:prstClr val="white"/>
                  </a:solidFill>
                  <a:latin typeface="Poppins Light" pitchFamily="2" charset="77"/>
                  <a:cs typeface="Poppins Light" pitchFamily="2" charset="77"/>
                </a:rPr>
                <a:t>12 AM</a:t>
              </a:r>
              <a:endParaRPr kumimoji="0" lang="en-US" sz="7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Light" pitchFamily="2" charset="77"/>
                <a:cs typeface="Poppins Light" pitchFamily="2" charset="77"/>
              </a:endParaRPr>
            </a:p>
          </p:txBody>
        </p:sp>
        <p:sp>
          <p:nvSpPr>
            <p:cNvPr id="112" name="Textbos: Create Your">
              <a:extLst>
                <a:ext uri="{FF2B5EF4-FFF2-40B4-BE49-F238E27FC236}">
                  <a16:creationId xmlns:a16="http://schemas.microsoft.com/office/drawing/2014/main" id="{FE0A0BE5-0B4D-B79C-7095-1A188271B733}"/>
                </a:ext>
              </a:extLst>
            </p:cNvPr>
            <p:cNvSpPr txBox="1"/>
            <p:nvPr/>
          </p:nvSpPr>
          <p:spPr>
            <a:xfrm>
              <a:off x="4913645" y="1725405"/>
              <a:ext cx="335989" cy="19697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lnSpc>
                  <a:spcPct val="80000"/>
                </a:lnSpc>
                <a:defRPr/>
              </a:pPr>
              <a:r>
                <a:rPr lang="en-US" sz="800" dirty="0">
                  <a:solidFill>
                    <a:prstClr val="white"/>
                  </a:solidFill>
                  <a:latin typeface="Poppins Medium" pitchFamily="2" charset="77"/>
                  <a:cs typeface="Poppins Medium" pitchFamily="2" charset="77"/>
                </a:rPr>
                <a:t>23°</a:t>
              </a:r>
              <a:endParaRPr kumimoji="0" lang="en-US" sz="8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endParaRP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41924967-7926-518C-7D38-2F61BDAF9389}"/>
                </a:ext>
              </a:extLst>
            </p:cNvPr>
            <p:cNvSpPr/>
            <p:nvPr/>
          </p:nvSpPr>
          <p:spPr>
            <a:xfrm>
              <a:off x="5039289" y="1549662"/>
              <a:ext cx="84700" cy="84700"/>
            </a:xfrm>
            <a:prstGeom prst="ellipse">
              <a:avLst/>
            </a:prstGeom>
            <a:solidFill>
              <a:srgbClr val="FFD50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algn="l" rotWithShape="0">
                <a:srgbClr val="FFD500"/>
              </a:outerShdw>
            </a:effectLst>
          </p:spPr>
          <p:txBody>
            <a:bodyPr rtlCol="0" anchor="ctr"/>
            <a:lstStyle/>
            <a:p>
              <a:pPr algn="ctr"/>
              <a:endParaRPr lang="en-LT" kern="0">
                <a:solidFill>
                  <a:prstClr val="white"/>
                </a:solidFill>
                <a:latin typeface="Montserrat" panose="00000500000000000000" pitchFamily="2" charset="0"/>
              </a:endParaRPr>
            </a:p>
          </p:txBody>
        </p:sp>
      </p:grp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79" name="Slide Zoom 178">
                <a:extLst>
                  <a:ext uri="{FF2B5EF4-FFF2-40B4-BE49-F238E27FC236}">
                    <a16:creationId xmlns:a16="http://schemas.microsoft.com/office/drawing/2014/main" id="{6FE89198-B116-0D16-B53B-C04790D9827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35696063"/>
                  </p:ext>
                </p:extLst>
              </p:nvPr>
            </p:nvGraphicFramePr>
            <p:xfrm>
              <a:off x="3884788" y="2861279"/>
              <a:ext cx="496407" cy="281297"/>
            </p:xfrm>
            <a:graphic>
              <a:graphicData uri="http://schemas.microsoft.com/office/powerpoint/2016/slidezoom">
                <pslz:sldZm>
                  <pslz:sldZmObj sldId="268" cId="3263617232">
                    <pslz:zmPr id="{ECFAF84B-20AD-484C-8EFA-7522252502B9}" transitionDur="15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96407" cy="281297"/>
                        </a:xfrm>
                        <a:prstGeom prst="roundRect">
                          <a:avLst>
                            <a:gd name="adj" fmla="val 8594"/>
                          </a:avLst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>
                          <a:noFill/>
                        </a:ln>
                        <a:effectLst/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79" name="Slide Zoom 178">
                <a:extLst>
                  <a:ext uri="{FF2B5EF4-FFF2-40B4-BE49-F238E27FC236}">
                    <a16:creationId xmlns:a16="http://schemas.microsoft.com/office/drawing/2014/main" id="{6FE89198-B116-0D16-B53B-C04790D9827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84788" y="2861279"/>
                <a:ext cx="496407" cy="281297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/>
            </p:spPr>
          </p:pic>
        </mc:Fallback>
      </mc:AlternateContent>
      <p:pic>
        <p:nvPicPr>
          <p:cNvPr id="4" name="!!photo">
            <a:extLst>
              <a:ext uri="{FF2B5EF4-FFF2-40B4-BE49-F238E27FC236}">
                <a16:creationId xmlns:a16="http://schemas.microsoft.com/office/drawing/2014/main" id="{6F51EAA1-8F28-C92E-07C3-B45D52816748}"/>
              </a:ext>
            </a:extLst>
          </p:cNvPr>
          <p:cNvPicPr>
            <a:picLocks noChangeAspect="1"/>
          </p:cNvPicPr>
          <p:nvPr/>
        </p:nvPicPr>
        <p:blipFill>
          <a:blip r:embed="rId10">
            <a:lum contrast="5000"/>
          </a:blip>
          <a:stretch>
            <a:fillRect/>
          </a:stretch>
        </p:blipFill>
        <p:spPr>
          <a:xfrm>
            <a:off x="5210908" y="1066800"/>
            <a:ext cx="53340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71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5EB3A1-34D1-1563-9641-7A8B74E12A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556" b="555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086636-B832-255F-14C0-345E2E78C4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574" t="7101" r="9574" b="7101"/>
          <a:stretch>
            <a:fillRect/>
          </a:stretch>
        </p:blipFill>
        <p:spPr>
          <a:xfrm>
            <a:off x="6802195" y="487000"/>
            <a:ext cx="3696569" cy="5884000"/>
          </a:xfrm>
          <a:custGeom>
            <a:avLst/>
            <a:gdLst>
              <a:gd name="connsiteX0" fmla="*/ 1848285 w 3696569"/>
              <a:gd name="connsiteY0" fmla="*/ 0 h 5884000"/>
              <a:gd name="connsiteX1" fmla="*/ 3696569 w 3696569"/>
              <a:gd name="connsiteY1" fmla="*/ 1848284 h 5884000"/>
              <a:gd name="connsiteX2" fmla="*/ 3696569 w 3696569"/>
              <a:gd name="connsiteY2" fmla="*/ 4035716 h 5884000"/>
              <a:gd name="connsiteX3" fmla="*/ 1848285 w 3696569"/>
              <a:gd name="connsiteY3" fmla="*/ 5884000 h 5884000"/>
              <a:gd name="connsiteX4" fmla="*/ 0 w 3696569"/>
              <a:gd name="connsiteY4" fmla="*/ 4035716 h 5884000"/>
              <a:gd name="connsiteX5" fmla="*/ 0 w 3696569"/>
              <a:gd name="connsiteY5" fmla="*/ 1848284 h 5884000"/>
              <a:gd name="connsiteX6" fmla="*/ 1848285 w 3696569"/>
              <a:gd name="connsiteY6" fmla="*/ 0 h 588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96569" h="5884000">
                <a:moveTo>
                  <a:pt x="1848285" y="0"/>
                </a:moveTo>
                <a:cubicBezTo>
                  <a:pt x="2869064" y="0"/>
                  <a:pt x="3696569" y="827505"/>
                  <a:pt x="3696569" y="1848284"/>
                </a:cubicBezTo>
                <a:lnTo>
                  <a:pt x="3696569" y="4035716"/>
                </a:lnTo>
                <a:cubicBezTo>
                  <a:pt x="3696569" y="5056495"/>
                  <a:pt x="2869064" y="5884000"/>
                  <a:pt x="1848285" y="5884000"/>
                </a:cubicBezTo>
                <a:cubicBezTo>
                  <a:pt x="827505" y="5884000"/>
                  <a:pt x="0" y="5056495"/>
                  <a:pt x="0" y="4035716"/>
                </a:cubicBezTo>
                <a:lnTo>
                  <a:pt x="0" y="1848284"/>
                </a:lnTo>
                <a:cubicBezTo>
                  <a:pt x="0" y="827505"/>
                  <a:pt x="827505" y="0"/>
                  <a:pt x="1848285" y="0"/>
                </a:cubicBezTo>
                <a:close/>
              </a:path>
            </a:pathLst>
          </a:custGeom>
        </p:spPr>
      </p:pic>
      <p:grpSp>
        <p:nvGrpSpPr>
          <p:cNvPr id="24" name="GRID 12 X 8" hidden="1">
            <a:extLst>
              <a:ext uri="{FF2B5EF4-FFF2-40B4-BE49-F238E27FC236}">
                <a16:creationId xmlns:a16="http://schemas.microsoft.com/office/drawing/2014/main" id="{5B0AE9A9-58F7-85A6-6D84-729C79BF5A2A}"/>
              </a:ext>
            </a:extLst>
          </p:cNvPr>
          <p:cNvGrpSpPr/>
          <p:nvPr/>
        </p:nvGrpSpPr>
        <p:grpSpPr>
          <a:xfrm>
            <a:off x="0" y="0"/>
            <a:ext cx="12192000" cy="6858001"/>
            <a:chOff x="0" y="0"/>
            <a:chExt cx="12192000" cy="6858001"/>
          </a:xfrm>
        </p:grpSpPr>
        <p:grpSp>
          <p:nvGrpSpPr>
            <p:cNvPr id="25" name="Columns (12)">
              <a:extLst>
                <a:ext uri="{FF2B5EF4-FFF2-40B4-BE49-F238E27FC236}">
                  <a16:creationId xmlns:a16="http://schemas.microsoft.com/office/drawing/2014/main" id="{76930574-ED25-A689-5528-5298FF7D53F0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72F3BAA-93C9-1412-485B-8FF5D369E7A2}"/>
                  </a:ext>
                </a:extLst>
              </p:cNvPr>
              <p:cNvSpPr/>
              <p:nvPr/>
            </p:nvSpPr>
            <p:spPr>
              <a:xfrm>
                <a:off x="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D42C8DC-74CE-EF99-EA96-BAF3B2FC0BC2}"/>
                  </a:ext>
                </a:extLst>
              </p:cNvPr>
              <p:cNvSpPr/>
              <p:nvPr/>
            </p:nvSpPr>
            <p:spPr>
              <a:xfrm>
                <a:off x="1016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ABD6A03E-1891-0206-67EA-7662778E2DC6}"/>
                  </a:ext>
                </a:extLst>
              </p:cNvPr>
              <p:cNvSpPr/>
              <p:nvPr/>
            </p:nvSpPr>
            <p:spPr>
              <a:xfrm>
                <a:off x="2032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845B49CB-F382-7C2D-081C-07B6642C9EEB}"/>
                  </a:ext>
                </a:extLst>
              </p:cNvPr>
              <p:cNvSpPr/>
              <p:nvPr/>
            </p:nvSpPr>
            <p:spPr>
              <a:xfrm>
                <a:off x="3048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1F3924F-095E-F368-DC6E-4AA77AFB6DC4}"/>
                  </a:ext>
                </a:extLst>
              </p:cNvPr>
              <p:cNvSpPr/>
              <p:nvPr/>
            </p:nvSpPr>
            <p:spPr>
              <a:xfrm>
                <a:off x="4064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50475D7-C395-3E0B-74D3-7A96A906AA74}"/>
                  </a:ext>
                </a:extLst>
              </p:cNvPr>
              <p:cNvSpPr/>
              <p:nvPr/>
            </p:nvSpPr>
            <p:spPr>
              <a:xfrm>
                <a:off x="5080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7ABED1B2-0D09-90C2-F3A1-F13390C83934}"/>
                  </a:ext>
                </a:extLst>
              </p:cNvPr>
              <p:cNvSpPr/>
              <p:nvPr/>
            </p:nvSpPr>
            <p:spPr>
              <a:xfrm>
                <a:off x="6096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C280046-8897-E4C0-FAD3-837DC5CA3B5B}"/>
                  </a:ext>
                </a:extLst>
              </p:cNvPr>
              <p:cNvSpPr/>
              <p:nvPr/>
            </p:nvSpPr>
            <p:spPr>
              <a:xfrm>
                <a:off x="7112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D9CF7652-78BF-1090-A115-D2830588A041}"/>
                  </a:ext>
                </a:extLst>
              </p:cNvPr>
              <p:cNvSpPr/>
              <p:nvPr/>
            </p:nvSpPr>
            <p:spPr>
              <a:xfrm>
                <a:off x="8128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CD13C075-BE55-4CF6-F813-FCF6FE7F408E}"/>
                  </a:ext>
                </a:extLst>
              </p:cNvPr>
              <p:cNvSpPr/>
              <p:nvPr/>
            </p:nvSpPr>
            <p:spPr>
              <a:xfrm>
                <a:off x="9144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D1EFBAF3-2195-6D3F-5411-B2DFEA3FADBE}"/>
                  </a:ext>
                </a:extLst>
              </p:cNvPr>
              <p:cNvSpPr/>
              <p:nvPr/>
            </p:nvSpPr>
            <p:spPr>
              <a:xfrm>
                <a:off x="10160000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6F9A4E4E-8201-4CBF-EB15-3607DCAE6301}"/>
                  </a:ext>
                </a:extLst>
              </p:cNvPr>
              <p:cNvSpPr/>
              <p:nvPr/>
            </p:nvSpPr>
            <p:spPr>
              <a:xfrm>
                <a:off x="11176001" y="0"/>
                <a:ext cx="1015999" cy="6858000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Rows (8)">
              <a:extLst>
                <a:ext uri="{FF2B5EF4-FFF2-40B4-BE49-F238E27FC236}">
                  <a16:creationId xmlns:a16="http://schemas.microsoft.com/office/drawing/2014/main" id="{B88EFB03-069C-CC9A-3018-41ACDF7C8F7B}"/>
                </a:ext>
              </a:extLst>
            </p:cNvPr>
            <p:cNvGrpSpPr/>
            <p:nvPr/>
          </p:nvGrpSpPr>
          <p:grpSpPr>
            <a:xfrm>
              <a:off x="1" y="0"/>
              <a:ext cx="12191999" cy="6858001"/>
              <a:chOff x="0" y="-1"/>
              <a:chExt cx="12191999" cy="6858001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2E4D665-3502-4C30-B2FE-B66B01BDB4AE}"/>
                  </a:ext>
                </a:extLst>
              </p:cNvPr>
              <p:cNvSpPr/>
              <p:nvPr/>
            </p:nvSpPr>
            <p:spPr>
              <a:xfrm rot="5400000">
                <a:off x="5667600" y="-5667601"/>
                <a:ext cx="856800" cy="12191999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BA84914-F361-7C1A-5F7C-A35BD80E5039}"/>
                  </a:ext>
                </a:extLst>
              </p:cNvPr>
              <p:cNvSpPr/>
              <p:nvPr/>
            </p:nvSpPr>
            <p:spPr>
              <a:xfrm rot="5400000">
                <a:off x="5667600" y="-4810287"/>
                <a:ext cx="856800" cy="12191999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030C77E-3AE5-0159-8997-5EA201B79CFA}"/>
                  </a:ext>
                </a:extLst>
              </p:cNvPr>
              <p:cNvSpPr/>
              <p:nvPr/>
            </p:nvSpPr>
            <p:spPr>
              <a:xfrm rot="5400000">
                <a:off x="5667600" y="-3952973"/>
                <a:ext cx="856800" cy="12191999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15A7484-3A5A-804A-5CDA-B9C0B754706D}"/>
                  </a:ext>
                </a:extLst>
              </p:cNvPr>
              <p:cNvSpPr/>
              <p:nvPr/>
            </p:nvSpPr>
            <p:spPr>
              <a:xfrm rot="5400000">
                <a:off x="5667600" y="-3095659"/>
                <a:ext cx="856800" cy="12191999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127DAE1A-3417-2E1E-60C6-1008E0043707}"/>
                  </a:ext>
                </a:extLst>
              </p:cNvPr>
              <p:cNvSpPr/>
              <p:nvPr/>
            </p:nvSpPr>
            <p:spPr>
              <a:xfrm rot="5400000">
                <a:off x="5667600" y="-2238345"/>
                <a:ext cx="856800" cy="12191999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A14B071-C3C8-D46F-349A-BE07C8E67079}"/>
                  </a:ext>
                </a:extLst>
              </p:cNvPr>
              <p:cNvSpPr/>
              <p:nvPr/>
            </p:nvSpPr>
            <p:spPr>
              <a:xfrm rot="5400000">
                <a:off x="5667600" y="-1381031"/>
                <a:ext cx="856800" cy="12191999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BCF3DBF0-A040-7140-A5B1-7FFA314F2A73}"/>
                  </a:ext>
                </a:extLst>
              </p:cNvPr>
              <p:cNvSpPr/>
              <p:nvPr/>
            </p:nvSpPr>
            <p:spPr>
              <a:xfrm rot="5400000">
                <a:off x="5667600" y="-523717"/>
                <a:ext cx="856800" cy="12191999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BE21E3C5-FFA4-93B3-11ED-B647C6746C8D}"/>
                  </a:ext>
                </a:extLst>
              </p:cNvPr>
              <p:cNvSpPr/>
              <p:nvPr/>
            </p:nvSpPr>
            <p:spPr>
              <a:xfrm rot="5400000">
                <a:off x="5667600" y="333600"/>
                <a:ext cx="856800" cy="12191999"/>
              </a:xfrm>
              <a:prstGeom prst="rect">
                <a:avLst/>
              </a:prstGeom>
              <a:solidFill>
                <a:schemeClr val="tx1">
                  <a:alpha val="0"/>
                </a:schemeClr>
              </a:solidFill>
              <a:ln w="3175">
                <a:solidFill>
                  <a:schemeClr val="bg1">
                    <a:alpha val="25000"/>
                  </a:schemeClr>
                </a:solidFill>
              </a:ln>
              <a:effectLst>
                <a:outerShdw blurRad="38100" dist="12700" dir="5400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L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9" name="Freeform: Shape 24">
            <a:extLst>
              <a:ext uri="{FF2B5EF4-FFF2-40B4-BE49-F238E27FC236}">
                <a16:creationId xmlns:a16="http://schemas.microsoft.com/office/drawing/2014/main" id="{3932172C-66E9-58B8-97EF-9F6EFF910C42}"/>
              </a:ext>
            </a:extLst>
          </p:cNvPr>
          <p:cNvSpPr/>
          <p:nvPr/>
        </p:nvSpPr>
        <p:spPr>
          <a:xfrm>
            <a:off x="241341" y="6287824"/>
            <a:ext cx="535796" cy="283550"/>
          </a:xfrm>
          <a:custGeom>
            <a:avLst/>
            <a:gdLst>
              <a:gd name="connsiteX0" fmla="*/ 716681 w 3504456"/>
              <a:gd name="connsiteY0" fmla="*/ 1181130 h 1935583"/>
              <a:gd name="connsiteX1" fmla="*/ 972261 w 3504456"/>
              <a:gd name="connsiteY1" fmla="*/ 1244001 h 1935583"/>
              <a:gd name="connsiteX2" fmla="*/ 851703 w 3504456"/>
              <a:gd name="connsiteY2" fmla="*/ 1420246 h 1935583"/>
              <a:gd name="connsiteX3" fmla="*/ 664842 w 3504456"/>
              <a:gd name="connsiteY3" fmla="*/ 1366651 h 1935583"/>
              <a:gd name="connsiteX4" fmla="*/ 558764 w 3504456"/>
              <a:gd name="connsiteY4" fmla="*/ 1412001 h 1935583"/>
              <a:gd name="connsiteX5" fmla="*/ 882933 w 3504456"/>
              <a:gd name="connsiteY5" fmla="*/ 1692344 h 1935583"/>
              <a:gd name="connsiteX6" fmla="*/ 481241 w 3504456"/>
              <a:gd name="connsiteY6" fmla="*/ 1935583 h 1935583"/>
              <a:gd name="connsiteX7" fmla="*/ 186390 w 3504456"/>
              <a:gd name="connsiteY7" fmla="*/ 1861375 h 1935583"/>
              <a:gd name="connsiteX8" fmla="*/ 312384 w 3504456"/>
              <a:gd name="connsiteY8" fmla="*/ 1684099 h 1935583"/>
              <a:gd name="connsiteX9" fmla="*/ 533079 w 3504456"/>
              <a:gd name="connsiteY9" fmla="*/ 1750062 h 1935583"/>
              <a:gd name="connsiteX10" fmla="*/ 637500 w 3504456"/>
              <a:gd name="connsiteY10" fmla="*/ 1710896 h 1935583"/>
              <a:gd name="connsiteX11" fmla="*/ 314989 w 3504456"/>
              <a:gd name="connsiteY11" fmla="*/ 1424369 h 1935583"/>
              <a:gd name="connsiteX12" fmla="*/ 716681 w 3504456"/>
              <a:gd name="connsiteY12" fmla="*/ 1181130 h 1935583"/>
              <a:gd name="connsiteX13" fmla="*/ 2892390 w 3504456"/>
              <a:gd name="connsiteY13" fmla="*/ 1181094 h 1935583"/>
              <a:gd name="connsiteX14" fmla="*/ 3147077 w 3504456"/>
              <a:gd name="connsiteY14" fmla="*/ 1181094 h 1935583"/>
              <a:gd name="connsiteX15" fmla="*/ 2997578 w 3504456"/>
              <a:gd name="connsiteY15" fmla="*/ 1738313 h 1935583"/>
              <a:gd name="connsiteX16" fmla="*/ 3338600 w 3504456"/>
              <a:gd name="connsiteY16" fmla="*/ 1738313 h 1935583"/>
              <a:gd name="connsiteX17" fmla="*/ 3285683 w 3504456"/>
              <a:gd name="connsiteY17" fmla="*/ 1935548 h 1935583"/>
              <a:gd name="connsiteX18" fmla="*/ 2689974 w 3504456"/>
              <a:gd name="connsiteY18" fmla="*/ 1935548 h 1935583"/>
              <a:gd name="connsiteX19" fmla="*/ 2226335 w 3504456"/>
              <a:gd name="connsiteY19" fmla="*/ 1181094 h 1935583"/>
              <a:gd name="connsiteX20" fmla="*/ 2481022 w 3504456"/>
              <a:gd name="connsiteY20" fmla="*/ 1181094 h 1935583"/>
              <a:gd name="connsiteX21" fmla="*/ 2331523 w 3504456"/>
              <a:gd name="connsiteY21" fmla="*/ 1738313 h 1935583"/>
              <a:gd name="connsiteX22" fmla="*/ 2672545 w 3504456"/>
              <a:gd name="connsiteY22" fmla="*/ 1738313 h 1935583"/>
              <a:gd name="connsiteX23" fmla="*/ 2619628 w 3504456"/>
              <a:gd name="connsiteY23" fmla="*/ 1935548 h 1935583"/>
              <a:gd name="connsiteX24" fmla="*/ 2023919 w 3504456"/>
              <a:gd name="connsiteY24" fmla="*/ 1935548 h 1935583"/>
              <a:gd name="connsiteX25" fmla="*/ 1901575 w 3504456"/>
              <a:gd name="connsiteY25" fmla="*/ 1181094 h 1935583"/>
              <a:gd name="connsiteX26" fmla="*/ 2156262 w 3504456"/>
              <a:gd name="connsiteY26" fmla="*/ 1181094 h 1935583"/>
              <a:gd name="connsiteX27" fmla="*/ 1953846 w 3504456"/>
              <a:gd name="connsiteY27" fmla="*/ 1935548 h 1935583"/>
              <a:gd name="connsiteX28" fmla="*/ 1699159 w 3504456"/>
              <a:gd name="connsiteY28" fmla="*/ 1935548 h 1935583"/>
              <a:gd name="connsiteX29" fmla="*/ 1075801 w 3504456"/>
              <a:gd name="connsiteY29" fmla="*/ 1181094 h 1935583"/>
              <a:gd name="connsiteX30" fmla="*/ 1326172 w 3504456"/>
              <a:gd name="connsiteY30" fmla="*/ 1181094 h 1935583"/>
              <a:gd name="connsiteX31" fmla="*/ 1252724 w 3504456"/>
              <a:gd name="connsiteY31" fmla="*/ 1454853 h 1935583"/>
              <a:gd name="connsiteX32" fmla="*/ 1574383 w 3504456"/>
              <a:gd name="connsiteY32" fmla="*/ 1181094 h 1935583"/>
              <a:gd name="connsiteX33" fmla="*/ 1851733 w 3504456"/>
              <a:gd name="connsiteY33" fmla="*/ 1181094 h 1935583"/>
              <a:gd name="connsiteX34" fmla="*/ 1460499 w 3504456"/>
              <a:gd name="connsiteY34" fmla="*/ 1513054 h 1935583"/>
              <a:gd name="connsiteX35" fmla="*/ 1664426 w 3504456"/>
              <a:gd name="connsiteY35" fmla="*/ 1935548 h 1935583"/>
              <a:gd name="connsiteX36" fmla="*/ 1369809 w 3504456"/>
              <a:gd name="connsiteY36" fmla="*/ 1935548 h 1935583"/>
              <a:gd name="connsiteX37" fmla="*/ 1248039 w 3504456"/>
              <a:gd name="connsiteY37" fmla="*/ 1685500 h 1935583"/>
              <a:gd name="connsiteX38" fmla="*/ 1173781 w 3504456"/>
              <a:gd name="connsiteY38" fmla="*/ 1749091 h 1935583"/>
              <a:gd name="connsiteX39" fmla="*/ 1123756 w 3504456"/>
              <a:gd name="connsiteY39" fmla="*/ 1935548 h 1935583"/>
              <a:gd name="connsiteX40" fmla="*/ 873386 w 3504456"/>
              <a:gd name="connsiteY40" fmla="*/ 1935548 h 1935583"/>
              <a:gd name="connsiteX41" fmla="*/ 586939 w 3504456"/>
              <a:gd name="connsiteY41" fmla="*/ 283538 h 1935583"/>
              <a:gd name="connsiteX42" fmla="*/ 353650 w 3504456"/>
              <a:gd name="connsiteY42" fmla="*/ 543239 h 1935583"/>
              <a:gd name="connsiteX43" fmla="*/ 586939 w 3504456"/>
              <a:gd name="connsiteY43" fmla="*/ 802941 h 1935583"/>
              <a:gd name="connsiteX44" fmla="*/ 820229 w 3504456"/>
              <a:gd name="connsiteY44" fmla="*/ 543239 h 1935583"/>
              <a:gd name="connsiteX45" fmla="*/ 586939 w 3504456"/>
              <a:gd name="connsiteY45" fmla="*/ 283538 h 1935583"/>
              <a:gd name="connsiteX46" fmla="*/ 553842 w 3504456"/>
              <a:gd name="connsiteY46" fmla="*/ 0 h 1935583"/>
              <a:gd name="connsiteX47" fmla="*/ 1535158 w 3504456"/>
              <a:gd name="connsiteY47" fmla="*/ 0 h 1935583"/>
              <a:gd name="connsiteX48" fmla="*/ 1533433 w 3504456"/>
              <a:gd name="connsiteY48" fmla="*/ 6431 h 1935583"/>
              <a:gd name="connsiteX49" fmla="*/ 1941460 w 3504456"/>
              <a:gd name="connsiteY49" fmla="*/ 493594 h 1935583"/>
              <a:gd name="connsiteX50" fmla="*/ 1941460 w 3504456"/>
              <a:gd name="connsiteY50" fmla="*/ 106 h 1935583"/>
              <a:gd name="connsiteX51" fmla="*/ 2210076 w 3504456"/>
              <a:gd name="connsiteY51" fmla="*/ 106 h 1935583"/>
              <a:gd name="connsiteX52" fmla="*/ 2210091 w 3504456"/>
              <a:gd name="connsiteY52" fmla="*/ 49 h 1935583"/>
              <a:gd name="connsiteX53" fmla="*/ 3504456 w 3504456"/>
              <a:gd name="connsiteY53" fmla="*/ 49 h 1935583"/>
              <a:gd name="connsiteX54" fmla="*/ 3417303 w 3504456"/>
              <a:gd name="connsiteY54" fmla="*/ 324890 h 1935583"/>
              <a:gd name="connsiteX55" fmla="*/ 2298845 w 3504456"/>
              <a:gd name="connsiteY55" fmla="*/ 324890 h 1935583"/>
              <a:gd name="connsiteX56" fmla="*/ 2298845 w 3504456"/>
              <a:gd name="connsiteY56" fmla="*/ 396167 h 1935583"/>
              <a:gd name="connsiteX57" fmla="*/ 3285824 w 3504456"/>
              <a:gd name="connsiteY57" fmla="*/ 396167 h 1935583"/>
              <a:gd name="connsiteX58" fmla="*/ 3211390 w 3504456"/>
              <a:gd name="connsiteY58" fmla="*/ 673600 h 1935583"/>
              <a:gd name="connsiteX59" fmla="*/ 2298845 w 3504456"/>
              <a:gd name="connsiteY59" fmla="*/ 673600 h 1935583"/>
              <a:gd name="connsiteX60" fmla="*/ 2298845 w 3504456"/>
              <a:gd name="connsiteY60" fmla="*/ 744920 h 1935583"/>
              <a:gd name="connsiteX61" fmla="*/ 3304619 w 3504456"/>
              <a:gd name="connsiteY61" fmla="*/ 744920 h 1935583"/>
              <a:gd name="connsiteX62" fmla="*/ 3213022 w 3504456"/>
              <a:gd name="connsiteY62" fmla="*/ 1086327 h 1935583"/>
              <a:gd name="connsiteX63" fmla="*/ 2298845 w 3504456"/>
              <a:gd name="connsiteY63" fmla="*/ 1086327 h 1935583"/>
              <a:gd name="connsiteX64" fmla="*/ 2298845 w 3504456"/>
              <a:gd name="connsiteY64" fmla="*/ 1086401 h 1935583"/>
              <a:gd name="connsiteX65" fmla="*/ 1997399 w 3504456"/>
              <a:gd name="connsiteY65" fmla="*/ 1086401 h 1935583"/>
              <a:gd name="connsiteX66" fmla="*/ 1584075 w 3504456"/>
              <a:gd name="connsiteY66" fmla="*/ 592913 h 1935583"/>
              <a:gd name="connsiteX67" fmla="*/ 1584075 w 3504456"/>
              <a:gd name="connsiteY67" fmla="*/ 1086401 h 1935583"/>
              <a:gd name="connsiteX68" fmla="*/ 1226689 w 3504456"/>
              <a:gd name="connsiteY68" fmla="*/ 1086401 h 1935583"/>
              <a:gd name="connsiteX69" fmla="*/ 1226689 w 3504456"/>
              <a:gd name="connsiteY69" fmla="*/ 280176 h 1935583"/>
              <a:gd name="connsiteX70" fmla="*/ 1104100 w 3504456"/>
              <a:gd name="connsiteY70" fmla="*/ 280176 h 1935583"/>
              <a:gd name="connsiteX71" fmla="*/ 1129811 w 3504456"/>
              <a:gd name="connsiteY71" fmla="*/ 325646 h 1935583"/>
              <a:gd name="connsiteX72" fmla="*/ 1173878 w 3504456"/>
              <a:gd name="connsiteY72" fmla="*/ 543239 h 1935583"/>
              <a:gd name="connsiteX73" fmla="*/ 586939 w 3504456"/>
              <a:gd name="connsiteY73" fmla="*/ 1086387 h 1935583"/>
              <a:gd name="connsiteX74" fmla="*/ 0 w 3504456"/>
              <a:gd name="connsiteY74" fmla="*/ 543239 h 1935583"/>
              <a:gd name="connsiteX75" fmla="*/ 464449 w 3504456"/>
              <a:gd name="connsiteY75" fmla="*/ 10526 h 1935583"/>
              <a:gd name="connsiteX76" fmla="*/ 553043 w 3504456"/>
              <a:gd name="connsiteY76" fmla="*/ 2979 h 1935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3504456" h="1935583">
                <a:moveTo>
                  <a:pt x="716681" y="1181130"/>
                </a:moveTo>
                <a:cubicBezTo>
                  <a:pt x="813689" y="1181130"/>
                  <a:pt x="908263" y="1201744"/>
                  <a:pt x="972261" y="1244001"/>
                </a:cubicBezTo>
                <a:lnTo>
                  <a:pt x="851703" y="1420246"/>
                </a:lnTo>
                <a:cubicBezTo>
                  <a:pt x="790174" y="1384172"/>
                  <a:pt x="727795" y="1366651"/>
                  <a:pt x="664842" y="1366651"/>
                </a:cubicBezTo>
                <a:cubicBezTo>
                  <a:pt x="593634" y="1366651"/>
                  <a:pt x="565400" y="1387265"/>
                  <a:pt x="558764" y="1412001"/>
                </a:cubicBezTo>
                <a:cubicBezTo>
                  <a:pt x="535535" y="1498577"/>
                  <a:pt x="954276" y="1426430"/>
                  <a:pt x="882933" y="1692344"/>
                </a:cubicBezTo>
                <a:cubicBezTo>
                  <a:pt x="847538" y="1824270"/>
                  <a:pt x="705185" y="1935583"/>
                  <a:pt x="481241" y="1935583"/>
                </a:cubicBezTo>
                <a:cubicBezTo>
                  <a:pt x="360497" y="1935583"/>
                  <a:pt x="246740" y="1905694"/>
                  <a:pt x="186390" y="1861375"/>
                </a:cubicBezTo>
                <a:lnTo>
                  <a:pt x="312384" y="1684099"/>
                </a:lnTo>
                <a:cubicBezTo>
                  <a:pt x="369713" y="1724295"/>
                  <a:pt x="453615" y="1750062"/>
                  <a:pt x="533079" y="1750062"/>
                </a:cubicBezTo>
                <a:cubicBezTo>
                  <a:pt x="602223" y="1750062"/>
                  <a:pt x="630862" y="1735632"/>
                  <a:pt x="637500" y="1710896"/>
                </a:cubicBezTo>
                <a:cubicBezTo>
                  <a:pt x="661834" y="1620197"/>
                  <a:pt x="242816" y="1693374"/>
                  <a:pt x="314989" y="1424369"/>
                </a:cubicBezTo>
                <a:cubicBezTo>
                  <a:pt x="350937" y="1290381"/>
                  <a:pt x="492736" y="1181130"/>
                  <a:pt x="716681" y="1181130"/>
                </a:cubicBezTo>
                <a:close/>
                <a:moveTo>
                  <a:pt x="2892390" y="1181094"/>
                </a:moveTo>
                <a:lnTo>
                  <a:pt x="3147077" y="1181094"/>
                </a:lnTo>
                <a:lnTo>
                  <a:pt x="2997578" y="1738313"/>
                </a:lnTo>
                <a:lnTo>
                  <a:pt x="3338600" y="1738313"/>
                </a:lnTo>
                <a:lnTo>
                  <a:pt x="3285683" y="1935548"/>
                </a:lnTo>
                <a:lnTo>
                  <a:pt x="2689974" y="1935548"/>
                </a:lnTo>
                <a:close/>
                <a:moveTo>
                  <a:pt x="2226335" y="1181094"/>
                </a:moveTo>
                <a:lnTo>
                  <a:pt x="2481022" y="1181094"/>
                </a:lnTo>
                <a:lnTo>
                  <a:pt x="2331523" y="1738313"/>
                </a:lnTo>
                <a:lnTo>
                  <a:pt x="2672545" y="1738313"/>
                </a:lnTo>
                <a:lnTo>
                  <a:pt x="2619628" y="1935548"/>
                </a:lnTo>
                <a:lnTo>
                  <a:pt x="2023919" y="1935548"/>
                </a:lnTo>
                <a:close/>
                <a:moveTo>
                  <a:pt x="1901575" y="1181094"/>
                </a:moveTo>
                <a:lnTo>
                  <a:pt x="2156262" y="1181094"/>
                </a:lnTo>
                <a:lnTo>
                  <a:pt x="1953846" y="1935548"/>
                </a:lnTo>
                <a:lnTo>
                  <a:pt x="1699159" y="1935548"/>
                </a:lnTo>
                <a:close/>
                <a:moveTo>
                  <a:pt x="1075801" y="1181094"/>
                </a:moveTo>
                <a:lnTo>
                  <a:pt x="1326172" y="1181094"/>
                </a:lnTo>
                <a:lnTo>
                  <a:pt x="1252724" y="1454853"/>
                </a:lnTo>
                <a:lnTo>
                  <a:pt x="1574383" y="1181094"/>
                </a:lnTo>
                <a:lnTo>
                  <a:pt x="1851733" y="1181094"/>
                </a:lnTo>
                <a:lnTo>
                  <a:pt x="1460499" y="1513054"/>
                </a:lnTo>
                <a:lnTo>
                  <a:pt x="1664426" y="1935548"/>
                </a:lnTo>
                <a:lnTo>
                  <a:pt x="1369809" y="1935548"/>
                </a:lnTo>
                <a:lnTo>
                  <a:pt x="1248039" y="1685500"/>
                </a:lnTo>
                <a:lnTo>
                  <a:pt x="1173781" y="1749091"/>
                </a:lnTo>
                <a:lnTo>
                  <a:pt x="1123756" y="1935548"/>
                </a:lnTo>
                <a:lnTo>
                  <a:pt x="873386" y="1935548"/>
                </a:lnTo>
                <a:close/>
                <a:moveTo>
                  <a:pt x="586939" y="283538"/>
                </a:moveTo>
                <a:cubicBezTo>
                  <a:pt x="457664" y="283538"/>
                  <a:pt x="353650" y="381482"/>
                  <a:pt x="353650" y="543239"/>
                </a:cubicBezTo>
                <a:cubicBezTo>
                  <a:pt x="353650" y="704996"/>
                  <a:pt x="457664" y="802941"/>
                  <a:pt x="586939" y="802941"/>
                </a:cubicBezTo>
                <a:cubicBezTo>
                  <a:pt x="716214" y="802941"/>
                  <a:pt x="820229" y="704996"/>
                  <a:pt x="820229" y="543239"/>
                </a:cubicBezTo>
                <a:cubicBezTo>
                  <a:pt x="820229" y="381482"/>
                  <a:pt x="716214" y="283538"/>
                  <a:pt x="586939" y="283538"/>
                </a:cubicBezTo>
                <a:close/>
                <a:moveTo>
                  <a:pt x="553842" y="0"/>
                </a:moveTo>
                <a:lnTo>
                  <a:pt x="1535158" y="0"/>
                </a:lnTo>
                <a:lnTo>
                  <a:pt x="1533433" y="6431"/>
                </a:lnTo>
                <a:lnTo>
                  <a:pt x="1941460" y="493594"/>
                </a:lnTo>
                <a:lnTo>
                  <a:pt x="1941460" y="106"/>
                </a:lnTo>
                <a:lnTo>
                  <a:pt x="2210076" y="106"/>
                </a:lnTo>
                <a:lnTo>
                  <a:pt x="2210091" y="49"/>
                </a:lnTo>
                <a:lnTo>
                  <a:pt x="3504456" y="49"/>
                </a:lnTo>
                <a:lnTo>
                  <a:pt x="3417303" y="324890"/>
                </a:lnTo>
                <a:lnTo>
                  <a:pt x="2298845" y="324890"/>
                </a:lnTo>
                <a:lnTo>
                  <a:pt x="2298845" y="396167"/>
                </a:lnTo>
                <a:lnTo>
                  <a:pt x="3285824" y="396167"/>
                </a:lnTo>
                <a:lnTo>
                  <a:pt x="3211390" y="673600"/>
                </a:lnTo>
                <a:lnTo>
                  <a:pt x="2298845" y="673600"/>
                </a:lnTo>
                <a:lnTo>
                  <a:pt x="2298845" y="744920"/>
                </a:lnTo>
                <a:lnTo>
                  <a:pt x="3304619" y="744920"/>
                </a:lnTo>
                <a:lnTo>
                  <a:pt x="3213022" y="1086327"/>
                </a:lnTo>
                <a:lnTo>
                  <a:pt x="2298845" y="1086327"/>
                </a:lnTo>
                <a:lnTo>
                  <a:pt x="2298845" y="1086401"/>
                </a:lnTo>
                <a:lnTo>
                  <a:pt x="1997399" y="1086401"/>
                </a:lnTo>
                <a:lnTo>
                  <a:pt x="1584075" y="592913"/>
                </a:lnTo>
                <a:lnTo>
                  <a:pt x="1584075" y="1086401"/>
                </a:lnTo>
                <a:lnTo>
                  <a:pt x="1226689" y="1086401"/>
                </a:lnTo>
                <a:lnTo>
                  <a:pt x="1226689" y="280176"/>
                </a:lnTo>
                <a:lnTo>
                  <a:pt x="1104100" y="280176"/>
                </a:lnTo>
                <a:lnTo>
                  <a:pt x="1129811" y="325646"/>
                </a:lnTo>
                <a:cubicBezTo>
                  <a:pt x="1158369" y="391314"/>
                  <a:pt x="1173878" y="464587"/>
                  <a:pt x="1173878" y="543239"/>
                </a:cubicBezTo>
                <a:cubicBezTo>
                  <a:pt x="1173878" y="857849"/>
                  <a:pt x="925729" y="1086387"/>
                  <a:pt x="586939" y="1086387"/>
                </a:cubicBezTo>
                <a:cubicBezTo>
                  <a:pt x="248149" y="1086387"/>
                  <a:pt x="0" y="857849"/>
                  <a:pt x="0" y="543239"/>
                </a:cubicBezTo>
                <a:cubicBezTo>
                  <a:pt x="0" y="267955"/>
                  <a:pt x="189989" y="58571"/>
                  <a:pt x="464449" y="10526"/>
                </a:cubicBezTo>
                <a:lnTo>
                  <a:pt x="553043" y="297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71500" sx="102000" sy="102000" algn="ctr" rotWithShape="0">
              <a:schemeClr val="bg1">
                <a:alpha val="91000"/>
              </a:schemeClr>
            </a:outerShdw>
          </a:effectLst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7E308E75-5AD0-78F4-E76F-417F1AB76BC9}"/>
              </a:ext>
            </a:extLst>
          </p:cNvPr>
          <p:cNvGrpSpPr/>
          <p:nvPr/>
        </p:nvGrpSpPr>
        <p:grpSpPr>
          <a:xfrm>
            <a:off x="1115991" y="1208148"/>
            <a:ext cx="1930212" cy="976772"/>
            <a:chOff x="1115991" y="1208148"/>
            <a:chExt cx="1930212" cy="976772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58196A91-F28E-C166-A958-24920AD2385D}"/>
                </a:ext>
              </a:extLst>
            </p:cNvPr>
            <p:cNvSpPr/>
            <p:nvPr/>
          </p:nvSpPr>
          <p:spPr>
            <a:xfrm>
              <a:off x="1115991" y="1208148"/>
              <a:ext cx="1930212" cy="976772"/>
            </a:xfrm>
            <a:prstGeom prst="roundRect">
              <a:avLst>
                <a:gd name="adj" fmla="val 9184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sp>
          <p:nvSpPr>
            <p:cNvPr id="13" name="Textbos: Create Your">
              <a:extLst>
                <a:ext uri="{FF2B5EF4-FFF2-40B4-BE49-F238E27FC236}">
                  <a16:creationId xmlns:a16="http://schemas.microsoft.com/office/drawing/2014/main" id="{6492ACBE-FFFF-25D7-71F0-C6DFF889A897}"/>
                </a:ext>
              </a:extLst>
            </p:cNvPr>
            <p:cNvSpPr txBox="1"/>
            <p:nvPr/>
          </p:nvSpPr>
          <p:spPr>
            <a:xfrm>
              <a:off x="1351196" y="1838119"/>
              <a:ext cx="1453945" cy="299254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u="none" strike="noStrike" kern="120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1270000" algn="ctr" rotWithShape="0">
                      <a:schemeClr val="bg1"/>
                    </a:outerShdw>
                  </a:effectLst>
                  <a:uLnTx/>
                  <a:uFillTx/>
                  <a:latin typeface="Poppins" pitchFamily="2" charset="77"/>
                  <a:cs typeface="Poppins" pitchFamily="2" charset="77"/>
                </a:rPr>
                <a:t>10:00 – 11:00</a:t>
              </a:r>
              <a:endParaRPr lang="en-US" dirty="0">
                <a:solidFill>
                  <a:prstClr val="white"/>
                </a:solidFill>
                <a:effectLst>
                  <a:outerShdw blurRad="1270000" algn="ctr" rotWithShape="0">
                    <a:schemeClr val="bg1"/>
                  </a:outerShdw>
                </a:effectLst>
                <a:latin typeface="Poppins" pitchFamily="2" charset="77"/>
                <a:cs typeface="Poppins" pitchFamily="2" charset="77"/>
              </a:endParaRPr>
            </a:p>
          </p:txBody>
        </p:sp>
        <p:sp>
          <p:nvSpPr>
            <p:cNvPr id="14" name="Textbos: Create Your">
              <a:extLst>
                <a:ext uri="{FF2B5EF4-FFF2-40B4-BE49-F238E27FC236}">
                  <a16:creationId xmlns:a16="http://schemas.microsoft.com/office/drawing/2014/main" id="{633B96B0-1174-379D-6DAA-CEA8120C5D02}"/>
                </a:ext>
              </a:extLst>
            </p:cNvPr>
            <p:cNvSpPr txBox="1"/>
            <p:nvPr/>
          </p:nvSpPr>
          <p:spPr>
            <a:xfrm>
              <a:off x="1341806" y="1324371"/>
              <a:ext cx="1249571" cy="513748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600" b="1" dirty="0">
                  <a:solidFill>
                    <a:prstClr val="white"/>
                  </a:solidFill>
                  <a:effectLst>
                    <a:outerShdw blurRad="1270000" algn="ctr" rotWithShape="0">
                      <a:schemeClr val="bg1"/>
                    </a:outerShdw>
                  </a:effectLst>
                  <a:latin typeface="Poppins SemiBold" pitchFamily="2" charset="77"/>
                  <a:cs typeface="Poppins SemiBold" pitchFamily="2" charset="77"/>
                </a:rPr>
                <a:t>Gym</a:t>
              </a:r>
            </a:p>
          </p:txBody>
        </p:sp>
      </p:grp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2498BB4-C51B-0794-16E1-B15BDF6623B3}"/>
              </a:ext>
            </a:extLst>
          </p:cNvPr>
          <p:cNvSpPr/>
          <p:nvPr/>
        </p:nvSpPr>
        <p:spPr>
          <a:xfrm>
            <a:off x="997458" y="1208148"/>
            <a:ext cx="113838" cy="976772"/>
          </a:xfrm>
          <a:prstGeom prst="roundRect">
            <a:avLst>
              <a:gd name="adj" fmla="val 50000"/>
            </a:avLst>
          </a:prstGeom>
          <a:solidFill>
            <a:srgbClr val="00FFEC"/>
          </a:solidFill>
          <a:ln w="12700" cap="flat" cmpd="sng" algn="ctr">
            <a:noFill/>
            <a:prstDash val="solid"/>
            <a:miter lim="800000"/>
          </a:ln>
          <a:effectLst>
            <a:outerShdw blurRad="127000" dist="40228" algn="l" rotWithShape="0">
              <a:srgbClr val="00FFEC">
                <a:alpha val="70000"/>
              </a:srgbClr>
            </a:outerShdw>
          </a:effectLst>
        </p:spPr>
        <p:txBody>
          <a:bodyPr rtlCol="0" anchor="ctr"/>
          <a:lstStyle/>
          <a:p>
            <a:pPr algn="ctr"/>
            <a:endParaRPr lang="en-LT" kern="0">
              <a:solidFill>
                <a:prstClr val="white"/>
              </a:solidFill>
              <a:latin typeface="Montserrat" panose="00000500000000000000" pitchFamily="2" charset="0"/>
            </a:endParaRPr>
          </a:p>
        </p:txBody>
      </p:sp>
      <p:sp useBgFill="1">
        <p:nvSpPr>
          <p:cNvPr id="19" name="Rounded rectangle: Create">
            <a:extLst>
              <a:ext uri="{FF2B5EF4-FFF2-40B4-BE49-F238E27FC236}">
                <a16:creationId xmlns:a16="http://schemas.microsoft.com/office/drawing/2014/main" id="{9F3134D2-C618-2062-4BF7-18CAC8E546BA}"/>
              </a:ext>
            </a:extLst>
          </p:cNvPr>
          <p:cNvSpPr/>
          <p:nvPr/>
        </p:nvSpPr>
        <p:spPr>
          <a:xfrm>
            <a:off x="1115991" y="577053"/>
            <a:ext cx="916007" cy="429374"/>
          </a:xfrm>
          <a:prstGeom prst="roundRect">
            <a:avLst>
              <a:gd name="adj" fmla="val 20099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t-LT" sz="1200" dirty="0">
                <a:solidFill>
                  <a:schemeClr val="lt1"/>
                </a:solidFill>
                <a:latin typeface="Poppins Medium" pitchFamily="2" charset="77"/>
                <a:cs typeface="Poppins Medium" pitchFamily="2" charset="77"/>
              </a:rPr>
              <a:t>Go Back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8408077-CFD8-30ED-8F21-9C00C6D0143B}"/>
              </a:ext>
            </a:extLst>
          </p:cNvPr>
          <p:cNvSpPr/>
          <p:nvPr/>
        </p:nvSpPr>
        <p:spPr>
          <a:xfrm>
            <a:off x="997458" y="577506"/>
            <a:ext cx="113838" cy="41811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127000" dist="40228" algn="l" rotWithShape="0">
              <a:schemeClr val="bg1">
                <a:alpha val="70000"/>
              </a:schemeClr>
            </a:outerShdw>
          </a:effectLst>
        </p:spPr>
        <p:txBody>
          <a:bodyPr rtlCol="0" anchor="ctr"/>
          <a:lstStyle/>
          <a:p>
            <a:pPr algn="ctr"/>
            <a:endParaRPr lang="en-LT" kern="0">
              <a:solidFill>
                <a:prstClr val="white"/>
              </a:solidFill>
              <a:latin typeface="Montserrat" panose="00000500000000000000" pitchFamily="2" charset="0"/>
            </a:endParaRPr>
          </a:p>
        </p:txBody>
      </p: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EF32978B-348E-5AA2-D2CC-7F08A849EF61}"/>
              </a:ext>
            </a:extLst>
          </p:cNvPr>
          <p:cNvGrpSpPr/>
          <p:nvPr/>
        </p:nvGrpSpPr>
        <p:grpSpPr>
          <a:xfrm>
            <a:off x="3704701" y="1442613"/>
            <a:ext cx="2893693" cy="568613"/>
            <a:chOff x="3704701" y="1442613"/>
            <a:chExt cx="2893693" cy="568613"/>
          </a:xfrm>
        </p:grpSpPr>
        <p:sp useBgFill="1">
          <p:nvSpPr>
            <p:cNvPr id="138" name="Oval 137">
              <a:extLst>
                <a:ext uri="{FF2B5EF4-FFF2-40B4-BE49-F238E27FC236}">
                  <a16:creationId xmlns:a16="http://schemas.microsoft.com/office/drawing/2014/main" id="{6D39482E-5D9D-9978-3725-81976B374E1C}"/>
                </a:ext>
              </a:extLst>
            </p:cNvPr>
            <p:cNvSpPr/>
            <p:nvPr/>
          </p:nvSpPr>
          <p:spPr>
            <a:xfrm>
              <a:off x="3704701" y="1526984"/>
              <a:ext cx="339101" cy="339101"/>
            </a:xfrm>
            <a:prstGeom prst="ellipse">
              <a:avLst/>
            </a:prstGeom>
            <a:ln w="6350">
              <a:solidFill>
                <a:schemeClr val="bg1">
                  <a:alpha val="50000"/>
                </a:schemeClr>
              </a:solidFill>
            </a:ln>
            <a:effectLst>
              <a:innerShdw blurRad="127000">
                <a:schemeClr val="bg1">
                  <a:alpha val="50000"/>
                </a:schemeClr>
              </a:innerShdw>
            </a:effectLst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en-LT" sz="1400" b="1" spc="300">
                <a:solidFill>
                  <a:prstClr val="white"/>
                </a:solidFill>
                <a:latin typeface="Montserrat ExtraBold" pitchFamily="2" charset="77"/>
              </a:endParaRPr>
            </a:p>
          </p:txBody>
        </p:sp>
        <p:sp>
          <p:nvSpPr>
            <p:cNvPr id="143" name="Textbos: Create Your">
              <a:extLst>
                <a:ext uri="{FF2B5EF4-FFF2-40B4-BE49-F238E27FC236}">
                  <a16:creationId xmlns:a16="http://schemas.microsoft.com/office/drawing/2014/main" id="{0839A495-3D16-B3A5-6441-0710BD2C9DE9}"/>
                </a:ext>
              </a:extLst>
            </p:cNvPr>
            <p:cNvSpPr txBox="1"/>
            <p:nvPr/>
          </p:nvSpPr>
          <p:spPr>
            <a:xfrm>
              <a:off x="4241642" y="1711972"/>
              <a:ext cx="1453945" cy="299254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u="none" strike="noStrike" kern="120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1270000" algn="ctr" rotWithShape="0">
                      <a:schemeClr val="bg1"/>
                    </a:outerShdw>
                  </a:effectLst>
                  <a:uLnTx/>
                  <a:uFillTx/>
                  <a:latin typeface="Poppins" pitchFamily="2" charset="77"/>
                  <a:cs typeface="Poppins" pitchFamily="2" charset="77"/>
                </a:rPr>
                <a:t>5 minutes</a:t>
              </a:r>
              <a:endParaRPr lang="en-US" sz="1100" dirty="0">
                <a:solidFill>
                  <a:prstClr val="white"/>
                </a:solidFill>
                <a:effectLst>
                  <a:outerShdw blurRad="1270000" algn="ctr" rotWithShape="0">
                    <a:schemeClr val="bg1"/>
                  </a:outerShdw>
                </a:effectLst>
                <a:latin typeface="Poppins" pitchFamily="2" charset="77"/>
                <a:cs typeface="Poppins" pitchFamily="2" charset="77"/>
              </a:endParaRPr>
            </a:p>
          </p:txBody>
        </p:sp>
        <p:sp>
          <p:nvSpPr>
            <p:cNvPr id="171" name="Textbos: Create Your">
              <a:extLst>
                <a:ext uri="{FF2B5EF4-FFF2-40B4-BE49-F238E27FC236}">
                  <a16:creationId xmlns:a16="http://schemas.microsoft.com/office/drawing/2014/main" id="{BD9B4FAF-0A26-3BE8-07E4-EEDA1E3AB83A}"/>
                </a:ext>
              </a:extLst>
            </p:cNvPr>
            <p:cNvSpPr txBox="1"/>
            <p:nvPr/>
          </p:nvSpPr>
          <p:spPr>
            <a:xfrm>
              <a:off x="4232252" y="1442613"/>
              <a:ext cx="2366142" cy="299254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dirty="0">
                  <a:solidFill>
                    <a:prstClr val="white"/>
                  </a:solidFill>
                  <a:effectLst>
                    <a:outerShdw blurRad="1270000" algn="ctr" rotWithShape="0">
                      <a:schemeClr val="bg1"/>
                    </a:outerShdw>
                  </a:effectLst>
                  <a:latin typeface="Poppins SemiBold" pitchFamily="2" charset="77"/>
                  <a:cs typeface="Poppins SemiBold" pitchFamily="2" charset="77"/>
                </a:rPr>
                <a:t>Warm Up</a:t>
              </a:r>
            </a:p>
          </p:txBody>
        </p:sp>
      </p:grp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1B680004-9AF2-5666-5194-15A0E56208D9}"/>
              </a:ext>
            </a:extLst>
          </p:cNvPr>
          <p:cNvCxnSpPr>
            <a:cxnSpLocks/>
            <a:stCxn id="138" idx="4"/>
          </p:cNvCxnSpPr>
          <p:nvPr/>
        </p:nvCxnSpPr>
        <p:spPr>
          <a:xfrm flipH="1">
            <a:off x="3860116" y="1866085"/>
            <a:ext cx="14136" cy="3636194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FA79FEF0-4804-D3EE-17B0-14EE45284D82}"/>
              </a:ext>
            </a:extLst>
          </p:cNvPr>
          <p:cNvGrpSpPr/>
          <p:nvPr/>
        </p:nvGrpSpPr>
        <p:grpSpPr>
          <a:xfrm>
            <a:off x="3704701" y="2437571"/>
            <a:ext cx="2893693" cy="568613"/>
            <a:chOff x="3555348" y="1487436"/>
            <a:chExt cx="2893693" cy="568613"/>
          </a:xfrm>
        </p:grpSpPr>
        <p:sp useBgFill="1">
          <p:nvSpPr>
            <p:cNvPr id="178" name="Oval 177">
              <a:extLst>
                <a:ext uri="{FF2B5EF4-FFF2-40B4-BE49-F238E27FC236}">
                  <a16:creationId xmlns:a16="http://schemas.microsoft.com/office/drawing/2014/main" id="{1C4F4FEA-171F-0E8B-1E8F-79FEEB240898}"/>
                </a:ext>
              </a:extLst>
            </p:cNvPr>
            <p:cNvSpPr/>
            <p:nvPr/>
          </p:nvSpPr>
          <p:spPr>
            <a:xfrm>
              <a:off x="3555348" y="1544564"/>
              <a:ext cx="339101" cy="339101"/>
            </a:xfrm>
            <a:prstGeom prst="ellipse">
              <a:avLst/>
            </a:prstGeom>
            <a:ln w="6350">
              <a:solidFill>
                <a:schemeClr val="bg1">
                  <a:alpha val="50000"/>
                </a:schemeClr>
              </a:solidFill>
            </a:ln>
            <a:effectLst>
              <a:innerShdw blurRad="127000">
                <a:schemeClr val="bg1">
                  <a:alpha val="50000"/>
                </a:schemeClr>
              </a:innerShdw>
            </a:effectLst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en-LT" sz="1400" b="1" spc="300">
                <a:solidFill>
                  <a:prstClr val="white"/>
                </a:solidFill>
                <a:latin typeface="Montserrat ExtraBold" pitchFamily="2" charset="77"/>
              </a:endParaRPr>
            </a:p>
          </p:txBody>
        </p:sp>
        <p:sp>
          <p:nvSpPr>
            <p:cNvPr id="179" name="Textbos: Create Your">
              <a:extLst>
                <a:ext uri="{FF2B5EF4-FFF2-40B4-BE49-F238E27FC236}">
                  <a16:creationId xmlns:a16="http://schemas.microsoft.com/office/drawing/2014/main" id="{1724CE18-923E-BD16-5FD8-223D7D698D73}"/>
                </a:ext>
              </a:extLst>
            </p:cNvPr>
            <p:cNvSpPr txBox="1"/>
            <p:nvPr/>
          </p:nvSpPr>
          <p:spPr>
            <a:xfrm>
              <a:off x="4092289" y="1756795"/>
              <a:ext cx="1453945" cy="299254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u="none" strike="noStrike" kern="120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1270000" algn="ctr" rotWithShape="0">
                      <a:schemeClr val="bg1"/>
                    </a:outerShdw>
                  </a:effectLst>
                  <a:uLnTx/>
                  <a:uFillTx/>
                  <a:latin typeface="Poppins" pitchFamily="2" charset="77"/>
                  <a:cs typeface="Poppins" pitchFamily="2" charset="77"/>
                </a:rPr>
                <a:t>Sets: 4 | Reps: 12</a:t>
              </a:r>
              <a:endParaRPr lang="en-US" sz="1100" dirty="0">
                <a:solidFill>
                  <a:prstClr val="white"/>
                </a:solidFill>
                <a:effectLst>
                  <a:outerShdw blurRad="1270000" algn="ctr" rotWithShape="0">
                    <a:schemeClr val="bg1"/>
                  </a:outerShdw>
                </a:effectLst>
                <a:latin typeface="Poppins" pitchFamily="2" charset="77"/>
                <a:cs typeface="Poppins" pitchFamily="2" charset="77"/>
              </a:endParaRPr>
            </a:p>
          </p:txBody>
        </p:sp>
        <p:sp>
          <p:nvSpPr>
            <p:cNvPr id="180" name="Textbos: Create Your">
              <a:extLst>
                <a:ext uri="{FF2B5EF4-FFF2-40B4-BE49-F238E27FC236}">
                  <a16:creationId xmlns:a16="http://schemas.microsoft.com/office/drawing/2014/main" id="{13B34797-A4FA-2857-F491-8D2A03711D35}"/>
                </a:ext>
              </a:extLst>
            </p:cNvPr>
            <p:cNvSpPr txBox="1"/>
            <p:nvPr/>
          </p:nvSpPr>
          <p:spPr>
            <a:xfrm>
              <a:off x="4082899" y="1487436"/>
              <a:ext cx="2366142" cy="299254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dirty="0">
                  <a:solidFill>
                    <a:prstClr val="white"/>
                  </a:solidFill>
                  <a:effectLst>
                    <a:outerShdw blurRad="1270000" algn="ctr" rotWithShape="0">
                      <a:schemeClr val="bg1"/>
                    </a:outerShdw>
                  </a:effectLst>
                  <a:latin typeface="Poppins SemiBold" pitchFamily="2" charset="77"/>
                  <a:cs typeface="Poppins SemiBold" pitchFamily="2" charset="77"/>
                </a:rPr>
                <a:t>Squats</a:t>
              </a: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61A01E81-36C8-7366-EF9E-D4502200369B}"/>
              </a:ext>
            </a:extLst>
          </p:cNvPr>
          <p:cNvGrpSpPr/>
          <p:nvPr/>
        </p:nvGrpSpPr>
        <p:grpSpPr>
          <a:xfrm>
            <a:off x="3704701" y="3387706"/>
            <a:ext cx="2893693" cy="568613"/>
            <a:chOff x="3555348" y="1487436"/>
            <a:chExt cx="2893693" cy="568613"/>
          </a:xfrm>
        </p:grpSpPr>
        <p:sp useBgFill="1">
          <p:nvSpPr>
            <p:cNvPr id="184" name="Oval 183">
              <a:extLst>
                <a:ext uri="{FF2B5EF4-FFF2-40B4-BE49-F238E27FC236}">
                  <a16:creationId xmlns:a16="http://schemas.microsoft.com/office/drawing/2014/main" id="{331EF5D5-23BA-DACA-8BD1-C4519A22694E}"/>
                </a:ext>
              </a:extLst>
            </p:cNvPr>
            <p:cNvSpPr/>
            <p:nvPr/>
          </p:nvSpPr>
          <p:spPr>
            <a:xfrm>
              <a:off x="3555348" y="1544564"/>
              <a:ext cx="339101" cy="339101"/>
            </a:xfrm>
            <a:prstGeom prst="ellipse">
              <a:avLst/>
            </a:prstGeom>
            <a:ln w="6350">
              <a:solidFill>
                <a:schemeClr val="bg1">
                  <a:alpha val="50000"/>
                </a:schemeClr>
              </a:solidFill>
            </a:ln>
            <a:effectLst>
              <a:innerShdw blurRad="127000">
                <a:schemeClr val="bg1">
                  <a:alpha val="50000"/>
                </a:schemeClr>
              </a:innerShdw>
            </a:effectLst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en-LT" sz="1400" b="1" spc="300">
                <a:solidFill>
                  <a:prstClr val="white"/>
                </a:solidFill>
                <a:latin typeface="Montserrat ExtraBold" pitchFamily="2" charset="77"/>
              </a:endParaRPr>
            </a:p>
          </p:txBody>
        </p:sp>
        <p:sp>
          <p:nvSpPr>
            <p:cNvPr id="185" name="Textbos: Create Your">
              <a:extLst>
                <a:ext uri="{FF2B5EF4-FFF2-40B4-BE49-F238E27FC236}">
                  <a16:creationId xmlns:a16="http://schemas.microsoft.com/office/drawing/2014/main" id="{80474251-C93B-C176-82F2-D882409F543A}"/>
                </a:ext>
              </a:extLst>
            </p:cNvPr>
            <p:cNvSpPr txBox="1"/>
            <p:nvPr/>
          </p:nvSpPr>
          <p:spPr>
            <a:xfrm>
              <a:off x="4092289" y="1756795"/>
              <a:ext cx="1453945" cy="299254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u="none" strike="noStrike" kern="120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1270000" algn="ctr" rotWithShape="0">
                      <a:schemeClr val="bg1"/>
                    </a:outerShdw>
                  </a:effectLst>
                  <a:uLnTx/>
                  <a:uFillTx/>
                  <a:latin typeface="Poppins" pitchFamily="2" charset="77"/>
                  <a:cs typeface="Poppins" pitchFamily="2" charset="77"/>
                </a:rPr>
                <a:t>Sets: 4 | Reps: 12</a:t>
              </a:r>
              <a:endParaRPr lang="en-US" sz="1100" dirty="0">
                <a:solidFill>
                  <a:prstClr val="white"/>
                </a:solidFill>
                <a:effectLst>
                  <a:outerShdw blurRad="1270000" algn="ctr" rotWithShape="0">
                    <a:schemeClr val="bg1"/>
                  </a:outerShdw>
                </a:effectLst>
                <a:latin typeface="Poppins" pitchFamily="2" charset="77"/>
                <a:cs typeface="Poppins" pitchFamily="2" charset="77"/>
              </a:endParaRPr>
            </a:p>
          </p:txBody>
        </p:sp>
        <p:sp>
          <p:nvSpPr>
            <p:cNvPr id="186" name="Textbos: Create Your">
              <a:extLst>
                <a:ext uri="{FF2B5EF4-FFF2-40B4-BE49-F238E27FC236}">
                  <a16:creationId xmlns:a16="http://schemas.microsoft.com/office/drawing/2014/main" id="{E42D9968-5A0F-05FB-B9B8-148057931A4C}"/>
                </a:ext>
              </a:extLst>
            </p:cNvPr>
            <p:cNvSpPr txBox="1"/>
            <p:nvPr/>
          </p:nvSpPr>
          <p:spPr>
            <a:xfrm>
              <a:off x="4082899" y="1487436"/>
              <a:ext cx="2366142" cy="299254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dirty="0">
                  <a:solidFill>
                    <a:prstClr val="white"/>
                  </a:solidFill>
                  <a:effectLst>
                    <a:outerShdw blurRad="1270000" algn="ctr" rotWithShape="0">
                      <a:schemeClr val="bg1"/>
                    </a:outerShdw>
                  </a:effectLst>
                  <a:latin typeface="Poppins SemiBold" pitchFamily="2" charset="77"/>
                  <a:cs typeface="Poppins SemiBold" pitchFamily="2" charset="77"/>
                </a:rPr>
                <a:t>Box Jumps</a:t>
              </a:r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7CED5C33-DC05-37EC-542B-2B9D7BB9E47F}"/>
              </a:ext>
            </a:extLst>
          </p:cNvPr>
          <p:cNvGrpSpPr/>
          <p:nvPr/>
        </p:nvGrpSpPr>
        <p:grpSpPr>
          <a:xfrm>
            <a:off x="3704701" y="5287976"/>
            <a:ext cx="2893693" cy="568613"/>
            <a:chOff x="3555348" y="1487436"/>
            <a:chExt cx="2893693" cy="568613"/>
          </a:xfrm>
        </p:grpSpPr>
        <p:sp useBgFill="1">
          <p:nvSpPr>
            <p:cNvPr id="188" name="Oval 187">
              <a:extLst>
                <a:ext uri="{FF2B5EF4-FFF2-40B4-BE49-F238E27FC236}">
                  <a16:creationId xmlns:a16="http://schemas.microsoft.com/office/drawing/2014/main" id="{C7CAB476-7673-0CD2-5DFD-4CA85ACEB8C4}"/>
                </a:ext>
              </a:extLst>
            </p:cNvPr>
            <p:cNvSpPr/>
            <p:nvPr/>
          </p:nvSpPr>
          <p:spPr>
            <a:xfrm>
              <a:off x="3555348" y="1544564"/>
              <a:ext cx="339101" cy="339101"/>
            </a:xfrm>
            <a:prstGeom prst="ellipse">
              <a:avLst/>
            </a:prstGeom>
            <a:ln w="6350">
              <a:solidFill>
                <a:schemeClr val="bg1">
                  <a:alpha val="50000"/>
                </a:schemeClr>
              </a:solidFill>
            </a:ln>
            <a:effectLst>
              <a:innerShdw blurRad="127000">
                <a:schemeClr val="bg1">
                  <a:alpha val="50000"/>
                </a:schemeClr>
              </a:innerShdw>
            </a:effectLst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en-LT" sz="1400" b="1" spc="300">
                <a:solidFill>
                  <a:prstClr val="white"/>
                </a:solidFill>
                <a:latin typeface="Montserrat ExtraBold" pitchFamily="2" charset="77"/>
              </a:endParaRPr>
            </a:p>
          </p:txBody>
        </p:sp>
        <p:sp>
          <p:nvSpPr>
            <p:cNvPr id="189" name="Textbos: Create Your">
              <a:extLst>
                <a:ext uri="{FF2B5EF4-FFF2-40B4-BE49-F238E27FC236}">
                  <a16:creationId xmlns:a16="http://schemas.microsoft.com/office/drawing/2014/main" id="{26EA58AF-68DF-0518-CC08-C375AB77DDDB}"/>
                </a:ext>
              </a:extLst>
            </p:cNvPr>
            <p:cNvSpPr txBox="1"/>
            <p:nvPr/>
          </p:nvSpPr>
          <p:spPr>
            <a:xfrm>
              <a:off x="4092289" y="1756795"/>
              <a:ext cx="1453945" cy="299254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u="none" strike="noStrike" kern="120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1270000" algn="ctr" rotWithShape="0">
                      <a:schemeClr val="bg1"/>
                    </a:outerShdw>
                  </a:effectLst>
                  <a:uLnTx/>
                  <a:uFillTx/>
                  <a:latin typeface="Poppins" pitchFamily="2" charset="77"/>
                  <a:cs typeface="Poppins" pitchFamily="2" charset="77"/>
                </a:rPr>
                <a:t>5 minutes</a:t>
              </a:r>
              <a:endParaRPr lang="en-US" sz="1100" dirty="0">
                <a:solidFill>
                  <a:prstClr val="white"/>
                </a:solidFill>
                <a:effectLst>
                  <a:outerShdw blurRad="1270000" algn="ctr" rotWithShape="0">
                    <a:schemeClr val="bg1"/>
                  </a:outerShdw>
                </a:effectLst>
                <a:latin typeface="Poppins" pitchFamily="2" charset="77"/>
                <a:cs typeface="Poppins" pitchFamily="2" charset="77"/>
              </a:endParaRPr>
            </a:p>
          </p:txBody>
        </p:sp>
        <p:sp>
          <p:nvSpPr>
            <p:cNvPr id="190" name="Textbos: Create Your">
              <a:extLst>
                <a:ext uri="{FF2B5EF4-FFF2-40B4-BE49-F238E27FC236}">
                  <a16:creationId xmlns:a16="http://schemas.microsoft.com/office/drawing/2014/main" id="{79B743CD-1277-3B44-95B5-4AD88181B5A7}"/>
                </a:ext>
              </a:extLst>
            </p:cNvPr>
            <p:cNvSpPr txBox="1"/>
            <p:nvPr/>
          </p:nvSpPr>
          <p:spPr>
            <a:xfrm>
              <a:off x="4082899" y="1487436"/>
              <a:ext cx="2366142" cy="299254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dirty="0">
                  <a:solidFill>
                    <a:prstClr val="white"/>
                  </a:solidFill>
                  <a:effectLst>
                    <a:outerShdw blurRad="1270000" algn="ctr" rotWithShape="0">
                      <a:schemeClr val="bg1"/>
                    </a:outerShdw>
                  </a:effectLst>
                  <a:latin typeface="Poppins SemiBold" pitchFamily="2" charset="77"/>
                  <a:cs typeface="Poppins SemiBold" pitchFamily="2" charset="77"/>
                </a:rPr>
                <a:t>Cool Down</a:t>
              </a:r>
            </a:p>
          </p:txBody>
        </p: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A4AA1B86-8C53-67BE-0553-E959B4DDA641}"/>
              </a:ext>
            </a:extLst>
          </p:cNvPr>
          <p:cNvGrpSpPr/>
          <p:nvPr/>
        </p:nvGrpSpPr>
        <p:grpSpPr>
          <a:xfrm>
            <a:off x="3704701" y="4337841"/>
            <a:ext cx="2893693" cy="568613"/>
            <a:chOff x="3555348" y="1487436"/>
            <a:chExt cx="2893693" cy="568613"/>
          </a:xfrm>
        </p:grpSpPr>
        <p:sp useBgFill="1">
          <p:nvSpPr>
            <p:cNvPr id="1024" name="Oval 1023">
              <a:extLst>
                <a:ext uri="{FF2B5EF4-FFF2-40B4-BE49-F238E27FC236}">
                  <a16:creationId xmlns:a16="http://schemas.microsoft.com/office/drawing/2014/main" id="{089E45E1-D1A9-7C0C-3BC2-8DF37AFCD65D}"/>
                </a:ext>
              </a:extLst>
            </p:cNvPr>
            <p:cNvSpPr/>
            <p:nvPr/>
          </p:nvSpPr>
          <p:spPr>
            <a:xfrm>
              <a:off x="3555348" y="1544564"/>
              <a:ext cx="339101" cy="339101"/>
            </a:xfrm>
            <a:prstGeom prst="ellipse">
              <a:avLst/>
            </a:prstGeom>
            <a:ln w="6350">
              <a:solidFill>
                <a:schemeClr val="bg1">
                  <a:alpha val="50000"/>
                </a:schemeClr>
              </a:solidFill>
            </a:ln>
            <a:effectLst>
              <a:innerShdw blurRad="127000">
                <a:schemeClr val="bg1">
                  <a:alpha val="50000"/>
                </a:schemeClr>
              </a:innerShdw>
            </a:effectLst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en-LT" sz="1400" b="1" spc="300">
                <a:solidFill>
                  <a:prstClr val="white"/>
                </a:solidFill>
                <a:latin typeface="Montserrat ExtraBold" pitchFamily="2" charset="77"/>
              </a:endParaRPr>
            </a:p>
          </p:txBody>
        </p:sp>
        <p:sp>
          <p:nvSpPr>
            <p:cNvPr id="1025" name="Textbos: Create Your">
              <a:extLst>
                <a:ext uri="{FF2B5EF4-FFF2-40B4-BE49-F238E27FC236}">
                  <a16:creationId xmlns:a16="http://schemas.microsoft.com/office/drawing/2014/main" id="{7D183C85-92F6-01EB-53AB-2D2D240CBEB9}"/>
                </a:ext>
              </a:extLst>
            </p:cNvPr>
            <p:cNvSpPr txBox="1"/>
            <p:nvPr/>
          </p:nvSpPr>
          <p:spPr>
            <a:xfrm>
              <a:off x="4092289" y="1756795"/>
              <a:ext cx="1453945" cy="299254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u="none" strike="noStrike" kern="120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1270000" algn="ctr" rotWithShape="0">
                      <a:schemeClr val="bg1"/>
                    </a:outerShdw>
                  </a:effectLst>
                  <a:uLnTx/>
                  <a:uFillTx/>
                  <a:latin typeface="Poppins" pitchFamily="2" charset="77"/>
                  <a:cs typeface="Poppins" pitchFamily="2" charset="77"/>
                </a:rPr>
                <a:t>Sets: 4 | Reps: 12</a:t>
              </a:r>
              <a:endParaRPr lang="en-US" sz="1100" dirty="0">
                <a:solidFill>
                  <a:prstClr val="white"/>
                </a:solidFill>
                <a:effectLst>
                  <a:outerShdw blurRad="1270000" algn="ctr" rotWithShape="0">
                    <a:schemeClr val="bg1"/>
                  </a:outerShdw>
                </a:effectLst>
                <a:latin typeface="Poppins" pitchFamily="2" charset="77"/>
                <a:cs typeface="Poppins" pitchFamily="2" charset="77"/>
              </a:endParaRPr>
            </a:p>
          </p:txBody>
        </p:sp>
        <p:sp>
          <p:nvSpPr>
            <p:cNvPr id="1027" name="Textbos: Create Your">
              <a:extLst>
                <a:ext uri="{FF2B5EF4-FFF2-40B4-BE49-F238E27FC236}">
                  <a16:creationId xmlns:a16="http://schemas.microsoft.com/office/drawing/2014/main" id="{3082BF21-C061-B1DB-7D87-C2FBBDE27F80}"/>
                </a:ext>
              </a:extLst>
            </p:cNvPr>
            <p:cNvSpPr txBox="1"/>
            <p:nvPr/>
          </p:nvSpPr>
          <p:spPr>
            <a:xfrm>
              <a:off x="4082899" y="1487436"/>
              <a:ext cx="2366142" cy="299254"/>
            </a:xfrm>
            <a:prstGeom prst="rect">
              <a:avLst/>
            </a:prstGeom>
            <a:noFill/>
          </p:spPr>
          <p:txBody>
            <a:bodyPr wrap="none" l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dirty="0">
                  <a:solidFill>
                    <a:prstClr val="white"/>
                  </a:solidFill>
                  <a:effectLst>
                    <a:outerShdw blurRad="1270000" algn="ctr" rotWithShape="0">
                      <a:schemeClr val="bg1"/>
                    </a:outerShdw>
                  </a:effectLst>
                  <a:latin typeface="Poppins SemiBold" pitchFamily="2" charset="77"/>
                  <a:cs typeface="Poppins SemiBold" pitchFamily="2" charset="77"/>
                </a:rPr>
                <a:t>Hip Thrusts</a:t>
              </a:r>
            </a:p>
          </p:txBody>
        </p:sp>
      </p:grpSp>
      <p:cxnSp>
        <p:nvCxnSpPr>
          <p:cNvPr id="1029" name="Straight Connector 1028">
            <a:extLst>
              <a:ext uri="{FF2B5EF4-FFF2-40B4-BE49-F238E27FC236}">
                <a16:creationId xmlns:a16="http://schemas.microsoft.com/office/drawing/2014/main" id="{2F9C54C3-B194-0650-C641-66D7A9A4F2D4}"/>
              </a:ext>
            </a:extLst>
          </p:cNvPr>
          <p:cNvCxnSpPr>
            <a:cxnSpLocks/>
            <a:stCxn id="138" idx="2"/>
            <a:endCxn id="10" idx="3"/>
          </p:cNvCxnSpPr>
          <p:nvPr/>
        </p:nvCxnSpPr>
        <p:spPr>
          <a:xfrm flipH="1" flipV="1">
            <a:off x="3046203" y="1696534"/>
            <a:ext cx="658498" cy="1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Freeform 181">
            <a:extLst>
              <a:ext uri="{FF2B5EF4-FFF2-40B4-BE49-F238E27FC236}">
                <a16:creationId xmlns:a16="http://schemas.microsoft.com/office/drawing/2014/main" id="{287D98ED-4FBB-26F3-4835-9049BDCD854D}"/>
              </a:ext>
            </a:extLst>
          </p:cNvPr>
          <p:cNvSpPr/>
          <p:nvPr/>
        </p:nvSpPr>
        <p:spPr>
          <a:xfrm>
            <a:off x="6802195" y="487000"/>
            <a:ext cx="3696569" cy="5884000"/>
          </a:xfrm>
          <a:custGeom>
            <a:avLst/>
            <a:gdLst>
              <a:gd name="connsiteX0" fmla="*/ 1848284 w 3696568"/>
              <a:gd name="connsiteY0" fmla="*/ 0 h 5884000"/>
              <a:gd name="connsiteX1" fmla="*/ 3696568 w 3696568"/>
              <a:gd name="connsiteY1" fmla="*/ 1848284 h 5884000"/>
              <a:gd name="connsiteX2" fmla="*/ 3696568 w 3696568"/>
              <a:gd name="connsiteY2" fmla="*/ 4035716 h 5884000"/>
              <a:gd name="connsiteX3" fmla="*/ 1848284 w 3696568"/>
              <a:gd name="connsiteY3" fmla="*/ 5884000 h 5884000"/>
              <a:gd name="connsiteX4" fmla="*/ 0 w 3696568"/>
              <a:gd name="connsiteY4" fmla="*/ 4035716 h 5884000"/>
              <a:gd name="connsiteX5" fmla="*/ 0 w 3696568"/>
              <a:gd name="connsiteY5" fmla="*/ 1848284 h 5884000"/>
              <a:gd name="connsiteX6" fmla="*/ 1848284 w 3696568"/>
              <a:gd name="connsiteY6" fmla="*/ 0 h 588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96568" h="5884000">
                <a:moveTo>
                  <a:pt x="1848284" y="0"/>
                </a:moveTo>
                <a:cubicBezTo>
                  <a:pt x="2869063" y="0"/>
                  <a:pt x="3696568" y="827505"/>
                  <a:pt x="3696568" y="1848284"/>
                </a:cubicBezTo>
                <a:lnTo>
                  <a:pt x="3696568" y="4035716"/>
                </a:lnTo>
                <a:cubicBezTo>
                  <a:pt x="3696568" y="5056495"/>
                  <a:pt x="2869063" y="5884000"/>
                  <a:pt x="1848284" y="5884000"/>
                </a:cubicBezTo>
                <a:cubicBezTo>
                  <a:pt x="827505" y="5884000"/>
                  <a:pt x="0" y="5056495"/>
                  <a:pt x="0" y="4035716"/>
                </a:cubicBezTo>
                <a:lnTo>
                  <a:pt x="0" y="1848284"/>
                </a:lnTo>
                <a:cubicBezTo>
                  <a:pt x="0" y="827505"/>
                  <a:pt x="827505" y="0"/>
                  <a:pt x="1848284" y="0"/>
                </a:cubicBezTo>
                <a:close/>
              </a:path>
            </a:pathLst>
          </a:custGeom>
          <a:gradFill>
            <a:gsLst>
              <a:gs pos="0">
                <a:srgbClr val="CD00FF">
                  <a:alpha val="71002"/>
                </a:srgbClr>
              </a:gs>
              <a:gs pos="22000">
                <a:schemeClr val="bg1">
                  <a:alpha val="10000"/>
                </a:schemeClr>
              </a:gs>
              <a:gs pos="51000">
                <a:srgbClr val="FF0073">
                  <a:alpha val="0"/>
                </a:srgbClr>
              </a:gs>
              <a:gs pos="85000">
                <a:srgbClr val="FF0073">
                  <a:alpha val="71104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 sz="2800" dirty="0"/>
          </a:p>
        </p:txBody>
      </p:sp>
    </p:spTree>
    <p:extLst>
      <p:ext uri="{BB962C8B-B14F-4D97-AF65-F5344CB8AC3E}">
        <p14:creationId xmlns:p14="http://schemas.microsoft.com/office/powerpoint/2010/main" val="3263617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D5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1166</TotalTime>
  <Words>351</Words>
  <Application>Microsoft Macintosh PowerPoint</Application>
  <PresentationFormat>Widescreen</PresentationFormat>
  <Paragraphs>208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Arial</vt:lpstr>
      <vt:lpstr>Calibri</vt:lpstr>
      <vt:lpstr>Calibri Light</vt:lpstr>
      <vt:lpstr>Montserrat</vt:lpstr>
      <vt:lpstr>Montserrat ExtraBold</vt:lpstr>
      <vt:lpstr>Poppins</vt:lpstr>
      <vt:lpstr>Poppins Light</vt:lpstr>
      <vt:lpstr>Poppins Medium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Kasparas</dc:creator>
  <cp:lastModifiedBy>Kasparas</cp:lastModifiedBy>
  <cp:revision>1</cp:revision>
  <dcterms:created xsi:type="dcterms:W3CDTF">2022-11-05T12:35:26Z</dcterms:created>
  <dcterms:modified xsi:type="dcterms:W3CDTF">2022-11-10T16:21:53Z</dcterms:modified>
</cp:coreProperties>
</file>